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2" r:id="rId1"/>
  </p:sldMasterIdLst>
  <p:sldIdLst>
    <p:sldId id="256" r:id="rId2"/>
  </p:sldIdLst>
  <p:sldSz cx="3060700" cy="2413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>
      <p:cViewPr>
        <p:scale>
          <a:sx n="215" d="100"/>
          <a:sy n="215" d="100"/>
        </p:scale>
        <p:origin x="3328" y="1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553" y="394906"/>
            <a:ext cx="2601595" cy="840081"/>
          </a:xfrm>
        </p:spPr>
        <p:txBody>
          <a:bodyPr anchor="b"/>
          <a:lstStyle>
            <a:lvl1pPr algn="ctr">
              <a:defRPr sz="200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588" y="1267384"/>
            <a:ext cx="2295525" cy="582583"/>
          </a:xfrm>
        </p:spPr>
        <p:txBody>
          <a:bodyPr/>
          <a:lstStyle>
            <a:lvl1pPr marL="0" indent="0" algn="ctr">
              <a:buNone/>
              <a:defRPr sz="803"/>
            </a:lvl1pPr>
            <a:lvl2pPr marL="153025" indent="0" algn="ctr">
              <a:buNone/>
              <a:defRPr sz="669"/>
            </a:lvl2pPr>
            <a:lvl3pPr marL="306050" indent="0" algn="ctr">
              <a:buNone/>
              <a:defRPr sz="602"/>
            </a:lvl3pPr>
            <a:lvl4pPr marL="459075" indent="0" algn="ctr">
              <a:buNone/>
              <a:defRPr sz="536"/>
            </a:lvl4pPr>
            <a:lvl5pPr marL="612099" indent="0" algn="ctr">
              <a:buNone/>
              <a:defRPr sz="536"/>
            </a:lvl5pPr>
            <a:lvl6pPr marL="765124" indent="0" algn="ctr">
              <a:buNone/>
              <a:defRPr sz="536"/>
            </a:lvl6pPr>
            <a:lvl7pPr marL="918149" indent="0" algn="ctr">
              <a:buNone/>
              <a:defRPr sz="536"/>
            </a:lvl7pPr>
            <a:lvl8pPr marL="1071174" indent="0" algn="ctr">
              <a:buNone/>
              <a:defRPr sz="536"/>
            </a:lvl8pPr>
            <a:lvl9pPr marL="1224199" indent="0" algn="ctr">
              <a:buNone/>
              <a:defRPr sz="53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B220-928F-184D-9199-1CA4DA0FED75}" type="datetimeFigureOut">
              <a:rPr lang="en-GB" smtClean="0"/>
              <a:t>21/06/2020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1862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B220-928F-184D-9199-1CA4DA0FED75}" type="datetimeFigureOut">
              <a:rPr lang="en-GB" smtClean="0"/>
              <a:t>21/06/2020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7943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829" y="601575"/>
            <a:ext cx="2639854" cy="1003741"/>
          </a:xfrm>
        </p:spPr>
        <p:txBody>
          <a:bodyPr anchor="b"/>
          <a:lstStyle>
            <a:lvl1pPr>
              <a:defRPr sz="200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829" y="1614811"/>
            <a:ext cx="2639854" cy="527844"/>
          </a:xfrm>
        </p:spPr>
        <p:txBody>
          <a:bodyPr/>
          <a:lstStyle>
            <a:lvl1pPr marL="0" indent="0">
              <a:buNone/>
              <a:defRPr sz="803">
                <a:solidFill>
                  <a:schemeClr val="tx1"/>
                </a:solidFill>
              </a:defRPr>
            </a:lvl1pPr>
            <a:lvl2pPr marL="153025" indent="0">
              <a:buNone/>
              <a:defRPr sz="669">
                <a:solidFill>
                  <a:schemeClr val="tx1">
                    <a:tint val="75000"/>
                  </a:schemeClr>
                </a:solidFill>
              </a:defRPr>
            </a:lvl2pPr>
            <a:lvl3pPr marL="306050" indent="0">
              <a:buNone/>
              <a:defRPr sz="602">
                <a:solidFill>
                  <a:schemeClr val="tx1">
                    <a:tint val="75000"/>
                  </a:schemeClr>
                </a:solidFill>
              </a:defRPr>
            </a:lvl3pPr>
            <a:lvl4pPr marL="459075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4pPr>
            <a:lvl5pPr marL="612099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5pPr>
            <a:lvl6pPr marL="765124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6pPr>
            <a:lvl7pPr marL="918149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7pPr>
            <a:lvl8pPr marL="1071174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8pPr>
            <a:lvl9pPr marL="1224199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B220-928F-184D-9199-1CA4DA0FED75}" type="datetimeFigureOut">
              <a:rPr lang="en-GB" smtClean="0"/>
              <a:t>21/06/2020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739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0423" y="642350"/>
            <a:ext cx="1300798" cy="153102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49479" y="642350"/>
            <a:ext cx="1300798" cy="153102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B220-928F-184D-9199-1CA4DA0FED75}" type="datetimeFigureOut">
              <a:rPr lang="en-GB" smtClean="0"/>
              <a:t>21/06/2020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9660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128470"/>
            <a:ext cx="2639854" cy="4664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822" y="591520"/>
            <a:ext cx="1294819" cy="289895"/>
          </a:xfrm>
        </p:spPr>
        <p:txBody>
          <a:bodyPr anchor="b"/>
          <a:lstStyle>
            <a:lvl1pPr marL="0" indent="0">
              <a:buNone/>
              <a:defRPr sz="803" b="1"/>
            </a:lvl1pPr>
            <a:lvl2pPr marL="153025" indent="0">
              <a:buNone/>
              <a:defRPr sz="669" b="1"/>
            </a:lvl2pPr>
            <a:lvl3pPr marL="306050" indent="0">
              <a:buNone/>
              <a:defRPr sz="602" b="1"/>
            </a:lvl3pPr>
            <a:lvl4pPr marL="459075" indent="0">
              <a:buNone/>
              <a:defRPr sz="536" b="1"/>
            </a:lvl4pPr>
            <a:lvl5pPr marL="612099" indent="0">
              <a:buNone/>
              <a:defRPr sz="536" b="1"/>
            </a:lvl5pPr>
            <a:lvl6pPr marL="765124" indent="0">
              <a:buNone/>
              <a:defRPr sz="536" b="1"/>
            </a:lvl6pPr>
            <a:lvl7pPr marL="918149" indent="0">
              <a:buNone/>
              <a:defRPr sz="536" b="1"/>
            </a:lvl7pPr>
            <a:lvl8pPr marL="1071174" indent="0">
              <a:buNone/>
              <a:defRPr sz="536" b="1"/>
            </a:lvl8pPr>
            <a:lvl9pPr marL="1224199" indent="0">
              <a:buNone/>
              <a:defRPr sz="53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0822" y="881415"/>
            <a:ext cx="1294819" cy="129642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49480" y="591520"/>
            <a:ext cx="1301196" cy="289895"/>
          </a:xfrm>
        </p:spPr>
        <p:txBody>
          <a:bodyPr anchor="b"/>
          <a:lstStyle>
            <a:lvl1pPr marL="0" indent="0">
              <a:buNone/>
              <a:defRPr sz="803" b="1"/>
            </a:lvl1pPr>
            <a:lvl2pPr marL="153025" indent="0">
              <a:buNone/>
              <a:defRPr sz="669" b="1"/>
            </a:lvl2pPr>
            <a:lvl3pPr marL="306050" indent="0">
              <a:buNone/>
              <a:defRPr sz="602" b="1"/>
            </a:lvl3pPr>
            <a:lvl4pPr marL="459075" indent="0">
              <a:buNone/>
              <a:defRPr sz="536" b="1"/>
            </a:lvl4pPr>
            <a:lvl5pPr marL="612099" indent="0">
              <a:buNone/>
              <a:defRPr sz="536" b="1"/>
            </a:lvl5pPr>
            <a:lvl6pPr marL="765124" indent="0">
              <a:buNone/>
              <a:defRPr sz="536" b="1"/>
            </a:lvl6pPr>
            <a:lvl7pPr marL="918149" indent="0">
              <a:buNone/>
              <a:defRPr sz="536" b="1"/>
            </a:lvl7pPr>
            <a:lvl8pPr marL="1071174" indent="0">
              <a:buNone/>
              <a:defRPr sz="536" b="1"/>
            </a:lvl8pPr>
            <a:lvl9pPr marL="1224199" indent="0">
              <a:buNone/>
              <a:defRPr sz="53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49480" y="881415"/>
            <a:ext cx="1301196" cy="129642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B220-928F-184D-9199-1CA4DA0FED75}" type="datetimeFigureOut">
              <a:rPr lang="en-GB" smtClean="0"/>
              <a:t>21/06/2020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8634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B220-928F-184D-9199-1CA4DA0FED75}" type="datetimeFigureOut">
              <a:rPr lang="en-GB" smtClean="0"/>
              <a:t>21/06/2020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967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B220-928F-184D-9199-1CA4DA0FED75}" type="datetimeFigureOut">
              <a:rPr lang="en-GB" smtClean="0"/>
              <a:t>21/06/2020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632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160867"/>
            <a:ext cx="987155" cy="563033"/>
          </a:xfrm>
        </p:spPr>
        <p:txBody>
          <a:bodyPr anchor="b"/>
          <a:lstStyle>
            <a:lvl1pPr>
              <a:defRPr sz="107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1196" y="347428"/>
            <a:ext cx="1549479" cy="1714794"/>
          </a:xfrm>
        </p:spPr>
        <p:txBody>
          <a:bodyPr/>
          <a:lstStyle>
            <a:lvl1pPr>
              <a:defRPr sz="1071"/>
            </a:lvl1pPr>
            <a:lvl2pPr>
              <a:defRPr sz="937"/>
            </a:lvl2pPr>
            <a:lvl3pPr>
              <a:defRPr sz="803"/>
            </a:lvl3pPr>
            <a:lvl4pPr>
              <a:defRPr sz="669"/>
            </a:lvl4pPr>
            <a:lvl5pPr>
              <a:defRPr sz="669"/>
            </a:lvl5pPr>
            <a:lvl6pPr>
              <a:defRPr sz="669"/>
            </a:lvl6pPr>
            <a:lvl7pPr>
              <a:defRPr sz="669"/>
            </a:lvl7pPr>
            <a:lvl8pPr>
              <a:defRPr sz="669"/>
            </a:lvl8pPr>
            <a:lvl9pPr>
              <a:defRPr sz="66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2" y="723900"/>
            <a:ext cx="987155" cy="1341114"/>
          </a:xfrm>
        </p:spPr>
        <p:txBody>
          <a:bodyPr/>
          <a:lstStyle>
            <a:lvl1pPr marL="0" indent="0">
              <a:buNone/>
              <a:defRPr sz="536"/>
            </a:lvl1pPr>
            <a:lvl2pPr marL="153025" indent="0">
              <a:buNone/>
              <a:defRPr sz="469"/>
            </a:lvl2pPr>
            <a:lvl3pPr marL="306050" indent="0">
              <a:buNone/>
              <a:defRPr sz="402"/>
            </a:lvl3pPr>
            <a:lvl4pPr marL="459075" indent="0">
              <a:buNone/>
              <a:defRPr sz="335"/>
            </a:lvl4pPr>
            <a:lvl5pPr marL="612099" indent="0">
              <a:buNone/>
              <a:defRPr sz="335"/>
            </a:lvl5pPr>
            <a:lvl6pPr marL="765124" indent="0">
              <a:buNone/>
              <a:defRPr sz="335"/>
            </a:lvl6pPr>
            <a:lvl7pPr marL="918149" indent="0">
              <a:buNone/>
              <a:defRPr sz="335"/>
            </a:lvl7pPr>
            <a:lvl8pPr marL="1071174" indent="0">
              <a:buNone/>
              <a:defRPr sz="335"/>
            </a:lvl8pPr>
            <a:lvl9pPr marL="1224199" indent="0">
              <a:buNone/>
              <a:defRPr sz="3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B220-928F-184D-9199-1CA4DA0FED75}" type="datetimeFigureOut">
              <a:rPr lang="en-GB" smtClean="0"/>
              <a:t>21/06/2020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739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160867"/>
            <a:ext cx="987155" cy="563033"/>
          </a:xfrm>
        </p:spPr>
        <p:txBody>
          <a:bodyPr anchor="b"/>
          <a:lstStyle>
            <a:lvl1pPr>
              <a:defRPr sz="107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01196" y="347428"/>
            <a:ext cx="1549479" cy="1714794"/>
          </a:xfrm>
        </p:spPr>
        <p:txBody>
          <a:bodyPr anchor="t"/>
          <a:lstStyle>
            <a:lvl1pPr marL="0" indent="0">
              <a:buNone/>
              <a:defRPr sz="1071"/>
            </a:lvl1pPr>
            <a:lvl2pPr marL="153025" indent="0">
              <a:buNone/>
              <a:defRPr sz="937"/>
            </a:lvl2pPr>
            <a:lvl3pPr marL="306050" indent="0">
              <a:buNone/>
              <a:defRPr sz="803"/>
            </a:lvl3pPr>
            <a:lvl4pPr marL="459075" indent="0">
              <a:buNone/>
              <a:defRPr sz="669"/>
            </a:lvl4pPr>
            <a:lvl5pPr marL="612099" indent="0">
              <a:buNone/>
              <a:defRPr sz="669"/>
            </a:lvl5pPr>
            <a:lvl6pPr marL="765124" indent="0">
              <a:buNone/>
              <a:defRPr sz="669"/>
            </a:lvl6pPr>
            <a:lvl7pPr marL="918149" indent="0">
              <a:buNone/>
              <a:defRPr sz="669"/>
            </a:lvl7pPr>
            <a:lvl8pPr marL="1071174" indent="0">
              <a:buNone/>
              <a:defRPr sz="669"/>
            </a:lvl8pPr>
            <a:lvl9pPr marL="1224199" indent="0">
              <a:buNone/>
              <a:defRPr sz="669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2" y="723900"/>
            <a:ext cx="987155" cy="1341114"/>
          </a:xfrm>
        </p:spPr>
        <p:txBody>
          <a:bodyPr/>
          <a:lstStyle>
            <a:lvl1pPr marL="0" indent="0">
              <a:buNone/>
              <a:defRPr sz="536"/>
            </a:lvl1pPr>
            <a:lvl2pPr marL="153025" indent="0">
              <a:buNone/>
              <a:defRPr sz="469"/>
            </a:lvl2pPr>
            <a:lvl3pPr marL="306050" indent="0">
              <a:buNone/>
              <a:defRPr sz="402"/>
            </a:lvl3pPr>
            <a:lvl4pPr marL="459075" indent="0">
              <a:buNone/>
              <a:defRPr sz="335"/>
            </a:lvl4pPr>
            <a:lvl5pPr marL="612099" indent="0">
              <a:buNone/>
              <a:defRPr sz="335"/>
            </a:lvl5pPr>
            <a:lvl6pPr marL="765124" indent="0">
              <a:buNone/>
              <a:defRPr sz="335"/>
            </a:lvl6pPr>
            <a:lvl7pPr marL="918149" indent="0">
              <a:buNone/>
              <a:defRPr sz="335"/>
            </a:lvl7pPr>
            <a:lvl8pPr marL="1071174" indent="0">
              <a:buNone/>
              <a:defRPr sz="335"/>
            </a:lvl8pPr>
            <a:lvl9pPr marL="1224199" indent="0">
              <a:buNone/>
              <a:defRPr sz="3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B220-928F-184D-9199-1CA4DA0FED75}" type="datetimeFigureOut">
              <a:rPr lang="en-GB" smtClean="0"/>
              <a:t>21/06/2020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65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B220-928F-184D-9199-1CA4DA0FED75}" type="datetimeFigureOut">
              <a:rPr lang="en-GB" smtClean="0"/>
              <a:t>21/06/2020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76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0314" y="128470"/>
            <a:ext cx="659963" cy="204490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0423" y="128470"/>
            <a:ext cx="1941632" cy="204490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B220-928F-184D-9199-1CA4DA0FED75}" type="datetimeFigureOut">
              <a:rPr lang="en-GB" smtClean="0"/>
              <a:t>21/06/2020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714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0423" y="128470"/>
            <a:ext cx="2639854" cy="4664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423" y="642350"/>
            <a:ext cx="2639854" cy="1531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0423" y="2236494"/>
            <a:ext cx="688658" cy="12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8B220-928F-184D-9199-1CA4DA0FED75}" type="datetimeFigureOut">
              <a:rPr lang="en-GB" smtClean="0"/>
              <a:t>21/06/2020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3857" y="2236494"/>
            <a:ext cx="1032986" cy="12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1619" y="2236494"/>
            <a:ext cx="688658" cy="12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34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l" defTabSz="306050" rtl="0" eaLnBrk="1" latinLnBrk="0" hangingPunct="1">
        <a:lnSpc>
          <a:spcPct val="90000"/>
        </a:lnSpc>
        <a:spcBef>
          <a:spcPct val="0"/>
        </a:spcBef>
        <a:buNone/>
        <a:defRPr sz="14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512" indent="-76512" algn="l" defTabSz="306050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937" kern="1200">
          <a:solidFill>
            <a:schemeClr val="tx1"/>
          </a:solidFill>
          <a:latin typeface="+mn-lt"/>
          <a:ea typeface="+mn-ea"/>
          <a:cs typeface="+mn-cs"/>
        </a:defRPr>
      </a:lvl1pPr>
      <a:lvl2pPr marL="229537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2pPr>
      <a:lvl3pPr marL="382562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9" kern="1200">
          <a:solidFill>
            <a:schemeClr val="tx1"/>
          </a:solidFill>
          <a:latin typeface="+mn-lt"/>
          <a:ea typeface="+mn-ea"/>
          <a:cs typeface="+mn-cs"/>
        </a:defRPr>
      </a:lvl3pPr>
      <a:lvl4pPr marL="535587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4pPr>
      <a:lvl5pPr marL="688612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5pPr>
      <a:lvl6pPr marL="841637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6pPr>
      <a:lvl7pPr marL="994661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7pPr>
      <a:lvl8pPr marL="1147686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8pPr>
      <a:lvl9pPr marL="1300711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1pPr>
      <a:lvl2pPr marL="153025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2pPr>
      <a:lvl3pPr marL="306050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3pPr>
      <a:lvl4pPr marL="459075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4pPr>
      <a:lvl5pPr marL="612099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5pPr>
      <a:lvl6pPr marL="765124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6pPr>
      <a:lvl7pPr marL="918149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7pPr>
      <a:lvl8pPr marL="1071174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8pPr>
      <a:lvl9pPr marL="1224199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F56E374-C8B5-B84D-947F-6E495E74E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0" y="-102103"/>
            <a:ext cx="1862049" cy="186204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005CA9B-1C6E-934A-8748-ECF7831945E2}"/>
              </a:ext>
            </a:extLst>
          </p:cNvPr>
          <p:cNvGrpSpPr/>
          <p:nvPr/>
        </p:nvGrpSpPr>
        <p:grpSpPr>
          <a:xfrm>
            <a:off x="21998" y="1617739"/>
            <a:ext cx="2945117" cy="1107996"/>
            <a:chOff x="2402707" y="1296790"/>
            <a:chExt cx="2945117" cy="110799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CF5E857-5982-D847-9DEE-A7E12AA6ACCB}"/>
                </a:ext>
              </a:extLst>
            </p:cNvPr>
            <p:cNvSpPr/>
            <p:nvPr/>
          </p:nvSpPr>
          <p:spPr>
            <a:xfrm>
              <a:off x="2402707" y="1296790"/>
              <a:ext cx="532517" cy="110799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GB" sz="6600" b="1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Gabriola" pitchFamily="82" charset="0"/>
                  <a:ea typeface="Brush Script MT" panose="03060802040406070304" pitchFamily="66" charset="-122"/>
                  <a:cs typeface="Brush Script MT" panose="03060802040406070304" pitchFamily="66" charset="-122"/>
                </a:rPr>
                <a:t>T</a:t>
              </a:r>
              <a:endParaRPr lang="en-GB" sz="6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briola" pitchFamily="82" charset="0"/>
                <a:ea typeface="Brush Script MT" panose="03060802040406070304" pitchFamily="66" charset="-122"/>
                <a:cs typeface="Brush Script MT" panose="03060802040406070304" pitchFamily="66" charset="-122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258BDFF-D1D5-F843-A07B-A46D572E605E}"/>
                </a:ext>
              </a:extLst>
            </p:cNvPr>
            <p:cNvSpPr/>
            <p:nvPr/>
          </p:nvSpPr>
          <p:spPr>
            <a:xfrm>
              <a:off x="2795522" y="1296790"/>
              <a:ext cx="2552302" cy="110799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GB" sz="66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Gabriola" pitchFamily="82" charset="0"/>
                  <a:ea typeface="Brush Script MT" panose="03060802040406070304" pitchFamily="66" charset="-122"/>
                  <a:cs typeface="Brush Script MT" panose="03060802040406070304" pitchFamily="66" charset="-122"/>
                </a:rPr>
                <a:t>STREAM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8215591-066A-0940-AC0F-9CCC308EE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153" y="596691"/>
            <a:ext cx="1078993" cy="107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847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Gabriola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Shuhao</dc:creator>
  <cp:lastModifiedBy>Zhang Shuhao</cp:lastModifiedBy>
  <cp:revision>4</cp:revision>
  <dcterms:created xsi:type="dcterms:W3CDTF">2020-05-13T09:16:47Z</dcterms:created>
  <dcterms:modified xsi:type="dcterms:W3CDTF">2020-06-21T15:02:02Z</dcterms:modified>
</cp:coreProperties>
</file>