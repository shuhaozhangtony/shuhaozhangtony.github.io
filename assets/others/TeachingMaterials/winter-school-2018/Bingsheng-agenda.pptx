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96" r:id="rId3"/>
    <p:sldId id="301" r:id="rId4"/>
    <p:sldId id="300" r:id="rId5"/>
    <p:sldId id="29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0907" autoAdjust="0"/>
  </p:normalViewPr>
  <p:slideViewPr>
    <p:cSldViewPr snapToGrid="0">
      <p:cViewPr varScale="1">
        <p:scale>
          <a:sx n="94" d="100"/>
          <a:sy n="94" d="100"/>
        </p:scale>
        <p:origin x="209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9F285-99F2-8D42-8A6E-F774E38FE9B7}" type="datetimeFigureOut">
              <a:rPr lang="en-US" smtClean="0"/>
              <a:t>1/8/2018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4C7B5-14E7-F847-86DE-6D674638E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751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9F2BF-58E6-4EF1-B8A3-43360DB636F3}" type="datetimeFigureOut">
              <a:rPr lang="en-US" smtClean="0"/>
              <a:t>1/8/2018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1DA6C-52CA-4437-8FA2-BC551249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426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am fortunate to work with colleagues, staffs and students.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CBB54-35F6-45AB-9F89-63230646EA67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85754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5796-A90A-AC4F-BDA2-B9C71CEEA019}" type="datetime1">
              <a:rPr lang="en-SG" smtClean="0"/>
              <a:t>8/1/2018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Xtra@NTU/NUS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A28E-4FBA-4D61-9F52-ADB8A8EEB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2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46F38-F5F0-EC47-84D3-5EC5ABF0CAA3}" type="datetime1">
              <a:rPr lang="en-SG" smtClean="0"/>
              <a:t>8/1/2018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Xtra@NTU/NUS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A28E-4FBA-4D61-9F52-ADB8A8EEB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98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0A3C7-AB8B-D344-AA16-EBAFBFEF7975}" type="datetime1">
              <a:rPr lang="en-SG" smtClean="0"/>
              <a:t>8/1/2018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Xtra@NTU/NUS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A28E-4FBA-4D61-9F52-ADB8A8EEB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7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54C0-2300-0442-A514-C543B998A6D8}" type="datetime1">
              <a:rPr lang="en-SG" smtClean="0"/>
              <a:t>8/1/2018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Xtra@NTU/NUS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A28E-4FBA-4D61-9F52-ADB8A8EEB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061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A857-1CE5-D54B-B3B8-398AC58EDB35}" type="datetime1">
              <a:rPr lang="en-SG" smtClean="0"/>
              <a:t>8/1/2018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Xtra@NTU/NUS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A28E-4FBA-4D61-9F52-ADB8A8EEB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126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D615F-0411-4F45-BE9F-4571C2638B4C}" type="datetime1">
              <a:rPr lang="en-SG" smtClean="0"/>
              <a:t>8/1/2018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Xtra@NTU/NUS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A28E-4FBA-4D61-9F52-ADB8A8EEB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5A5FC-1945-C640-BA18-63AC5D1C02D7}" type="datetime1">
              <a:rPr lang="en-SG" smtClean="0"/>
              <a:t>8/1/2018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Xtra@NTU/NUS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A28E-4FBA-4D61-9F52-ADB8A8EEB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05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1259-D35F-434F-8CF4-C448FC9E5351}" type="datetime1">
              <a:rPr lang="en-SG" smtClean="0"/>
              <a:t>8/1/2018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Xtra@NTU/NUS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A28E-4FBA-4D61-9F52-ADB8A8EEB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85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9357F-F7FE-9249-A7BA-47D1EB57790B}" type="datetime1">
              <a:rPr lang="en-SG" smtClean="0"/>
              <a:t>8/1/2018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Xtra@NTU/NUS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A28E-4FBA-4D61-9F52-ADB8A8EEB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69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0BAAB-40C6-4544-88F6-B596141C65CE}" type="datetime1">
              <a:rPr lang="en-SG" smtClean="0"/>
              <a:t>8/1/2018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Xtra@NTU/NUS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A28E-4FBA-4D61-9F52-ADB8A8EEB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0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C7CA-83AB-1D4F-B6C6-74B6EFAAA112}" type="datetime1">
              <a:rPr lang="en-SG" smtClean="0"/>
              <a:t>8/1/2018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Xtra@NTU/NUS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A28E-4FBA-4D61-9F52-ADB8A8EEB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76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4DEA2-7CD9-EC43-A469-A39F3640F55F}" type="datetime1">
              <a:rPr lang="en-SG" smtClean="0"/>
              <a:t>8/1/2018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Xtra@NTU/NUS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AA28E-4FBA-4D61-9F52-ADB8A8EEB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1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mp.nus.edu.sg/~heb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Big Data Systems on Future Hardware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Bingsheng He</a:t>
            </a:r>
          </a:p>
          <a:p>
            <a:r>
              <a:rPr lang="en-US" dirty="0"/>
              <a:t>NUS Computing</a:t>
            </a:r>
          </a:p>
          <a:p>
            <a:r>
              <a:rPr lang="en-US" dirty="0"/>
              <a:t>http://www.comp.nus.edu.sg/~hebs/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A28E-4FBA-4D61-9F52-ADB8A8EEB82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77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After this lecture, you should know about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Why Hardware Matters?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Challenges &amp; experiences in hardware-conscious research 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Some example case studies 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Future research directions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A28E-4FBA-4D61-9F52-ADB8A8EEB82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73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Lecturers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855" y="4345698"/>
            <a:ext cx="1327680" cy="177311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A28E-4FBA-4D61-9F52-ADB8A8EEB828}" type="slidenum">
              <a:rPr lang="en-US" smtClean="0"/>
              <a:t>3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412297" y="1690689"/>
            <a:ext cx="1774075" cy="2142450"/>
            <a:chOff x="684269" y="1825625"/>
            <a:chExt cx="1774075" cy="2142450"/>
          </a:xfrm>
        </p:grpSpPr>
        <p:pic>
          <p:nvPicPr>
            <p:cNvPr id="1026" name="Picture 2" descr="Prof. Bingsheng H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8535" y="1825625"/>
              <a:ext cx="1185545" cy="17731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684269" y="3598743"/>
              <a:ext cx="1774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Dr. Bingsheng He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412297" y="6288400"/>
            <a:ext cx="1876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Mr. Shuhao Zhang</a:t>
            </a:r>
          </a:p>
        </p:txBody>
      </p:sp>
      <p:pic>
        <p:nvPicPr>
          <p:cNvPr id="9" name="Picture 8" descr="A person smiling for the camera&#10;&#10;Description generated with very high confidence">
            <a:extLst>
              <a:ext uri="{FF2B5EF4-FFF2-40B4-BE49-F238E27FC236}">
                <a16:creationId xmlns:a16="http://schemas.microsoft.com/office/drawing/2014/main" xmlns="" id="{4C993F6F-6FB5-41A3-A1CC-10B287D285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969" y="4420881"/>
            <a:ext cx="1205251" cy="17637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8122591-F477-48ED-8582-5EEE417E5615}"/>
              </a:ext>
            </a:extLst>
          </p:cNvPr>
          <p:cNvSpPr txBox="1"/>
          <p:nvPr/>
        </p:nvSpPr>
        <p:spPr>
          <a:xfrm>
            <a:off x="5150045" y="6288400"/>
            <a:ext cx="1857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Mr. </a:t>
            </a:r>
            <a:r>
              <a:rPr lang="en-US" altLang="zh-CN" dirty="0" err="1" smtClean="0"/>
              <a:t>Xuntao</a:t>
            </a:r>
            <a:r>
              <a:rPr lang="en-US" altLang="zh-CN" dirty="0" smtClean="0"/>
              <a:t> </a:t>
            </a:r>
            <a:r>
              <a:rPr lang="en-US" altLang="zh-CN" dirty="0"/>
              <a:t>Cheng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969" y="1687238"/>
            <a:ext cx="1221979" cy="177656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72984" y="3463807"/>
            <a:ext cx="1411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Dr. </a:t>
            </a:r>
            <a:r>
              <a:rPr lang="en-US" dirty="0" smtClean="0"/>
              <a:t>Cheng Liu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81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Jan 10, morning:</a:t>
            </a:r>
          </a:p>
          <a:p>
            <a:pPr lvl="1"/>
            <a:r>
              <a:rPr lang="en-US" dirty="0"/>
              <a:t>An overview [Dr. Bingsheng He, 1 hour and 30 min]</a:t>
            </a:r>
          </a:p>
          <a:p>
            <a:pPr lvl="1"/>
            <a:r>
              <a:rPr lang="en-US" dirty="0"/>
              <a:t>Data processing on FPGA [Dr. Cheng Liu, 1 hour and 30 min]</a:t>
            </a:r>
          </a:p>
          <a:p>
            <a:r>
              <a:rPr lang="en-US" dirty="0"/>
              <a:t>Jan 10, afternoon:</a:t>
            </a:r>
          </a:p>
          <a:p>
            <a:pPr lvl="1"/>
            <a:r>
              <a:rPr lang="en-US" dirty="0"/>
              <a:t>DSP on multi-core processors [Mr. </a:t>
            </a:r>
            <a:r>
              <a:rPr lang="en-US" dirty="0" err="1"/>
              <a:t>Shuhao</a:t>
            </a:r>
            <a:r>
              <a:rPr lang="en-US" dirty="0"/>
              <a:t> Zhang, 1 </a:t>
            </a:r>
            <a:r>
              <a:rPr lang="en-US" dirty="0" smtClean="0"/>
              <a:t>hour and 30 min].</a:t>
            </a:r>
            <a:endParaRPr lang="en-US" dirty="0"/>
          </a:p>
          <a:p>
            <a:pPr lvl="1"/>
            <a:r>
              <a:rPr lang="en-US" dirty="0"/>
              <a:t>Relational databases on many-core processors [Mr. </a:t>
            </a:r>
            <a:r>
              <a:rPr lang="en-US" dirty="0" err="1"/>
              <a:t>Xuntao</a:t>
            </a:r>
            <a:r>
              <a:rPr lang="en-US" dirty="0"/>
              <a:t> Cheng, 1 hour and 30 min]</a:t>
            </a:r>
          </a:p>
          <a:p>
            <a:pPr lvl="1"/>
            <a:r>
              <a:rPr lang="en-US" dirty="0"/>
              <a:t>Q&amp;A [Dr. Bingsheng He</a:t>
            </a:r>
            <a:r>
              <a:rPr lang="en-US" dirty="0" smtClean="0"/>
              <a:t>, </a:t>
            </a:r>
            <a:r>
              <a:rPr lang="en-US" dirty="0"/>
              <a:t>30 min]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A28E-4FBA-4D61-9F52-ADB8A8EEB82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Welcome to NUS </a:t>
            </a:r>
            <a:r>
              <a:rPr lang="en-US" altLang="zh-TW" dirty="0" smtClean="0"/>
              <a:t>SoC Graduate </a:t>
            </a:r>
            <a:r>
              <a:rPr lang="en-US" altLang="zh-TW" smtClean="0"/>
              <a:t>Student Tutorials!</a:t>
            </a:r>
            <a:endParaRPr lang="en-S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5417"/>
            <a:ext cx="8229600" cy="11756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More about </a:t>
            </a:r>
            <a:r>
              <a:rPr lang="en-US" altLang="zh-TW" dirty="0" err="1"/>
              <a:t>Xtra</a:t>
            </a:r>
            <a:r>
              <a:rPr lang="en-US" altLang="zh-TW" dirty="0"/>
              <a:t> Computing Group:</a:t>
            </a:r>
            <a:br>
              <a:rPr lang="en-US" altLang="zh-TW" dirty="0"/>
            </a:br>
            <a:r>
              <a:rPr lang="en-US" altLang="zh-TW" dirty="0"/>
              <a:t> </a:t>
            </a:r>
            <a:r>
              <a:rPr lang="en-US" altLang="zh-TW" dirty="0">
                <a:hlinkClick r:id="rId3"/>
              </a:rPr>
              <a:t>http://www.comp.nus.edu.sg/~hebs/</a:t>
            </a:r>
            <a:endParaRPr lang="en-US" altLang="zh-TW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4263</TotalTime>
  <Words>176</Words>
  <Application>Microsoft Office PowerPoint</Application>
  <PresentationFormat>On-screen Show (4:3)</PresentationFormat>
  <Paragraphs>32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新細明體</vt:lpstr>
      <vt:lpstr>宋体</vt:lpstr>
      <vt:lpstr>Arial</vt:lpstr>
      <vt:lpstr>Calibri</vt:lpstr>
      <vt:lpstr>Calibri Light</vt:lpstr>
      <vt:lpstr>Office Theme</vt:lpstr>
      <vt:lpstr>Big Data Systems on Future Hardware</vt:lpstr>
      <vt:lpstr>Learning Outcome</vt:lpstr>
      <vt:lpstr>Lecturers </vt:lpstr>
      <vt:lpstr>Agenda</vt:lpstr>
      <vt:lpstr>Welcome to NUS SoC Graduate Student Tutorials!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Systems on Future Hardware</dc:title>
  <dc:creator>HE Bingsheng</dc:creator>
  <cp:lastModifiedBy>HE Bingsheng</cp:lastModifiedBy>
  <cp:revision>112</cp:revision>
  <dcterms:created xsi:type="dcterms:W3CDTF">2016-06-13T01:18:11Z</dcterms:created>
  <dcterms:modified xsi:type="dcterms:W3CDTF">2018-01-08T06:28:30Z</dcterms:modified>
</cp:coreProperties>
</file>