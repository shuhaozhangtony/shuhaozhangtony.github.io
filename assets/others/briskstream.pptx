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8" r:id="rId1"/>
  </p:sldMasterIdLst>
  <p:sldIdLst>
    <p:sldId id="256" r:id="rId2"/>
  </p:sldIdLst>
  <p:sldSz cx="7199313" cy="2879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405"/>
  </p:normalViewPr>
  <p:slideViewPr>
    <p:cSldViewPr snapToGrid="0" snapToObjects="1">
      <p:cViewPr>
        <p:scale>
          <a:sx n="56" d="100"/>
          <a:sy n="56" d="100"/>
        </p:scale>
        <p:origin x="4128" y="2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9914" y="471289"/>
            <a:ext cx="5399485" cy="1002571"/>
          </a:xfrm>
        </p:spPr>
        <p:txBody>
          <a:bodyPr anchor="b"/>
          <a:lstStyle>
            <a:lvl1pPr algn="ctr">
              <a:defRPr sz="251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1512522"/>
            <a:ext cx="5399485" cy="695267"/>
          </a:xfrm>
        </p:spPr>
        <p:txBody>
          <a:bodyPr/>
          <a:lstStyle>
            <a:lvl1pPr marL="0" indent="0" algn="ctr">
              <a:buNone/>
              <a:defRPr sz="1008"/>
            </a:lvl1pPr>
            <a:lvl2pPr marL="191978" indent="0" algn="ctr">
              <a:buNone/>
              <a:defRPr sz="840"/>
            </a:lvl2pPr>
            <a:lvl3pPr marL="383957" indent="0" algn="ctr">
              <a:buNone/>
              <a:defRPr sz="756"/>
            </a:lvl3pPr>
            <a:lvl4pPr marL="575935" indent="0" algn="ctr">
              <a:buNone/>
              <a:defRPr sz="672"/>
            </a:lvl4pPr>
            <a:lvl5pPr marL="767913" indent="0" algn="ctr">
              <a:buNone/>
              <a:defRPr sz="672"/>
            </a:lvl5pPr>
            <a:lvl6pPr marL="959891" indent="0" algn="ctr">
              <a:buNone/>
              <a:defRPr sz="672"/>
            </a:lvl6pPr>
            <a:lvl7pPr marL="1151870" indent="0" algn="ctr">
              <a:buNone/>
              <a:defRPr sz="672"/>
            </a:lvl7pPr>
            <a:lvl8pPr marL="1343848" indent="0" algn="ctr">
              <a:buNone/>
              <a:defRPr sz="672"/>
            </a:lvl8pPr>
            <a:lvl9pPr marL="1535826" indent="0" algn="ctr">
              <a:buNone/>
              <a:defRPr sz="672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8B220-928F-184D-9199-1CA4DA0FED75}" type="datetimeFigureOut">
              <a:rPr lang="en-GB" smtClean="0"/>
              <a:t>13/05/2020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CA988-7FE2-6D44-99BB-8EF927763C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3744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8B220-928F-184D-9199-1CA4DA0FED75}" type="datetimeFigureOut">
              <a:rPr lang="en-GB" smtClean="0"/>
              <a:t>13/05/2020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CA988-7FE2-6D44-99BB-8EF927763C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550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3" y="717932"/>
            <a:ext cx="6209407" cy="1197885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3" y="1927150"/>
            <a:ext cx="6209407" cy="629940"/>
          </a:xfrm>
        </p:spPr>
        <p:txBody>
          <a:bodyPr/>
          <a:lstStyle>
            <a:lvl1pPr marL="0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1pPr>
            <a:lvl2pPr marL="191978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2pPr>
            <a:lvl3pPr marL="383957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3pPr>
            <a:lvl4pPr marL="575935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4pPr>
            <a:lvl5pPr marL="767913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5pPr>
            <a:lvl6pPr marL="959891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6pPr>
            <a:lvl7pPr marL="1151870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7pPr>
            <a:lvl8pPr marL="1343848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8pPr>
            <a:lvl9pPr marL="1535826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8B220-928F-184D-9199-1CA4DA0FED75}" type="datetimeFigureOut">
              <a:rPr lang="en-GB" smtClean="0"/>
              <a:t>13/05/2020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CA988-7FE2-6D44-99BB-8EF927763C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3585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766593"/>
            <a:ext cx="3059708" cy="182715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766593"/>
            <a:ext cx="3059708" cy="182715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8B220-928F-184D-9199-1CA4DA0FED75}" type="datetimeFigureOut">
              <a:rPr lang="en-GB" smtClean="0"/>
              <a:t>13/05/2020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CA988-7FE2-6D44-99BB-8EF927763C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0785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153319"/>
            <a:ext cx="6209407" cy="55661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705933"/>
            <a:ext cx="3045647" cy="345967"/>
          </a:xfrm>
        </p:spPr>
        <p:txBody>
          <a:bodyPr anchor="b"/>
          <a:lstStyle>
            <a:lvl1pPr marL="0" indent="0">
              <a:buNone/>
              <a:defRPr sz="1008" b="1"/>
            </a:lvl1pPr>
            <a:lvl2pPr marL="191978" indent="0">
              <a:buNone/>
              <a:defRPr sz="840" b="1"/>
            </a:lvl2pPr>
            <a:lvl3pPr marL="383957" indent="0">
              <a:buNone/>
              <a:defRPr sz="756" b="1"/>
            </a:lvl3pPr>
            <a:lvl4pPr marL="575935" indent="0">
              <a:buNone/>
              <a:defRPr sz="672" b="1"/>
            </a:lvl4pPr>
            <a:lvl5pPr marL="767913" indent="0">
              <a:buNone/>
              <a:defRPr sz="672" b="1"/>
            </a:lvl5pPr>
            <a:lvl6pPr marL="959891" indent="0">
              <a:buNone/>
              <a:defRPr sz="672" b="1"/>
            </a:lvl6pPr>
            <a:lvl7pPr marL="1151870" indent="0">
              <a:buNone/>
              <a:defRPr sz="672" b="1"/>
            </a:lvl7pPr>
            <a:lvl8pPr marL="1343848" indent="0">
              <a:buNone/>
              <a:defRPr sz="672" b="1"/>
            </a:lvl8pPr>
            <a:lvl9pPr marL="1535826" indent="0">
              <a:buNone/>
              <a:defRPr sz="67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1051899"/>
            <a:ext cx="3045647" cy="154718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705933"/>
            <a:ext cx="3060646" cy="345967"/>
          </a:xfrm>
        </p:spPr>
        <p:txBody>
          <a:bodyPr anchor="b"/>
          <a:lstStyle>
            <a:lvl1pPr marL="0" indent="0">
              <a:buNone/>
              <a:defRPr sz="1008" b="1"/>
            </a:lvl1pPr>
            <a:lvl2pPr marL="191978" indent="0">
              <a:buNone/>
              <a:defRPr sz="840" b="1"/>
            </a:lvl2pPr>
            <a:lvl3pPr marL="383957" indent="0">
              <a:buNone/>
              <a:defRPr sz="756" b="1"/>
            </a:lvl3pPr>
            <a:lvl4pPr marL="575935" indent="0">
              <a:buNone/>
              <a:defRPr sz="672" b="1"/>
            </a:lvl4pPr>
            <a:lvl5pPr marL="767913" indent="0">
              <a:buNone/>
              <a:defRPr sz="672" b="1"/>
            </a:lvl5pPr>
            <a:lvl6pPr marL="959891" indent="0">
              <a:buNone/>
              <a:defRPr sz="672" b="1"/>
            </a:lvl6pPr>
            <a:lvl7pPr marL="1151870" indent="0">
              <a:buNone/>
              <a:defRPr sz="672" b="1"/>
            </a:lvl7pPr>
            <a:lvl8pPr marL="1343848" indent="0">
              <a:buNone/>
              <a:defRPr sz="672" b="1"/>
            </a:lvl8pPr>
            <a:lvl9pPr marL="1535826" indent="0">
              <a:buNone/>
              <a:defRPr sz="67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1051899"/>
            <a:ext cx="3060646" cy="154718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8B220-928F-184D-9199-1CA4DA0FED75}" type="datetimeFigureOut">
              <a:rPr lang="en-GB" smtClean="0"/>
              <a:t>13/05/2020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CA988-7FE2-6D44-99BB-8EF927763C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532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8B220-928F-184D-9199-1CA4DA0FED75}" type="datetimeFigureOut">
              <a:rPr lang="en-GB" smtClean="0"/>
              <a:t>13/05/2020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CA988-7FE2-6D44-99BB-8EF927763C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4010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8B220-928F-184D-9199-1CA4DA0FED75}" type="datetimeFigureOut">
              <a:rPr lang="en-GB" smtClean="0"/>
              <a:t>13/05/2020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CA988-7FE2-6D44-99BB-8EF927763C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4049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191982"/>
            <a:ext cx="2321966" cy="671936"/>
          </a:xfrm>
        </p:spPr>
        <p:txBody>
          <a:bodyPr anchor="b"/>
          <a:lstStyle>
            <a:lvl1pPr>
              <a:defRPr sz="134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414627"/>
            <a:ext cx="3644652" cy="2046471"/>
          </a:xfrm>
        </p:spPr>
        <p:txBody>
          <a:bodyPr/>
          <a:lstStyle>
            <a:lvl1pPr>
              <a:defRPr sz="1344"/>
            </a:lvl1pPr>
            <a:lvl2pPr>
              <a:defRPr sz="1176"/>
            </a:lvl2pPr>
            <a:lvl3pPr>
              <a:defRPr sz="1008"/>
            </a:lvl3pPr>
            <a:lvl4pPr>
              <a:defRPr sz="840"/>
            </a:lvl4pPr>
            <a:lvl5pPr>
              <a:defRPr sz="840"/>
            </a:lvl5pPr>
            <a:lvl6pPr>
              <a:defRPr sz="840"/>
            </a:lvl6pPr>
            <a:lvl7pPr>
              <a:defRPr sz="840"/>
            </a:lvl7pPr>
            <a:lvl8pPr>
              <a:defRPr sz="840"/>
            </a:lvl8pPr>
            <a:lvl9pPr>
              <a:defRPr sz="84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1" y="863918"/>
            <a:ext cx="2321966" cy="1600514"/>
          </a:xfrm>
        </p:spPr>
        <p:txBody>
          <a:bodyPr/>
          <a:lstStyle>
            <a:lvl1pPr marL="0" indent="0">
              <a:buNone/>
              <a:defRPr sz="672"/>
            </a:lvl1pPr>
            <a:lvl2pPr marL="191978" indent="0">
              <a:buNone/>
              <a:defRPr sz="588"/>
            </a:lvl2pPr>
            <a:lvl3pPr marL="383957" indent="0">
              <a:buNone/>
              <a:defRPr sz="504"/>
            </a:lvl3pPr>
            <a:lvl4pPr marL="575935" indent="0">
              <a:buNone/>
              <a:defRPr sz="420"/>
            </a:lvl4pPr>
            <a:lvl5pPr marL="767913" indent="0">
              <a:buNone/>
              <a:defRPr sz="420"/>
            </a:lvl5pPr>
            <a:lvl6pPr marL="959891" indent="0">
              <a:buNone/>
              <a:defRPr sz="420"/>
            </a:lvl6pPr>
            <a:lvl7pPr marL="1151870" indent="0">
              <a:buNone/>
              <a:defRPr sz="420"/>
            </a:lvl7pPr>
            <a:lvl8pPr marL="1343848" indent="0">
              <a:buNone/>
              <a:defRPr sz="420"/>
            </a:lvl8pPr>
            <a:lvl9pPr marL="1535826" indent="0">
              <a:buNone/>
              <a:defRPr sz="42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8B220-928F-184D-9199-1CA4DA0FED75}" type="datetimeFigureOut">
              <a:rPr lang="en-GB" smtClean="0"/>
              <a:t>13/05/2020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CA988-7FE2-6D44-99BB-8EF927763C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2703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191982"/>
            <a:ext cx="2321966" cy="671936"/>
          </a:xfrm>
        </p:spPr>
        <p:txBody>
          <a:bodyPr anchor="b"/>
          <a:lstStyle>
            <a:lvl1pPr>
              <a:defRPr sz="134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414627"/>
            <a:ext cx="3644652" cy="2046471"/>
          </a:xfrm>
        </p:spPr>
        <p:txBody>
          <a:bodyPr anchor="t"/>
          <a:lstStyle>
            <a:lvl1pPr marL="0" indent="0">
              <a:buNone/>
              <a:defRPr sz="1344"/>
            </a:lvl1pPr>
            <a:lvl2pPr marL="191978" indent="0">
              <a:buNone/>
              <a:defRPr sz="1176"/>
            </a:lvl2pPr>
            <a:lvl3pPr marL="383957" indent="0">
              <a:buNone/>
              <a:defRPr sz="1008"/>
            </a:lvl3pPr>
            <a:lvl4pPr marL="575935" indent="0">
              <a:buNone/>
              <a:defRPr sz="840"/>
            </a:lvl4pPr>
            <a:lvl5pPr marL="767913" indent="0">
              <a:buNone/>
              <a:defRPr sz="840"/>
            </a:lvl5pPr>
            <a:lvl6pPr marL="959891" indent="0">
              <a:buNone/>
              <a:defRPr sz="840"/>
            </a:lvl6pPr>
            <a:lvl7pPr marL="1151870" indent="0">
              <a:buNone/>
              <a:defRPr sz="840"/>
            </a:lvl7pPr>
            <a:lvl8pPr marL="1343848" indent="0">
              <a:buNone/>
              <a:defRPr sz="840"/>
            </a:lvl8pPr>
            <a:lvl9pPr marL="1535826" indent="0">
              <a:buNone/>
              <a:defRPr sz="84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1" y="863918"/>
            <a:ext cx="2321966" cy="1600514"/>
          </a:xfrm>
        </p:spPr>
        <p:txBody>
          <a:bodyPr/>
          <a:lstStyle>
            <a:lvl1pPr marL="0" indent="0">
              <a:buNone/>
              <a:defRPr sz="672"/>
            </a:lvl1pPr>
            <a:lvl2pPr marL="191978" indent="0">
              <a:buNone/>
              <a:defRPr sz="588"/>
            </a:lvl2pPr>
            <a:lvl3pPr marL="383957" indent="0">
              <a:buNone/>
              <a:defRPr sz="504"/>
            </a:lvl3pPr>
            <a:lvl4pPr marL="575935" indent="0">
              <a:buNone/>
              <a:defRPr sz="420"/>
            </a:lvl4pPr>
            <a:lvl5pPr marL="767913" indent="0">
              <a:buNone/>
              <a:defRPr sz="420"/>
            </a:lvl5pPr>
            <a:lvl6pPr marL="959891" indent="0">
              <a:buNone/>
              <a:defRPr sz="420"/>
            </a:lvl6pPr>
            <a:lvl7pPr marL="1151870" indent="0">
              <a:buNone/>
              <a:defRPr sz="420"/>
            </a:lvl7pPr>
            <a:lvl8pPr marL="1343848" indent="0">
              <a:buNone/>
              <a:defRPr sz="420"/>
            </a:lvl8pPr>
            <a:lvl9pPr marL="1535826" indent="0">
              <a:buNone/>
              <a:defRPr sz="42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8B220-928F-184D-9199-1CA4DA0FED75}" type="datetimeFigureOut">
              <a:rPr lang="en-GB" smtClean="0"/>
              <a:t>13/05/2020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CA988-7FE2-6D44-99BB-8EF927763C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6833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8B220-928F-184D-9199-1CA4DA0FED75}" type="datetimeFigureOut">
              <a:rPr lang="en-GB" smtClean="0"/>
              <a:t>13/05/2020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CA988-7FE2-6D44-99BB-8EF927763C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6165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8" y="153319"/>
            <a:ext cx="1552352" cy="244043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153319"/>
            <a:ext cx="4567064" cy="244043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8B220-928F-184D-9199-1CA4DA0FED75}" type="datetimeFigureOut">
              <a:rPr lang="en-GB" smtClean="0"/>
              <a:t>13/05/2020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CA988-7FE2-6D44-99BB-8EF927763C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4983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153319"/>
            <a:ext cx="6209407" cy="556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766593"/>
            <a:ext cx="6209407" cy="1827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2669079"/>
            <a:ext cx="1619845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E8B220-928F-184D-9199-1CA4DA0FED75}" type="datetimeFigureOut">
              <a:rPr lang="en-GB" smtClean="0"/>
              <a:t>13/05/2020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2669079"/>
            <a:ext cx="2429768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2669079"/>
            <a:ext cx="1619845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CA988-7FE2-6D44-99BB-8EF927763C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33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383957" rtl="0" eaLnBrk="1" latinLnBrk="0" hangingPunct="1">
        <a:lnSpc>
          <a:spcPct val="90000"/>
        </a:lnSpc>
        <a:spcBef>
          <a:spcPct val="0"/>
        </a:spcBef>
        <a:buNone/>
        <a:defRPr sz="18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5989" indent="-95989" algn="l" defTabSz="383957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176" kern="1200">
          <a:solidFill>
            <a:schemeClr val="tx1"/>
          </a:solidFill>
          <a:latin typeface="+mn-lt"/>
          <a:ea typeface="+mn-ea"/>
          <a:cs typeface="+mn-cs"/>
        </a:defRPr>
      </a:lvl1pPr>
      <a:lvl2pPr marL="287967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2pPr>
      <a:lvl3pPr marL="479946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3pPr>
      <a:lvl4pPr marL="671924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4pPr>
      <a:lvl5pPr marL="863902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5pPr>
      <a:lvl6pPr marL="1055881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6pPr>
      <a:lvl7pPr marL="1247859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7pPr>
      <a:lvl8pPr marL="1439837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8pPr>
      <a:lvl9pPr marL="1631815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1pPr>
      <a:lvl2pPr marL="191978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2pPr>
      <a:lvl3pPr marL="383957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3pPr>
      <a:lvl4pPr marL="575935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4pPr>
      <a:lvl5pPr marL="767913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5pPr>
      <a:lvl6pPr marL="959891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6pPr>
      <a:lvl7pPr marL="1151870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7pPr>
      <a:lvl8pPr marL="1343848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8pPr>
      <a:lvl9pPr marL="1535826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F56E374-C8B5-B84D-947F-6E495E74E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9192" y="-79965"/>
            <a:ext cx="2948781" cy="294878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CF5E857-5982-D847-9DEE-A7E12AA6ACCB}"/>
              </a:ext>
            </a:extLst>
          </p:cNvPr>
          <p:cNvSpPr/>
          <p:nvPr/>
        </p:nvSpPr>
        <p:spPr>
          <a:xfrm>
            <a:off x="2922336" y="-208160"/>
            <a:ext cx="3073278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115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Gabriola" pitchFamily="82" charset="0"/>
                <a:ea typeface="Brush Script MT" panose="03060802040406070304" pitchFamily="66" charset="-122"/>
                <a:cs typeface="Brush Script MT" panose="03060802040406070304" pitchFamily="66" charset="-122"/>
              </a:rPr>
              <a:t>BRISK</a:t>
            </a:r>
            <a:endParaRPr lang="en-GB" sz="96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Gabriola" pitchFamily="82" charset="0"/>
              <a:ea typeface="Brush Script MT" panose="03060802040406070304" pitchFamily="66" charset="-122"/>
              <a:cs typeface="Brush Script MT" panose="03060802040406070304" pitchFamily="66" charset="-12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58BDFF-D1D5-F843-A07B-A46D572E605E}"/>
              </a:ext>
            </a:extLst>
          </p:cNvPr>
          <p:cNvSpPr/>
          <p:nvPr/>
        </p:nvSpPr>
        <p:spPr>
          <a:xfrm>
            <a:off x="2922344" y="1296790"/>
            <a:ext cx="4309193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115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briola" pitchFamily="82" charset="0"/>
                <a:ea typeface="Brush Script MT" panose="03060802040406070304" pitchFamily="66" charset="-122"/>
                <a:cs typeface="Brush Script MT" panose="03060802040406070304" pitchFamily="66" charset="-122"/>
              </a:rPr>
              <a:t>STREAM</a:t>
            </a:r>
          </a:p>
        </p:txBody>
      </p:sp>
    </p:spTree>
    <p:extLst>
      <p:ext uri="{BB962C8B-B14F-4D97-AF65-F5344CB8AC3E}">
        <p14:creationId xmlns:p14="http://schemas.microsoft.com/office/powerpoint/2010/main" val="482847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</TotalTime>
  <Words>2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Gabriola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Zhang Shuhao</dc:creator>
  <cp:lastModifiedBy>Zhang Shuhao</cp:lastModifiedBy>
  <cp:revision>2</cp:revision>
  <dcterms:created xsi:type="dcterms:W3CDTF">2020-05-13T09:16:47Z</dcterms:created>
  <dcterms:modified xsi:type="dcterms:W3CDTF">2020-05-13T09:33:18Z</dcterms:modified>
</cp:coreProperties>
</file>