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2519363" cy="1022350"/>
  <p:notesSz cx="6858000" cy="9144000"/>
  <p:defaultTextStyle>
    <a:defPPr>
      <a:defRPr lang="en-US"/>
    </a:defPPr>
    <a:lvl1pPr marL="0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1pPr>
    <a:lvl2pPr marL="259173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2pPr>
    <a:lvl3pPr marL="518346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3pPr>
    <a:lvl4pPr marL="777522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4pPr>
    <a:lvl5pPr marL="1036695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5pPr>
    <a:lvl6pPr marL="1295868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6pPr>
    <a:lvl7pPr marL="1555041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7pPr>
    <a:lvl8pPr marL="1814217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8pPr>
    <a:lvl9pPr marL="2073390" algn="l" defTabSz="518346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9"/>
    <p:restoredTop sz="94643"/>
  </p:normalViewPr>
  <p:slideViewPr>
    <p:cSldViewPr snapToGrid="0" snapToObjects="1">
      <p:cViewPr varScale="1">
        <p:scale>
          <a:sx n="397" d="100"/>
          <a:sy n="397" d="100"/>
        </p:scale>
        <p:origin x="472" y="1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21" y="167315"/>
            <a:ext cx="1889522" cy="355929"/>
          </a:xfrm>
        </p:spPr>
        <p:txBody>
          <a:bodyPr anchor="b"/>
          <a:lstStyle>
            <a:lvl1pPr algn="ctr">
              <a:defRPr sz="8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21" y="536971"/>
            <a:ext cx="1889522" cy="246831"/>
          </a:xfrm>
        </p:spPr>
        <p:txBody>
          <a:bodyPr/>
          <a:lstStyle>
            <a:lvl1pPr marL="0" indent="0" algn="ctr">
              <a:buNone/>
              <a:defRPr sz="358"/>
            </a:lvl1pPr>
            <a:lvl2pPr marL="68169" indent="0" algn="ctr">
              <a:buNone/>
              <a:defRPr sz="298"/>
            </a:lvl2pPr>
            <a:lvl3pPr marL="136337" indent="0" algn="ctr">
              <a:buNone/>
              <a:defRPr sz="268"/>
            </a:lvl3pPr>
            <a:lvl4pPr marL="204506" indent="0" algn="ctr">
              <a:buNone/>
              <a:defRPr sz="239"/>
            </a:lvl4pPr>
            <a:lvl5pPr marL="272674" indent="0" algn="ctr">
              <a:buNone/>
              <a:defRPr sz="239"/>
            </a:lvl5pPr>
            <a:lvl6pPr marL="340843" indent="0" algn="ctr">
              <a:buNone/>
              <a:defRPr sz="239"/>
            </a:lvl6pPr>
            <a:lvl7pPr marL="409011" indent="0" algn="ctr">
              <a:buNone/>
              <a:defRPr sz="239"/>
            </a:lvl7pPr>
            <a:lvl8pPr marL="477180" indent="0" algn="ctr">
              <a:buNone/>
              <a:defRPr sz="239"/>
            </a:lvl8pPr>
            <a:lvl9pPr marL="545348" indent="0" algn="ctr">
              <a:buNone/>
              <a:defRPr sz="23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94" y="254878"/>
            <a:ext cx="2172951" cy="425269"/>
          </a:xfrm>
        </p:spPr>
        <p:txBody>
          <a:bodyPr anchor="b"/>
          <a:lstStyle>
            <a:lvl1pPr>
              <a:defRPr sz="8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894" y="684170"/>
            <a:ext cx="2172951" cy="223639"/>
          </a:xfrm>
        </p:spPr>
        <p:txBody>
          <a:bodyPr/>
          <a:lstStyle>
            <a:lvl1pPr marL="0" indent="0">
              <a:buNone/>
              <a:defRPr sz="358">
                <a:solidFill>
                  <a:schemeClr val="tx1">
                    <a:tint val="75000"/>
                  </a:schemeClr>
                </a:solidFill>
              </a:defRPr>
            </a:lvl1pPr>
            <a:lvl2pPr marL="68169" indent="0">
              <a:buNone/>
              <a:defRPr sz="298">
                <a:solidFill>
                  <a:schemeClr val="tx1">
                    <a:tint val="75000"/>
                  </a:schemeClr>
                </a:solidFill>
              </a:defRPr>
            </a:lvl2pPr>
            <a:lvl3pPr marL="136337" indent="0">
              <a:buNone/>
              <a:defRPr sz="268">
                <a:solidFill>
                  <a:schemeClr val="tx1">
                    <a:tint val="75000"/>
                  </a:schemeClr>
                </a:solidFill>
              </a:defRPr>
            </a:lvl3pPr>
            <a:lvl4pPr marL="204506" indent="0">
              <a:buNone/>
              <a:defRPr sz="239">
                <a:solidFill>
                  <a:schemeClr val="tx1">
                    <a:tint val="75000"/>
                  </a:schemeClr>
                </a:solidFill>
              </a:defRPr>
            </a:lvl4pPr>
            <a:lvl5pPr marL="272674" indent="0">
              <a:buNone/>
              <a:defRPr sz="239">
                <a:solidFill>
                  <a:schemeClr val="tx1">
                    <a:tint val="75000"/>
                  </a:schemeClr>
                </a:solidFill>
              </a:defRPr>
            </a:lvl5pPr>
            <a:lvl6pPr marL="340843" indent="0">
              <a:buNone/>
              <a:defRPr sz="239">
                <a:solidFill>
                  <a:schemeClr val="tx1">
                    <a:tint val="75000"/>
                  </a:schemeClr>
                </a:solidFill>
              </a:defRPr>
            </a:lvl6pPr>
            <a:lvl7pPr marL="409011" indent="0">
              <a:buNone/>
              <a:defRPr sz="239">
                <a:solidFill>
                  <a:schemeClr val="tx1">
                    <a:tint val="75000"/>
                  </a:schemeClr>
                </a:solidFill>
              </a:defRPr>
            </a:lvl7pPr>
            <a:lvl8pPr marL="477180" indent="0">
              <a:buNone/>
              <a:defRPr sz="239">
                <a:solidFill>
                  <a:schemeClr val="tx1">
                    <a:tint val="75000"/>
                  </a:schemeClr>
                </a:solidFill>
              </a:defRPr>
            </a:lvl8pPr>
            <a:lvl9pPr marL="545348" indent="0">
              <a:buNone/>
              <a:defRPr sz="2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06" y="272153"/>
            <a:ext cx="1070729" cy="6486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428" y="272153"/>
            <a:ext cx="1070729" cy="6486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54431"/>
            <a:ext cx="2172951" cy="19760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34" y="250618"/>
            <a:ext cx="1065809" cy="122824"/>
          </a:xfrm>
        </p:spPr>
        <p:txBody>
          <a:bodyPr anchor="b"/>
          <a:lstStyle>
            <a:lvl1pPr marL="0" indent="0">
              <a:buNone/>
              <a:defRPr sz="358" b="1"/>
            </a:lvl1pPr>
            <a:lvl2pPr marL="68169" indent="0">
              <a:buNone/>
              <a:defRPr sz="298" b="1"/>
            </a:lvl2pPr>
            <a:lvl3pPr marL="136337" indent="0">
              <a:buNone/>
              <a:defRPr sz="268" b="1"/>
            </a:lvl3pPr>
            <a:lvl4pPr marL="204506" indent="0">
              <a:buNone/>
              <a:defRPr sz="239" b="1"/>
            </a:lvl4pPr>
            <a:lvl5pPr marL="272674" indent="0">
              <a:buNone/>
              <a:defRPr sz="239" b="1"/>
            </a:lvl5pPr>
            <a:lvl6pPr marL="340843" indent="0">
              <a:buNone/>
              <a:defRPr sz="239" b="1"/>
            </a:lvl6pPr>
            <a:lvl7pPr marL="409011" indent="0">
              <a:buNone/>
              <a:defRPr sz="239" b="1"/>
            </a:lvl7pPr>
            <a:lvl8pPr marL="477180" indent="0">
              <a:buNone/>
              <a:defRPr sz="239" b="1"/>
            </a:lvl8pPr>
            <a:lvl9pPr marL="545348" indent="0">
              <a:buNone/>
              <a:defRPr sz="23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34" y="373442"/>
            <a:ext cx="1065809" cy="54927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428" y="250618"/>
            <a:ext cx="1071057" cy="122824"/>
          </a:xfrm>
        </p:spPr>
        <p:txBody>
          <a:bodyPr anchor="b"/>
          <a:lstStyle>
            <a:lvl1pPr marL="0" indent="0">
              <a:buNone/>
              <a:defRPr sz="358" b="1"/>
            </a:lvl1pPr>
            <a:lvl2pPr marL="68169" indent="0">
              <a:buNone/>
              <a:defRPr sz="298" b="1"/>
            </a:lvl2pPr>
            <a:lvl3pPr marL="136337" indent="0">
              <a:buNone/>
              <a:defRPr sz="268" b="1"/>
            </a:lvl3pPr>
            <a:lvl4pPr marL="204506" indent="0">
              <a:buNone/>
              <a:defRPr sz="239" b="1"/>
            </a:lvl4pPr>
            <a:lvl5pPr marL="272674" indent="0">
              <a:buNone/>
              <a:defRPr sz="239" b="1"/>
            </a:lvl5pPr>
            <a:lvl6pPr marL="340843" indent="0">
              <a:buNone/>
              <a:defRPr sz="239" b="1"/>
            </a:lvl6pPr>
            <a:lvl7pPr marL="409011" indent="0">
              <a:buNone/>
              <a:defRPr sz="239" b="1"/>
            </a:lvl7pPr>
            <a:lvl8pPr marL="477180" indent="0">
              <a:buNone/>
              <a:defRPr sz="239" b="1"/>
            </a:lvl8pPr>
            <a:lvl9pPr marL="545348" indent="0">
              <a:buNone/>
              <a:defRPr sz="23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428" y="373442"/>
            <a:ext cx="1071057" cy="54927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68157"/>
            <a:ext cx="812560" cy="238548"/>
          </a:xfrm>
        </p:spPr>
        <p:txBody>
          <a:bodyPr anchor="b"/>
          <a:lstStyle>
            <a:lvl1pPr>
              <a:defRPr sz="47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057" y="147200"/>
            <a:ext cx="1275428" cy="726531"/>
          </a:xfrm>
        </p:spPr>
        <p:txBody>
          <a:bodyPr/>
          <a:lstStyle>
            <a:lvl1pPr>
              <a:defRPr sz="477"/>
            </a:lvl1pPr>
            <a:lvl2pPr>
              <a:defRPr sz="417"/>
            </a:lvl2pPr>
            <a:lvl3pPr>
              <a:defRPr sz="358"/>
            </a:lvl3pPr>
            <a:lvl4pPr>
              <a:defRPr sz="298"/>
            </a:lvl4pPr>
            <a:lvl5pPr>
              <a:defRPr sz="298"/>
            </a:lvl5pPr>
            <a:lvl6pPr>
              <a:defRPr sz="298"/>
            </a:lvl6pPr>
            <a:lvl7pPr>
              <a:defRPr sz="298"/>
            </a:lvl7pPr>
            <a:lvl8pPr>
              <a:defRPr sz="298"/>
            </a:lvl8pPr>
            <a:lvl9pPr>
              <a:defRPr sz="29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34" y="306705"/>
            <a:ext cx="812560" cy="568209"/>
          </a:xfrm>
        </p:spPr>
        <p:txBody>
          <a:bodyPr/>
          <a:lstStyle>
            <a:lvl1pPr marL="0" indent="0">
              <a:buNone/>
              <a:defRPr sz="239"/>
            </a:lvl1pPr>
            <a:lvl2pPr marL="68169" indent="0">
              <a:buNone/>
              <a:defRPr sz="209"/>
            </a:lvl2pPr>
            <a:lvl3pPr marL="136337" indent="0">
              <a:buNone/>
              <a:defRPr sz="179"/>
            </a:lvl3pPr>
            <a:lvl4pPr marL="204506" indent="0">
              <a:buNone/>
              <a:defRPr sz="149"/>
            </a:lvl4pPr>
            <a:lvl5pPr marL="272674" indent="0">
              <a:buNone/>
              <a:defRPr sz="149"/>
            </a:lvl5pPr>
            <a:lvl6pPr marL="340843" indent="0">
              <a:buNone/>
              <a:defRPr sz="149"/>
            </a:lvl6pPr>
            <a:lvl7pPr marL="409011" indent="0">
              <a:buNone/>
              <a:defRPr sz="149"/>
            </a:lvl7pPr>
            <a:lvl8pPr marL="477180" indent="0">
              <a:buNone/>
              <a:defRPr sz="149"/>
            </a:lvl8pPr>
            <a:lvl9pPr marL="545348" indent="0">
              <a:buNone/>
              <a:defRPr sz="149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68157"/>
            <a:ext cx="812560" cy="238548"/>
          </a:xfrm>
        </p:spPr>
        <p:txBody>
          <a:bodyPr anchor="b"/>
          <a:lstStyle>
            <a:lvl1pPr>
              <a:defRPr sz="47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057" y="147200"/>
            <a:ext cx="1275428" cy="726531"/>
          </a:xfrm>
        </p:spPr>
        <p:txBody>
          <a:bodyPr anchor="t"/>
          <a:lstStyle>
            <a:lvl1pPr marL="0" indent="0">
              <a:buNone/>
              <a:defRPr sz="477"/>
            </a:lvl1pPr>
            <a:lvl2pPr marL="68169" indent="0">
              <a:buNone/>
              <a:defRPr sz="417"/>
            </a:lvl2pPr>
            <a:lvl3pPr marL="136337" indent="0">
              <a:buNone/>
              <a:defRPr sz="358"/>
            </a:lvl3pPr>
            <a:lvl4pPr marL="204506" indent="0">
              <a:buNone/>
              <a:defRPr sz="298"/>
            </a:lvl4pPr>
            <a:lvl5pPr marL="272674" indent="0">
              <a:buNone/>
              <a:defRPr sz="298"/>
            </a:lvl5pPr>
            <a:lvl6pPr marL="340843" indent="0">
              <a:buNone/>
              <a:defRPr sz="298"/>
            </a:lvl6pPr>
            <a:lvl7pPr marL="409011" indent="0">
              <a:buNone/>
              <a:defRPr sz="298"/>
            </a:lvl7pPr>
            <a:lvl8pPr marL="477180" indent="0">
              <a:buNone/>
              <a:defRPr sz="298"/>
            </a:lvl8pPr>
            <a:lvl9pPr marL="545348" indent="0">
              <a:buNone/>
              <a:defRPr sz="298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34" y="306705"/>
            <a:ext cx="812560" cy="568209"/>
          </a:xfrm>
        </p:spPr>
        <p:txBody>
          <a:bodyPr/>
          <a:lstStyle>
            <a:lvl1pPr marL="0" indent="0">
              <a:buNone/>
              <a:defRPr sz="239"/>
            </a:lvl1pPr>
            <a:lvl2pPr marL="68169" indent="0">
              <a:buNone/>
              <a:defRPr sz="209"/>
            </a:lvl2pPr>
            <a:lvl3pPr marL="136337" indent="0">
              <a:buNone/>
              <a:defRPr sz="179"/>
            </a:lvl3pPr>
            <a:lvl4pPr marL="204506" indent="0">
              <a:buNone/>
              <a:defRPr sz="149"/>
            </a:lvl4pPr>
            <a:lvl5pPr marL="272674" indent="0">
              <a:buNone/>
              <a:defRPr sz="149"/>
            </a:lvl5pPr>
            <a:lvl6pPr marL="340843" indent="0">
              <a:buNone/>
              <a:defRPr sz="149"/>
            </a:lvl6pPr>
            <a:lvl7pPr marL="409011" indent="0">
              <a:buNone/>
              <a:defRPr sz="149"/>
            </a:lvl7pPr>
            <a:lvl8pPr marL="477180" indent="0">
              <a:buNone/>
              <a:defRPr sz="149"/>
            </a:lvl8pPr>
            <a:lvl9pPr marL="545348" indent="0">
              <a:buNone/>
              <a:defRPr sz="149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2919" y="54431"/>
            <a:ext cx="543238" cy="86639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06" y="54431"/>
            <a:ext cx="1598221" cy="86639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06" y="54431"/>
            <a:ext cx="2172951" cy="1976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06" y="272153"/>
            <a:ext cx="2172951" cy="64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06" y="947567"/>
            <a:ext cx="566857" cy="54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C61B5-FF37-EA4A-8F58-202C9E95D0B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539" y="947567"/>
            <a:ext cx="850285" cy="54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300" y="947567"/>
            <a:ext cx="566857" cy="54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82EA2-F107-1E49-884B-4396DE987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36337" rtl="0" eaLnBrk="1" latinLnBrk="0" hangingPunct="1">
        <a:lnSpc>
          <a:spcPct val="90000"/>
        </a:lnSpc>
        <a:spcBef>
          <a:spcPct val="0"/>
        </a:spcBef>
        <a:buNone/>
        <a:defRPr sz="6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084" indent="-34084" algn="l" defTabSz="136337" rtl="0" eaLnBrk="1" latinLnBrk="0" hangingPunct="1">
        <a:lnSpc>
          <a:spcPct val="90000"/>
        </a:lnSpc>
        <a:spcBef>
          <a:spcPts val="149"/>
        </a:spcBef>
        <a:buFont typeface="Arial" panose="020B0604020202020204" pitchFamily="34" charset="0"/>
        <a:buChar char="•"/>
        <a:defRPr sz="417" kern="1200">
          <a:solidFill>
            <a:schemeClr val="tx1"/>
          </a:solidFill>
          <a:latin typeface="+mn-lt"/>
          <a:ea typeface="+mn-ea"/>
          <a:cs typeface="+mn-cs"/>
        </a:defRPr>
      </a:lvl1pPr>
      <a:lvl2pPr marL="102253" indent="-34084" algn="l" defTabSz="136337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358" kern="1200">
          <a:solidFill>
            <a:schemeClr val="tx1"/>
          </a:solidFill>
          <a:latin typeface="+mn-lt"/>
          <a:ea typeface="+mn-ea"/>
          <a:cs typeface="+mn-cs"/>
        </a:defRPr>
      </a:lvl2pPr>
      <a:lvl3pPr marL="170421" indent="-34084" algn="l" defTabSz="136337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98" kern="1200">
          <a:solidFill>
            <a:schemeClr val="tx1"/>
          </a:solidFill>
          <a:latin typeface="+mn-lt"/>
          <a:ea typeface="+mn-ea"/>
          <a:cs typeface="+mn-cs"/>
        </a:defRPr>
      </a:lvl3pPr>
      <a:lvl4pPr marL="238590" indent="-34084" algn="l" defTabSz="136337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4pPr>
      <a:lvl5pPr marL="306758" indent="-34084" algn="l" defTabSz="136337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5pPr>
      <a:lvl6pPr marL="374927" indent="-34084" algn="l" defTabSz="136337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6pPr>
      <a:lvl7pPr marL="443095" indent="-34084" algn="l" defTabSz="136337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7pPr>
      <a:lvl8pPr marL="511264" indent="-34084" algn="l" defTabSz="136337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8pPr>
      <a:lvl9pPr marL="579432" indent="-34084" algn="l" defTabSz="136337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1pPr>
      <a:lvl2pPr marL="68169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2pPr>
      <a:lvl3pPr marL="136337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3pPr>
      <a:lvl4pPr marL="204506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4pPr>
      <a:lvl5pPr marL="272674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5pPr>
      <a:lvl6pPr marL="340843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6pPr>
      <a:lvl7pPr marL="409011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7pPr>
      <a:lvl8pPr marL="477180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8pPr>
      <a:lvl9pPr marL="545348" algn="l" defTabSz="136337" rtl="0" eaLnBrk="1" latinLnBrk="0" hangingPunct="1">
        <a:defRPr sz="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759347" y="64570"/>
            <a:ext cx="345651" cy="3456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919" baseline="30000" dirty="0">
              <a:latin typeface="Helvetica" charset="0"/>
              <a:ea typeface="Helvetica" charset="0"/>
              <a:cs typeface="Helvetica" charset="0"/>
            </a:endParaRPr>
          </a:p>
        </p:txBody>
      </p:sp>
      <p:cxnSp>
        <p:nvCxnSpPr>
          <p:cNvPr id="8" name="Straight Arrow Connector 7"/>
          <p:cNvCxnSpPr>
            <a:endCxn id="7" idx="2"/>
          </p:cNvCxnSpPr>
          <p:nvPr/>
        </p:nvCxnSpPr>
        <p:spPr>
          <a:xfrm flipV="1">
            <a:off x="536449" y="237401"/>
            <a:ext cx="222901" cy="30079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49497" y="524771"/>
            <a:ext cx="383222" cy="3456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919" dirty="0">
                <a:latin typeface="Helvetica" charset="0"/>
                <a:ea typeface="Helvetica" charset="0"/>
                <a:cs typeface="Helvetica" charset="0"/>
              </a:rPr>
              <a:t>W</a:t>
            </a:r>
            <a:endParaRPr lang="en-US" sz="1321" baseline="-25000" dirty="0">
              <a:latin typeface="Helvetica" charset="0"/>
              <a:ea typeface="Helvetica" charset="0"/>
              <a:cs typeface="Helvetica" charset="0"/>
            </a:endParaRPr>
          </a:p>
        </p:txBody>
      </p:sp>
      <p:cxnSp>
        <p:nvCxnSpPr>
          <p:cNvPr id="10" name="Straight Arrow Connector 9"/>
          <p:cNvCxnSpPr>
            <a:endCxn id="9" idx="2"/>
          </p:cNvCxnSpPr>
          <p:nvPr/>
        </p:nvCxnSpPr>
        <p:spPr>
          <a:xfrm>
            <a:off x="536452" y="455653"/>
            <a:ext cx="213047" cy="24195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90013" y="500100"/>
            <a:ext cx="34643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670" y="196182"/>
            <a:ext cx="546625" cy="29533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919" dirty="0">
                <a:latin typeface="Helvetica" charset="0"/>
                <a:ea typeface="Helvetica" charset="0"/>
                <a:cs typeface="Helvetica" charset="0"/>
              </a:rPr>
              <a:t>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0870" y="40447"/>
            <a:ext cx="362600" cy="3876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919" dirty="0">
                <a:latin typeface="Helvetica" charset="0"/>
                <a:ea typeface="Helvetica" charset="0"/>
                <a:cs typeface="Helvetica" charset="0"/>
              </a:rPr>
              <a:t>R</a:t>
            </a:r>
            <a:endParaRPr lang="en-US" sz="1919" b="1" baseline="30000" dirty="0">
              <a:latin typeface="Helvetica" charset="0"/>
              <a:ea typeface="Helvetica" charset="0"/>
              <a:cs typeface="Helvetica" charset="0"/>
            </a:endParaRPr>
          </a:p>
        </p:txBody>
      </p:sp>
      <p:cxnSp>
        <p:nvCxnSpPr>
          <p:cNvPr id="33" name="Straight Arrow Connector 32"/>
          <p:cNvCxnSpPr>
            <a:stCxn id="7" idx="6"/>
            <a:endCxn id="17" idx="2"/>
          </p:cNvCxnSpPr>
          <p:nvPr/>
        </p:nvCxnSpPr>
        <p:spPr>
          <a:xfrm>
            <a:off x="1104998" y="237397"/>
            <a:ext cx="296877" cy="351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139335" y="697596"/>
            <a:ext cx="29715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91835" y="-51555"/>
            <a:ext cx="737381" cy="29533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919" dirty="0">
                <a:latin typeface="Helvetica" charset="0"/>
                <a:ea typeface="Helvetica" charset="0"/>
                <a:cs typeface="Helvetica" charset="0"/>
              </a:rPr>
              <a:t>Out</a:t>
            </a:r>
            <a:r>
              <a:rPr lang="en-US" sz="1919" dirty="0">
                <a:latin typeface="Helvetica" charset="0"/>
                <a:ea typeface="Helvetica" charset="0"/>
                <a:cs typeface="Helvetica" charset="0"/>
              </a:rPr>
              <a:t>put</a:t>
            </a:r>
          </a:p>
        </p:txBody>
      </p:sp>
      <p:sp>
        <p:nvSpPr>
          <p:cNvPr id="17" name="Oval 16"/>
          <p:cNvSpPr/>
          <p:nvPr/>
        </p:nvSpPr>
        <p:spPr>
          <a:xfrm>
            <a:off x="1401875" y="68087"/>
            <a:ext cx="345651" cy="3456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919" baseline="300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93400" y="42498"/>
            <a:ext cx="362600" cy="3876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919">
                <a:latin typeface="Helvetica" charset="0"/>
                <a:ea typeface="Helvetica" charset="0"/>
                <a:cs typeface="Helvetica" charset="0"/>
              </a:rPr>
              <a:t>C</a:t>
            </a:r>
            <a:endParaRPr lang="en-US" sz="1919" b="1" baseline="30000" dirty="0">
              <a:latin typeface="Helvetica" charset="0"/>
              <a:ea typeface="Helvetica" charset="0"/>
              <a:cs typeface="Helvetica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755148" y="230769"/>
            <a:ext cx="296877" cy="351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668732" y="23751"/>
            <a:ext cx="528614" cy="885899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72586" y="650228"/>
            <a:ext cx="11588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Helvetica" charset="0"/>
                <a:ea typeface="Helvetica" charset="0"/>
                <a:cs typeface="Helvetica" charset="0"/>
              </a:rPr>
              <a:t>R and W 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are in the same stage</a:t>
            </a:r>
          </a:p>
        </p:txBody>
      </p:sp>
    </p:spTree>
    <p:extLst>
      <p:ext uri="{BB962C8B-B14F-4D97-AF65-F5344CB8AC3E}">
        <p14:creationId xmlns:p14="http://schemas.microsoft.com/office/powerpoint/2010/main" val="198427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13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24</cp:revision>
  <cp:lastPrinted>2018-10-15T08:51:32Z</cp:lastPrinted>
  <dcterms:created xsi:type="dcterms:W3CDTF">2018-08-13T06:22:47Z</dcterms:created>
  <dcterms:modified xsi:type="dcterms:W3CDTF">2018-10-16T03:36:26Z</dcterms:modified>
</cp:coreProperties>
</file>