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5682399140029099"/>
          <c:y val="6.4210109993637798E-2"/>
          <c:w val="0.79963032583803495"/>
          <c:h val="0.77653964059313996"/>
        </c:manualLayout>
      </c:layout>
      <c:scatterChart>
        <c:scatterStyle val="lineMarker"/>
        <c:varyColors val="0"/>
        <c:ser>
          <c:idx val="0"/>
          <c:order val="0"/>
          <c:tx>
            <c:strRef>
              <c:f>interval!$B$1</c:f>
              <c:strCache>
                <c:ptCount val="1"/>
                <c:pt idx="0">
                  <c:v>Read-Only</c:v>
                </c:pt>
              </c:strCache>
            </c:strRef>
          </c:tx>
          <c:spPr>
            <a:ln w="25400" cap="rnd">
              <a:solidFill>
                <a:srgbClr val="4472C4"/>
              </a:solidFill>
              <a:round/>
            </a:ln>
            <a:effectLst/>
          </c:spPr>
          <c:marker>
            <c:symbol val="x"/>
            <c:size val="15"/>
            <c:spPr>
              <a:pattFill prst="pct90">
                <a:fgClr>
                  <a:srgbClr val="4472C4"/>
                </a:fgClr>
                <a:bgClr>
                  <a:sysClr val="window" lastClr="FFFFFF"/>
                </a:bgClr>
              </a:pattFill>
              <a:ln w="25400">
                <a:solidFill>
                  <a:srgbClr val="4472C4"/>
                </a:solidFill>
              </a:ln>
              <a:effectLst/>
            </c:spPr>
          </c:marker>
          <c:xVal>
            <c:numRef>
              <c:f>interval!$A$2:$A$8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interval!$B$2:$B$8</c:f>
              <c:numCache>
                <c:formatCode>General</c:formatCode>
                <c:ptCount val="7"/>
                <c:pt idx="0">
                  <c:v>99.165949597007</c:v>
                </c:pt>
                <c:pt idx="1">
                  <c:v>190.16613471253001</c:v>
                </c:pt>
                <c:pt idx="2">
                  <c:v>232.88740878814801</c:v>
                </c:pt>
                <c:pt idx="3">
                  <c:v>312.93279651399899</c:v>
                </c:pt>
                <c:pt idx="4">
                  <c:v>287.63480414093101</c:v>
                </c:pt>
                <c:pt idx="5">
                  <c:v>343.34028390317201</c:v>
                </c:pt>
                <c:pt idx="6" formatCode="0.00E+00">
                  <c:v>359.48215041062002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EED-4EE1-960F-DBA9B7499B83}"/>
            </c:ext>
          </c:extLst>
        </c:ser>
        <c:ser>
          <c:idx val="1"/>
          <c:order val="1"/>
          <c:tx>
            <c:strRef>
              <c:f>interval!$C$1</c:f>
              <c:strCache>
                <c:ptCount val="1"/>
                <c:pt idx="0">
                  <c:v>Write-Intensive</c:v>
                </c:pt>
              </c:strCache>
            </c:strRef>
          </c:tx>
          <c:spPr>
            <a:ln w="254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pattFill prst="wdUpDiag">
                <a:fgClr>
                  <a:srgbClr val="FF0000"/>
                </a:fgClr>
                <a:bgClr>
                  <a:sysClr val="window" lastClr="FFFFFF"/>
                </a:bgClr>
              </a:pattFill>
              <a:ln w="25400">
                <a:solidFill>
                  <a:srgbClr val="FF0000"/>
                </a:solidFill>
              </a:ln>
              <a:effectLst/>
            </c:spPr>
          </c:marker>
          <c:xVal>
            <c:numRef>
              <c:f>interval!$A$2:$A$8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interval!$C$2:$C$8</c:f>
              <c:numCache>
                <c:formatCode>General</c:formatCode>
                <c:ptCount val="7"/>
                <c:pt idx="0">
                  <c:v>41.3553810852802</c:v>
                </c:pt>
                <c:pt idx="1">
                  <c:v>162.77765195635499</c:v>
                </c:pt>
                <c:pt idx="2" formatCode="0.00E+00">
                  <c:v>237.48504428754299</c:v>
                </c:pt>
                <c:pt idx="3">
                  <c:v>256.53362769475302</c:v>
                </c:pt>
                <c:pt idx="4" formatCode="0.00E+00">
                  <c:v>253.72127853769501</c:v>
                </c:pt>
                <c:pt idx="5" formatCode="0.00E+00">
                  <c:v>293.77496869844498</c:v>
                </c:pt>
                <c:pt idx="6" formatCode="0.00E+00">
                  <c:v>275.84384237604002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7EED-4EE1-960F-DBA9B7499B83}"/>
            </c:ext>
          </c:extLst>
        </c:ser>
        <c:ser>
          <c:idx val="2"/>
          <c:order val="2"/>
          <c:tx>
            <c:strRef>
              <c:f>interval!$D$1</c:f>
              <c:strCache>
                <c:ptCount val="1"/>
                <c:pt idx="0">
                  <c:v>Read-Write-Mixture (50%)</c:v>
                </c:pt>
              </c:strCache>
            </c:strRef>
          </c:tx>
          <c:spPr>
            <a:ln w="25400" cap="rnd">
              <a:solidFill>
                <a:schemeClr val="accent3"/>
              </a:solidFill>
              <a:round/>
            </a:ln>
            <a:effectLst/>
          </c:spPr>
          <c:marker>
            <c:symbol val="triangle"/>
            <c:size val="15"/>
            <c:spPr>
              <a:solidFill>
                <a:schemeClr val="accent3"/>
              </a:solidFill>
              <a:ln w="25400">
                <a:solidFill>
                  <a:schemeClr val="accent3"/>
                </a:solidFill>
              </a:ln>
              <a:effectLst/>
            </c:spPr>
          </c:marker>
          <c:xVal>
            <c:numRef>
              <c:f>interval!$A$2:$A$8</c:f>
              <c:numCache>
                <c:formatCode>General</c:formatCode>
                <c:ptCount val="7"/>
                <c:pt idx="0">
                  <c:v>2.5000000000000001E-2</c:v>
                </c:pt>
                <c:pt idx="1">
                  <c:v>0.05</c:v>
                </c:pt>
                <c:pt idx="2">
                  <c:v>0.1</c:v>
                </c:pt>
                <c:pt idx="3">
                  <c:v>0.25</c:v>
                </c:pt>
                <c:pt idx="4">
                  <c:v>0.5</c:v>
                </c:pt>
                <c:pt idx="5">
                  <c:v>0.75</c:v>
                </c:pt>
                <c:pt idx="6">
                  <c:v>1</c:v>
                </c:pt>
              </c:numCache>
            </c:numRef>
          </c:xVal>
          <c:yVal>
            <c:numRef>
              <c:f>interval!$D$2:$D$8</c:f>
              <c:numCache>
                <c:formatCode>General</c:formatCode>
                <c:ptCount val="7"/>
                <c:pt idx="0">
                  <c:v>103.582016937238</c:v>
                </c:pt>
                <c:pt idx="1">
                  <c:v>111.36579289353</c:v>
                </c:pt>
                <c:pt idx="2">
                  <c:v>241.27919092457901</c:v>
                </c:pt>
                <c:pt idx="3">
                  <c:v>272.57314772251198</c:v>
                </c:pt>
                <c:pt idx="4" formatCode="0.00">
                  <c:v>267.877854482994</c:v>
                </c:pt>
                <c:pt idx="5">
                  <c:v>299.386531049724</c:v>
                </c:pt>
                <c:pt idx="6">
                  <c:v>273.861796019819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7EED-4EE1-960F-DBA9B7499B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57843168"/>
        <c:axId val="-58344992"/>
      </c:scatterChart>
      <c:valAx>
        <c:axId val="-57843168"/>
        <c:scaling>
          <c:orientation val="minMax"/>
          <c:max val="1.2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sz="2400"/>
                  <a:t>Watermark Interval (sec)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#,##0.0" sourceLinked="0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58344992"/>
        <c:crosses val="autoZero"/>
        <c:crossBetween val="midCat"/>
      </c:valAx>
      <c:valAx>
        <c:axId val="-583449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 algn="ctr" rtl="0"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 sz="2400"/>
                  <a:t>Throughput (k events/s)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algn="ctr" rtl="0"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-57843168"/>
        <c:crosses val="autoZero"/>
        <c:crossBetween val="midCat"/>
      </c:valAx>
      <c:spPr>
        <a:noFill/>
        <a:ln w="25400"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49446023530300731"/>
          <c:y val="0.63347569822740712"/>
          <c:w val="0.45209369282874629"/>
          <c:h val="0.19486060633891017"/>
        </c:manualLayout>
      </c:layout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95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7770498"/>
              </p:ext>
            </p:extLst>
          </p:nvPr>
        </p:nvGraphicFramePr>
        <p:xfrm>
          <a:off x="0" y="0"/>
          <a:ext cx="7199313" cy="5400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2980</TotalTime>
  <Words>10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46</cp:revision>
  <cp:lastPrinted>2018-10-10T16:47:17Z</cp:lastPrinted>
  <dcterms:created xsi:type="dcterms:W3CDTF">2018-09-13T08:59:53Z</dcterms:created>
  <dcterms:modified xsi:type="dcterms:W3CDTF">2018-10-16T02:49:48Z</dcterms:modified>
</cp:coreProperties>
</file>