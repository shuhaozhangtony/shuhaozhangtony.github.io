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sldIdLst>
    <p:sldId id="256" r:id="rId2"/>
  </p:sldIdLst>
  <p:sldSz cx="10799763" cy="24114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77"/>
    <p:restoredTop sz="94647"/>
  </p:normalViewPr>
  <p:slideViewPr>
    <p:cSldViewPr snapToGrid="0" snapToObjects="1">
      <p:cViewPr varScale="1">
        <p:scale>
          <a:sx n="91" d="100"/>
          <a:sy n="91" d="100"/>
        </p:scale>
        <p:origin x="14" y="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394646"/>
            <a:ext cx="8099822" cy="839529"/>
          </a:xfrm>
        </p:spPr>
        <p:txBody>
          <a:bodyPr anchor="b"/>
          <a:lstStyle>
            <a:lvl1pPr algn="ctr">
              <a:defRPr sz="211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1266550"/>
            <a:ext cx="8099822" cy="582200"/>
          </a:xfrm>
        </p:spPr>
        <p:txBody>
          <a:bodyPr/>
          <a:lstStyle>
            <a:lvl1pPr marL="0" indent="0" algn="ctr">
              <a:buNone/>
              <a:defRPr sz="844"/>
            </a:lvl1pPr>
            <a:lvl2pPr marL="160752" indent="0" algn="ctr">
              <a:buNone/>
              <a:defRPr sz="703"/>
            </a:lvl2pPr>
            <a:lvl3pPr marL="321503" indent="0" algn="ctr">
              <a:buNone/>
              <a:defRPr sz="633"/>
            </a:lvl3pPr>
            <a:lvl4pPr marL="482255" indent="0" algn="ctr">
              <a:buNone/>
              <a:defRPr sz="563"/>
            </a:lvl4pPr>
            <a:lvl5pPr marL="643006" indent="0" algn="ctr">
              <a:buNone/>
              <a:defRPr sz="563"/>
            </a:lvl5pPr>
            <a:lvl6pPr marL="803758" indent="0" algn="ctr">
              <a:buNone/>
              <a:defRPr sz="563"/>
            </a:lvl6pPr>
            <a:lvl7pPr marL="964509" indent="0" algn="ctr">
              <a:buNone/>
              <a:defRPr sz="563"/>
            </a:lvl7pPr>
            <a:lvl8pPr marL="1125261" indent="0" algn="ctr">
              <a:buNone/>
              <a:defRPr sz="563"/>
            </a:lvl8pPr>
            <a:lvl9pPr marL="1286012" indent="0" algn="ctr">
              <a:buNone/>
              <a:defRPr sz="56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C7CE-D667-174B-A678-F65BCF861478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F4FB-28AB-A546-ADFB-19510FBD0C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C7CE-D667-174B-A678-F65BCF861478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F4FB-28AB-A546-ADFB-19510FBD0C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601179"/>
            <a:ext cx="9314796" cy="1003081"/>
          </a:xfrm>
        </p:spPr>
        <p:txBody>
          <a:bodyPr anchor="b"/>
          <a:lstStyle>
            <a:lvl1pPr>
              <a:defRPr sz="211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1613749"/>
            <a:ext cx="9314796" cy="527496"/>
          </a:xfrm>
        </p:spPr>
        <p:txBody>
          <a:bodyPr/>
          <a:lstStyle>
            <a:lvl1pPr marL="0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1pPr>
            <a:lvl2pPr marL="160752" indent="0">
              <a:buNone/>
              <a:defRPr sz="703">
                <a:solidFill>
                  <a:schemeClr val="tx1">
                    <a:tint val="75000"/>
                  </a:schemeClr>
                </a:solidFill>
              </a:defRPr>
            </a:lvl2pPr>
            <a:lvl3pPr marL="321503" indent="0">
              <a:buNone/>
              <a:defRPr sz="633">
                <a:solidFill>
                  <a:schemeClr val="tx1">
                    <a:tint val="75000"/>
                  </a:schemeClr>
                </a:solidFill>
              </a:defRPr>
            </a:lvl3pPr>
            <a:lvl4pPr marL="482255" indent="0">
              <a:buNone/>
              <a:defRPr sz="563">
                <a:solidFill>
                  <a:schemeClr val="tx1">
                    <a:tint val="75000"/>
                  </a:schemeClr>
                </a:solidFill>
              </a:defRPr>
            </a:lvl4pPr>
            <a:lvl5pPr marL="643006" indent="0">
              <a:buNone/>
              <a:defRPr sz="563">
                <a:solidFill>
                  <a:schemeClr val="tx1">
                    <a:tint val="75000"/>
                  </a:schemeClr>
                </a:solidFill>
              </a:defRPr>
            </a:lvl5pPr>
            <a:lvl6pPr marL="803758" indent="0">
              <a:buNone/>
              <a:defRPr sz="563">
                <a:solidFill>
                  <a:schemeClr val="tx1">
                    <a:tint val="75000"/>
                  </a:schemeClr>
                </a:solidFill>
              </a:defRPr>
            </a:lvl6pPr>
            <a:lvl7pPr marL="964509" indent="0">
              <a:buNone/>
              <a:defRPr sz="563">
                <a:solidFill>
                  <a:schemeClr val="tx1">
                    <a:tint val="75000"/>
                  </a:schemeClr>
                </a:solidFill>
              </a:defRPr>
            </a:lvl7pPr>
            <a:lvl8pPr marL="1125261" indent="0">
              <a:buNone/>
              <a:defRPr sz="563">
                <a:solidFill>
                  <a:schemeClr val="tx1">
                    <a:tint val="75000"/>
                  </a:schemeClr>
                </a:solidFill>
              </a:defRPr>
            </a:lvl8pPr>
            <a:lvl9pPr marL="1286012" indent="0">
              <a:buNone/>
              <a:defRPr sz="5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C7CE-D667-174B-A678-F65BCF861478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F4FB-28AB-A546-ADFB-19510FBD0C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641927"/>
            <a:ext cx="4589899" cy="1530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641927"/>
            <a:ext cx="4589899" cy="1530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C7CE-D667-174B-A678-F65BCF861478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F4FB-28AB-A546-ADFB-19510FBD0C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28386"/>
            <a:ext cx="9314796" cy="46609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591131"/>
            <a:ext cx="4568806" cy="289704"/>
          </a:xfrm>
        </p:spPr>
        <p:txBody>
          <a:bodyPr anchor="b"/>
          <a:lstStyle>
            <a:lvl1pPr marL="0" indent="0">
              <a:buNone/>
              <a:defRPr sz="844" b="1"/>
            </a:lvl1pPr>
            <a:lvl2pPr marL="160752" indent="0">
              <a:buNone/>
              <a:defRPr sz="703" b="1"/>
            </a:lvl2pPr>
            <a:lvl3pPr marL="321503" indent="0">
              <a:buNone/>
              <a:defRPr sz="633" b="1"/>
            </a:lvl3pPr>
            <a:lvl4pPr marL="482255" indent="0">
              <a:buNone/>
              <a:defRPr sz="563" b="1"/>
            </a:lvl4pPr>
            <a:lvl5pPr marL="643006" indent="0">
              <a:buNone/>
              <a:defRPr sz="563" b="1"/>
            </a:lvl5pPr>
            <a:lvl6pPr marL="803758" indent="0">
              <a:buNone/>
              <a:defRPr sz="563" b="1"/>
            </a:lvl6pPr>
            <a:lvl7pPr marL="964509" indent="0">
              <a:buNone/>
              <a:defRPr sz="563" b="1"/>
            </a:lvl7pPr>
            <a:lvl8pPr marL="1125261" indent="0">
              <a:buNone/>
              <a:defRPr sz="563" b="1"/>
            </a:lvl8pPr>
            <a:lvl9pPr marL="1286012" indent="0">
              <a:buNone/>
              <a:defRPr sz="56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880836"/>
            <a:ext cx="4568806" cy="12955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591131"/>
            <a:ext cx="4591306" cy="289704"/>
          </a:xfrm>
        </p:spPr>
        <p:txBody>
          <a:bodyPr anchor="b"/>
          <a:lstStyle>
            <a:lvl1pPr marL="0" indent="0">
              <a:buNone/>
              <a:defRPr sz="844" b="1"/>
            </a:lvl1pPr>
            <a:lvl2pPr marL="160752" indent="0">
              <a:buNone/>
              <a:defRPr sz="703" b="1"/>
            </a:lvl2pPr>
            <a:lvl3pPr marL="321503" indent="0">
              <a:buNone/>
              <a:defRPr sz="633" b="1"/>
            </a:lvl3pPr>
            <a:lvl4pPr marL="482255" indent="0">
              <a:buNone/>
              <a:defRPr sz="563" b="1"/>
            </a:lvl4pPr>
            <a:lvl5pPr marL="643006" indent="0">
              <a:buNone/>
              <a:defRPr sz="563" b="1"/>
            </a:lvl5pPr>
            <a:lvl6pPr marL="803758" indent="0">
              <a:buNone/>
              <a:defRPr sz="563" b="1"/>
            </a:lvl6pPr>
            <a:lvl7pPr marL="964509" indent="0">
              <a:buNone/>
              <a:defRPr sz="563" b="1"/>
            </a:lvl7pPr>
            <a:lvl8pPr marL="1125261" indent="0">
              <a:buNone/>
              <a:defRPr sz="563" b="1"/>
            </a:lvl8pPr>
            <a:lvl9pPr marL="1286012" indent="0">
              <a:buNone/>
              <a:defRPr sz="56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880836"/>
            <a:ext cx="4591306" cy="12955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C7CE-D667-174B-A678-F65BCF861478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F4FB-28AB-A546-ADFB-19510FBD0C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C7CE-D667-174B-A678-F65BCF861478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F4FB-28AB-A546-ADFB-19510FBD0C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C7CE-D667-174B-A678-F65BCF861478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F4FB-28AB-A546-ADFB-19510FBD0C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160761"/>
            <a:ext cx="3483204" cy="562663"/>
          </a:xfrm>
        </p:spPr>
        <p:txBody>
          <a:bodyPr anchor="b"/>
          <a:lstStyle>
            <a:lvl1pPr>
              <a:defRPr sz="11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347199"/>
            <a:ext cx="5467380" cy="1713666"/>
          </a:xfrm>
        </p:spPr>
        <p:txBody>
          <a:bodyPr/>
          <a:lstStyle>
            <a:lvl1pPr>
              <a:defRPr sz="1125"/>
            </a:lvl1pPr>
            <a:lvl2pPr>
              <a:defRPr sz="984"/>
            </a:lvl2pPr>
            <a:lvl3pPr>
              <a:defRPr sz="844"/>
            </a:lvl3pPr>
            <a:lvl4pPr>
              <a:defRPr sz="703"/>
            </a:lvl4pPr>
            <a:lvl5pPr>
              <a:defRPr sz="703"/>
            </a:lvl5pPr>
            <a:lvl6pPr>
              <a:defRPr sz="703"/>
            </a:lvl6pPr>
            <a:lvl7pPr>
              <a:defRPr sz="703"/>
            </a:lvl7pPr>
            <a:lvl8pPr>
              <a:defRPr sz="703"/>
            </a:lvl8pPr>
            <a:lvl9pPr>
              <a:defRPr sz="70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723424"/>
            <a:ext cx="3483204" cy="1340232"/>
          </a:xfrm>
        </p:spPr>
        <p:txBody>
          <a:bodyPr/>
          <a:lstStyle>
            <a:lvl1pPr marL="0" indent="0">
              <a:buNone/>
              <a:defRPr sz="563"/>
            </a:lvl1pPr>
            <a:lvl2pPr marL="160752" indent="0">
              <a:buNone/>
              <a:defRPr sz="492"/>
            </a:lvl2pPr>
            <a:lvl3pPr marL="321503" indent="0">
              <a:buNone/>
              <a:defRPr sz="422"/>
            </a:lvl3pPr>
            <a:lvl4pPr marL="482255" indent="0">
              <a:buNone/>
              <a:defRPr sz="352"/>
            </a:lvl4pPr>
            <a:lvl5pPr marL="643006" indent="0">
              <a:buNone/>
              <a:defRPr sz="352"/>
            </a:lvl5pPr>
            <a:lvl6pPr marL="803758" indent="0">
              <a:buNone/>
              <a:defRPr sz="352"/>
            </a:lvl6pPr>
            <a:lvl7pPr marL="964509" indent="0">
              <a:buNone/>
              <a:defRPr sz="352"/>
            </a:lvl7pPr>
            <a:lvl8pPr marL="1125261" indent="0">
              <a:buNone/>
              <a:defRPr sz="352"/>
            </a:lvl8pPr>
            <a:lvl9pPr marL="1286012" indent="0">
              <a:buNone/>
              <a:defRPr sz="35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C7CE-D667-174B-A678-F65BCF861478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F4FB-28AB-A546-ADFB-19510FBD0C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160761"/>
            <a:ext cx="3483204" cy="562663"/>
          </a:xfrm>
        </p:spPr>
        <p:txBody>
          <a:bodyPr anchor="b"/>
          <a:lstStyle>
            <a:lvl1pPr>
              <a:defRPr sz="11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347199"/>
            <a:ext cx="5467380" cy="1713666"/>
          </a:xfrm>
        </p:spPr>
        <p:txBody>
          <a:bodyPr anchor="t"/>
          <a:lstStyle>
            <a:lvl1pPr marL="0" indent="0">
              <a:buNone/>
              <a:defRPr sz="1125"/>
            </a:lvl1pPr>
            <a:lvl2pPr marL="160752" indent="0">
              <a:buNone/>
              <a:defRPr sz="984"/>
            </a:lvl2pPr>
            <a:lvl3pPr marL="321503" indent="0">
              <a:buNone/>
              <a:defRPr sz="844"/>
            </a:lvl3pPr>
            <a:lvl4pPr marL="482255" indent="0">
              <a:buNone/>
              <a:defRPr sz="703"/>
            </a:lvl4pPr>
            <a:lvl5pPr marL="643006" indent="0">
              <a:buNone/>
              <a:defRPr sz="703"/>
            </a:lvl5pPr>
            <a:lvl6pPr marL="803758" indent="0">
              <a:buNone/>
              <a:defRPr sz="703"/>
            </a:lvl6pPr>
            <a:lvl7pPr marL="964509" indent="0">
              <a:buNone/>
              <a:defRPr sz="703"/>
            </a:lvl7pPr>
            <a:lvl8pPr marL="1125261" indent="0">
              <a:buNone/>
              <a:defRPr sz="703"/>
            </a:lvl8pPr>
            <a:lvl9pPr marL="1286012" indent="0">
              <a:buNone/>
              <a:defRPr sz="703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723424"/>
            <a:ext cx="3483204" cy="1340232"/>
          </a:xfrm>
        </p:spPr>
        <p:txBody>
          <a:bodyPr/>
          <a:lstStyle>
            <a:lvl1pPr marL="0" indent="0">
              <a:buNone/>
              <a:defRPr sz="563"/>
            </a:lvl1pPr>
            <a:lvl2pPr marL="160752" indent="0">
              <a:buNone/>
              <a:defRPr sz="492"/>
            </a:lvl2pPr>
            <a:lvl3pPr marL="321503" indent="0">
              <a:buNone/>
              <a:defRPr sz="422"/>
            </a:lvl3pPr>
            <a:lvl4pPr marL="482255" indent="0">
              <a:buNone/>
              <a:defRPr sz="352"/>
            </a:lvl4pPr>
            <a:lvl5pPr marL="643006" indent="0">
              <a:buNone/>
              <a:defRPr sz="352"/>
            </a:lvl5pPr>
            <a:lvl6pPr marL="803758" indent="0">
              <a:buNone/>
              <a:defRPr sz="352"/>
            </a:lvl6pPr>
            <a:lvl7pPr marL="964509" indent="0">
              <a:buNone/>
              <a:defRPr sz="352"/>
            </a:lvl7pPr>
            <a:lvl8pPr marL="1125261" indent="0">
              <a:buNone/>
              <a:defRPr sz="352"/>
            </a:lvl8pPr>
            <a:lvl9pPr marL="1286012" indent="0">
              <a:buNone/>
              <a:defRPr sz="35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C7CE-D667-174B-A678-F65BCF861478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F4FB-28AB-A546-ADFB-19510FBD0C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C7CE-D667-174B-A678-F65BCF861478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F4FB-28AB-A546-ADFB-19510FBD0C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128385"/>
            <a:ext cx="2328699" cy="204356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128385"/>
            <a:ext cx="6851100" cy="204356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C7CE-D667-174B-A678-F65BCF861478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F4FB-28AB-A546-ADFB-19510FBD0C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128386"/>
            <a:ext cx="9314796" cy="466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641927"/>
            <a:ext cx="9314796" cy="1530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2235023"/>
            <a:ext cx="2429947" cy="128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9C7CE-D667-174B-A678-F65BCF861478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2235023"/>
            <a:ext cx="3644920" cy="128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2235023"/>
            <a:ext cx="2429947" cy="128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BF4FB-28AB-A546-ADFB-19510FBD0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8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defTabSz="321503" rtl="0" eaLnBrk="1" latinLnBrk="0" hangingPunct="1">
        <a:lnSpc>
          <a:spcPct val="90000"/>
        </a:lnSpc>
        <a:spcBef>
          <a:spcPct val="0"/>
        </a:spcBef>
        <a:buNone/>
        <a:defRPr sz="15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376" indent="-80376" algn="l" defTabSz="321503" rtl="0" eaLnBrk="1" latinLnBrk="0" hangingPunct="1">
        <a:lnSpc>
          <a:spcPct val="90000"/>
        </a:lnSpc>
        <a:spcBef>
          <a:spcPts val="352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1pPr>
      <a:lvl2pPr marL="241127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2pPr>
      <a:lvl3pPr marL="401879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703" kern="1200">
          <a:solidFill>
            <a:schemeClr val="tx1"/>
          </a:solidFill>
          <a:latin typeface="+mn-lt"/>
          <a:ea typeface="+mn-ea"/>
          <a:cs typeface="+mn-cs"/>
        </a:defRPr>
      </a:lvl3pPr>
      <a:lvl4pPr marL="562630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4pPr>
      <a:lvl5pPr marL="723382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5pPr>
      <a:lvl6pPr marL="884133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6pPr>
      <a:lvl7pPr marL="1044885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7pPr>
      <a:lvl8pPr marL="1205636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8pPr>
      <a:lvl9pPr marL="1366388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1pPr>
      <a:lvl2pPr marL="160752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2pPr>
      <a:lvl3pPr marL="321503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3pPr>
      <a:lvl4pPr marL="482255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4pPr>
      <a:lvl5pPr marL="643006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5pPr>
      <a:lvl6pPr marL="803758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6pPr>
      <a:lvl7pPr marL="964509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7pPr>
      <a:lvl8pPr marL="1125261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8pPr>
      <a:lvl9pPr marL="1286012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59881"/>
              </p:ext>
            </p:extLst>
          </p:nvPr>
        </p:nvGraphicFramePr>
        <p:xfrm>
          <a:off x="8850428" y="96896"/>
          <a:ext cx="929181" cy="359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9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036">
                <a:tc>
                  <a:txBody>
                    <a:bodyPr/>
                    <a:lstStyle/>
                    <a:p>
                      <a:pPr marL="0" marR="0" indent="0" algn="ctr" defTabSz="2400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o1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o3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1600" dirty="0" smtClean="0"/>
                        <a:t>…</a:t>
                      </a:r>
                      <a:endParaRPr lang="en-US" sz="1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635427"/>
              </p:ext>
            </p:extLst>
          </p:nvPr>
        </p:nvGraphicFramePr>
        <p:xfrm>
          <a:off x="72437" y="41055"/>
          <a:ext cx="4142229" cy="149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1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4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9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75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oid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ts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s_record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d_record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op</a:t>
                      </a:r>
                      <a:r>
                        <a:rPr lang="en-US" sz="1800" baseline="0" dirty="0" err="1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_type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op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8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o1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123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“Alice”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“Alice”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Read-only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null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8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o2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124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“Bob”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“Bob”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Read-Write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+100</a:t>
                      </a:r>
                      <a:endParaRPr lang="en-US" sz="1600" i="1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902">
                <a:tc gridSpan="6">
                  <a:txBody>
                    <a:bodyPr/>
                    <a:lstStyle/>
                    <a:p>
                      <a:pPr algn="ctr"/>
                      <a:r>
                        <a:rPr lang="mr-IN" sz="1600" dirty="0" smtClean="0"/>
                        <a:t>…</a:t>
                      </a:r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08879" y="1533783"/>
            <a:ext cx="395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Pending state management 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requests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173542"/>
              </p:ext>
            </p:extLst>
          </p:nvPr>
        </p:nvGraphicFramePr>
        <p:xfrm>
          <a:off x="4544156" y="40043"/>
          <a:ext cx="2003234" cy="1249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7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38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d_record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core-map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579">
                <a:tc>
                  <a:txBody>
                    <a:bodyPr/>
                    <a:lstStyle/>
                    <a:p>
                      <a:pPr marL="0" marR="0" indent="0" algn="ctr" defTabSz="2400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“Alice”-“Bob”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core1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7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“Calvin”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core2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789">
                <a:tc gridSpan="2">
                  <a:txBody>
                    <a:bodyPr/>
                    <a:lstStyle/>
                    <a:p>
                      <a:pPr algn="ctr"/>
                      <a:r>
                        <a:rPr lang="mr-IN" sz="1600" dirty="0" smtClean="0"/>
                        <a:t>…</a:t>
                      </a:r>
                      <a:endParaRPr lang="en-US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4642324" y="1256788"/>
            <a:ext cx="18069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Core-Map </a:t>
            </a:r>
          </a:p>
          <a:p>
            <a:pPr algn="ctr"/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(#entry=#cores)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223892"/>
              </p:ext>
            </p:extLst>
          </p:nvPr>
        </p:nvGraphicFramePr>
        <p:xfrm>
          <a:off x="6740755" y="65991"/>
          <a:ext cx="1681341" cy="1247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12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d_record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holder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33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“Alice”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h1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33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“Bob”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24003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h2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331">
                <a:tc gridSpan="2">
                  <a:txBody>
                    <a:bodyPr/>
                    <a:lstStyle/>
                    <a:p>
                      <a:pPr marL="0" marR="0" indent="0" algn="ctr" defTabSz="2400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…</a:t>
                      </a:r>
                      <a:endParaRPr lang="en-US" sz="1600" dirty="0" smtClean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6573735" y="1281821"/>
            <a:ext cx="20120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Records-Map</a:t>
            </a:r>
          </a:p>
          <a:p>
            <a:pPr algn="ctr"/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(#entry=#records)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805116"/>
              </p:ext>
            </p:extLst>
          </p:nvPr>
        </p:nvGraphicFramePr>
        <p:xfrm>
          <a:off x="8855460" y="754376"/>
          <a:ext cx="65679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2400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o2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16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…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Rounded Rectangle 44"/>
          <p:cNvSpPr/>
          <p:nvPr/>
        </p:nvSpPr>
        <p:spPr>
          <a:xfrm>
            <a:off x="9875316" y="9645"/>
            <a:ext cx="724892" cy="6129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>
                <a:latin typeface="Helvetica" charset="0"/>
                <a:ea typeface="Helvetica" charset="0"/>
                <a:cs typeface="Helvetica" charset="0"/>
              </a:rPr>
              <a:t>Chain Alice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875316" y="679432"/>
            <a:ext cx="724892" cy="6129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lIns="0" tIns="0" rIns="0" bIns="0">
            <a:spAutoFit/>
          </a:bodyPr>
          <a:lstStyle/>
          <a:p>
            <a:pPr algn="ctr" defTabSz="240030">
              <a:defRPr/>
            </a:pPr>
            <a:r>
              <a:rPr lang="en-US">
                <a:latin typeface="Helvetica" charset="0"/>
                <a:ea typeface="Helvetica" charset="0"/>
                <a:cs typeface="Helvetica" charset="0"/>
              </a:rPr>
              <a:t>Chain </a:t>
            </a:r>
          </a:p>
          <a:p>
            <a:pPr algn="ctr" defTabSz="240030">
              <a:defRPr/>
            </a:pP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Bob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22092" y="1280358"/>
            <a:ext cx="2492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Operation chains</a:t>
            </a:r>
          </a:p>
          <a:p>
            <a:pPr algn="ctr"/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(Sorted in event order)</a:t>
            </a:r>
          </a:p>
        </p:txBody>
      </p:sp>
      <p:cxnSp>
        <p:nvCxnSpPr>
          <p:cNvPr id="9" name="Curved Connector 8"/>
          <p:cNvCxnSpPr/>
          <p:nvPr/>
        </p:nvCxnSpPr>
        <p:spPr>
          <a:xfrm rot="5400000" flipH="1" flipV="1">
            <a:off x="4387000" y="274480"/>
            <a:ext cx="30996" cy="652322"/>
          </a:xfrm>
          <a:prstGeom prst="curvedConnector3">
            <a:avLst>
              <a:gd name="adj1" fmla="val 462156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Curved Connector 33"/>
          <p:cNvCxnSpPr/>
          <p:nvPr/>
        </p:nvCxnSpPr>
        <p:spPr>
          <a:xfrm flipV="1">
            <a:off x="4073577" y="929049"/>
            <a:ext cx="645214" cy="249421"/>
          </a:xfrm>
          <a:prstGeom prst="curved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Curved Connector 47"/>
          <p:cNvCxnSpPr/>
          <p:nvPr/>
        </p:nvCxnSpPr>
        <p:spPr>
          <a:xfrm rot="5400000" flipH="1" flipV="1">
            <a:off x="6572567" y="213268"/>
            <a:ext cx="142892" cy="650718"/>
          </a:xfrm>
          <a:prstGeom prst="curved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Curved Connector 164"/>
          <p:cNvCxnSpPr/>
          <p:nvPr/>
        </p:nvCxnSpPr>
        <p:spPr>
          <a:xfrm rot="16200000" flipH="1">
            <a:off x="6541062" y="448917"/>
            <a:ext cx="196655" cy="657686"/>
          </a:xfrm>
          <a:prstGeom prst="curved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" name="Curved Connector 173"/>
          <p:cNvCxnSpPr/>
          <p:nvPr/>
        </p:nvCxnSpPr>
        <p:spPr>
          <a:xfrm rot="5400000" flipH="1" flipV="1">
            <a:off x="8393853" y="85554"/>
            <a:ext cx="284204" cy="658501"/>
          </a:xfrm>
          <a:prstGeom prst="curved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1" name="Curved Connector 190"/>
          <p:cNvCxnSpPr/>
          <p:nvPr/>
        </p:nvCxnSpPr>
        <p:spPr>
          <a:xfrm>
            <a:off x="8257725" y="848149"/>
            <a:ext cx="603897" cy="214811"/>
          </a:xfrm>
          <a:prstGeom prst="curved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Left Brace 5"/>
          <p:cNvSpPr/>
          <p:nvPr/>
        </p:nvSpPr>
        <p:spPr>
          <a:xfrm rot="16200000">
            <a:off x="3219043" y="-1246630"/>
            <a:ext cx="248575" cy="6399626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/>
          </a:p>
        </p:txBody>
      </p:sp>
      <p:sp>
        <p:nvSpPr>
          <p:cNvPr id="7" name="TextBox 6"/>
          <p:cNvSpPr txBox="1"/>
          <p:nvPr/>
        </p:nvSpPr>
        <p:spPr>
          <a:xfrm>
            <a:off x="2740022" y="2110571"/>
            <a:ext cx="120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 SP-Layer</a:t>
            </a:r>
          </a:p>
        </p:txBody>
      </p:sp>
      <p:sp>
        <p:nvSpPr>
          <p:cNvPr id="27" name="Left Brace 26"/>
          <p:cNvSpPr/>
          <p:nvPr/>
        </p:nvSpPr>
        <p:spPr>
          <a:xfrm rot="16200000">
            <a:off x="8582481" y="-93519"/>
            <a:ext cx="248575" cy="4114104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/>
          </a:p>
        </p:txBody>
      </p:sp>
      <p:sp>
        <p:nvSpPr>
          <p:cNvPr id="28" name="TextBox 27"/>
          <p:cNvSpPr txBox="1"/>
          <p:nvPr/>
        </p:nvSpPr>
        <p:spPr>
          <a:xfrm>
            <a:off x="8103460" y="2131230"/>
            <a:ext cx="121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TP-Layer</a:t>
            </a:r>
          </a:p>
        </p:txBody>
      </p:sp>
    </p:spTree>
    <p:extLst>
      <p:ext uri="{BB962C8B-B14F-4D97-AF65-F5344CB8AC3E}">
        <p14:creationId xmlns:p14="http://schemas.microsoft.com/office/powerpoint/2010/main" val="172413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192</TotalTime>
  <Words>89</Words>
  <Application>Microsoft Office PowerPoint</Application>
  <PresentationFormat>Custom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Mangal</vt:lpstr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80</cp:revision>
  <cp:lastPrinted>2018-10-14T12:39:48Z</cp:lastPrinted>
  <dcterms:created xsi:type="dcterms:W3CDTF">2018-09-14T01:35:42Z</dcterms:created>
  <dcterms:modified xsi:type="dcterms:W3CDTF">2018-10-16T02:56:16Z</dcterms:modified>
</cp:coreProperties>
</file>