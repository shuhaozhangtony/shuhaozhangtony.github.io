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1"/>
  </p:sldMasterIdLst>
  <p:sldIdLst>
    <p:sldId id="256" r:id="rId2"/>
  </p:sldIdLst>
  <p:sldSz cx="7199313" cy="5400675"/>
  <p:notesSz cx="6858000" cy="9144000"/>
  <p:defaultTextStyle>
    <a:defPPr>
      <a:defRPr lang="en-US"/>
    </a:defPPr>
    <a:lvl1pPr marL="0" algn="l" defTabSz="725668" rtl="0" eaLnBrk="1" latinLnBrk="0" hangingPunct="1">
      <a:defRPr sz="1428" kern="1200">
        <a:solidFill>
          <a:schemeClr val="tx1"/>
        </a:solidFill>
        <a:latin typeface="+mn-lt"/>
        <a:ea typeface="+mn-ea"/>
        <a:cs typeface="+mn-cs"/>
      </a:defRPr>
    </a:lvl1pPr>
    <a:lvl2pPr marL="362834" algn="l" defTabSz="725668" rtl="0" eaLnBrk="1" latinLnBrk="0" hangingPunct="1">
      <a:defRPr sz="1428" kern="1200">
        <a:solidFill>
          <a:schemeClr val="tx1"/>
        </a:solidFill>
        <a:latin typeface="+mn-lt"/>
        <a:ea typeface="+mn-ea"/>
        <a:cs typeface="+mn-cs"/>
      </a:defRPr>
    </a:lvl2pPr>
    <a:lvl3pPr marL="725668" algn="l" defTabSz="725668" rtl="0" eaLnBrk="1" latinLnBrk="0" hangingPunct="1">
      <a:defRPr sz="1428" kern="1200">
        <a:solidFill>
          <a:schemeClr val="tx1"/>
        </a:solidFill>
        <a:latin typeface="+mn-lt"/>
        <a:ea typeface="+mn-ea"/>
        <a:cs typeface="+mn-cs"/>
      </a:defRPr>
    </a:lvl3pPr>
    <a:lvl4pPr marL="1088502" algn="l" defTabSz="725668" rtl="0" eaLnBrk="1" latinLnBrk="0" hangingPunct="1">
      <a:defRPr sz="1428" kern="1200">
        <a:solidFill>
          <a:schemeClr val="tx1"/>
        </a:solidFill>
        <a:latin typeface="+mn-lt"/>
        <a:ea typeface="+mn-ea"/>
        <a:cs typeface="+mn-cs"/>
      </a:defRPr>
    </a:lvl4pPr>
    <a:lvl5pPr marL="1451336" algn="l" defTabSz="725668" rtl="0" eaLnBrk="1" latinLnBrk="0" hangingPunct="1">
      <a:defRPr sz="1428" kern="1200">
        <a:solidFill>
          <a:schemeClr val="tx1"/>
        </a:solidFill>
        <a:latin typeface="+mn-lt"/>
        <a:ea typeface="+mn-ea"/>
        <a:cs typeface="+mn-cs"/>
      </a:defRPr>
    </a:lvl5pPr>
    <a:lvl6pPr marL="1814170" algn="l" defTabSz="725668" rtl="0" eaLnBrk="1" latinLnBrk="0" hangingPunct="1">
      <a:defRPr sz="1428" kern="1200">
        <a:solidFill>
          <a:schemeClr val="tx1"/>
        </a:solidFill>
        <a:latin typeface="+mn-lt"/>
        <a:ea typeface="+mn-ea"/>
        <a:cs typeface="+mn-cs"/>
      </a:defRPr>
    </a:lvl6pPr>
    <a:lvl7pPr marL="2177004" algn="l" defTabSz="725668" rtl="0" eaLnBrk="1" latinLnBrk="0" hangingPunct="1">
      <a:defRPr sz="1428" kern="1200">
        <a:solidFill>
          <a:schemeClr val="tx1"/>
        </a:solidFill>
        <a:latin typeface="+mn-lt"/>
        <a:ea typeface="+mn-ea"/>
        <a:cs typeface="+mn-cs"/>
      </a:defRPr>
    </a:lvl7pPr>
    <a:lvl8pPr marL="2539837" algn="l" defTabSz="725668" rtl="0" eaLnBrk="1" latinLnBrk="0" hangingPunct="1">
      <a:defRPr sz="1428" kern="1200">
        <a:solidFill>
          <a:schemeClr val="tx1"/>
        </a:solidFill>
        <a:latin typeface="+mn-lt"/>
        <a:ea typeface="+mn-ea"/>
        <a:cs typeface="+mn-cs"/>
      </a:defRPr>
    </a:lvl8pPr>
    <a:lvl9pPr marL="2902671" algn="l" defTabSz="725668" rtl="0" eaLnBrk="1" latinLnBrk="0" hangingPunct="1">
      <a:defRPr sz="1428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2"/>
    <p:restoredTop sz="94647"/>
  </p:normalViewPr>
  <p:slideViewPr>
    <p:cSldViewPr snapToGrid="0" snapToObjects="1">
      <p:cViewPr varScale="1">
        <p:scale>
          <a:sx n="66" d="100"/>
          <a:sy n="66" d="100"/>
        </p:scale>
        <p:origin x="638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.xml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oleObject" Target="file:///\\Users\shuhaozhang\myworkingonpapers\tsp_experiments\experiments\MB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'Read_Write_Mix (rtm)'!$B$1</c:f>
              <c:strCache>
                <c:ptCount val="1"/>
                <c:pt idx="0">
                  <c:v>NOCC</c:v>
                </c:pt>
              </c:strCache>
            </c:strRef>
          </c:tx>
          <c:spPr>
            <a:pattFill prst="pct5">
              <a:fgClr>
                <a:srgbClr val="C90001"/>
              </a:fgClr>
              <a:bgClr>
                <a:sysClr val="window" lastClr="FFFFFF"/>
              </a:bgClr>
            </a:pattFill>
            <a:ln w="25400">
              <a:solidFill>
                <a:schemeClr val="tx1"/>
              </a:solidFill>
            </a:ln>
            <a:effectLst/>
          </c:spPr>
          <c:invertIfNegative val="0"/>
          <c:cat>
            <c:numRef>
              <c:f>'Read_Write_Mix (rtm)'!$A$2:$A$6</c:f>
              <c:numCache>
                <c:formatCode>0%</c:formatCode>
                <c:ptCount val="5"/>
                <c:pt idx="0">
                  <c:v>0</c:v>
                </c:pt>
                <c:pt idx="1">
                  <c:v>0.25</c:v>
                </c:pt>
                <c:pt idx="2">
                  <c:v>0.5</c:v>
                </c:pt>
                <c:pt idx="3">
                  <c:v>0.75</c:v>
                </c:pt>
                <c:pt idx="4">
                  <c:v>1</c:v>
                </c:pt>
              </c:numCache>
            </c:numRef>
          </c:cat>
          <c:val>
            <c:numRef>
              <c:f>'Read_Write_Mix (rtm)'!$B$2:$B$6</c:f>
              <c:numCache>
                <c:formatCode>0.00</c:formatCode>
                <c:ptCount val="5"/>
                <c:pt idx="0" formatCode="0.00E+00">
                  <c:v>144.04533069482301</c:v>
                </c:pt>
                <c:pt idx="1">
                  <c:v>361.15405270561899</c:v>
                </c:pt>
                <c:pt idx="2">
                  <c:v>455.14943582534897</c:v>
                </c:pt>
                <c:pt idx="3">
                  <c:v>1182.6258162259601</c:v>
                </c:pt>
                <c:pt idx="4" formatCode="0.00E+00">
                  <c:v>1167.7652558995301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01B-4E2D-A65A-1426294E9942}"/>
            </c:ext>
          </c:extLst>
        </c:ser>
        <c:ser>
          <c:idx val="1"/>
          <c:order val="1"/>
          <c:tx>
            <c:strRef>
              <c:f>'Read_Write_Mix (rtm)'!$C$1</c:f>
              <c:strCache>
                <c:ptCount val="1"/>
                <c:pt idx="0">
                  <c:v>LAL</c:v>
                </c:pt>
              </c:strCache>
            </c:strRef>
          </c:tx>
          <c:spPr>
            <a:pattFill prst="wdUpDiag">
              <a:fgClr>
                <a:schemeClr val="accent1"/>
              </a:fgClr>
              <a:bgClr>
                <a:schemeClr val="bg1"/>
              </a:bgClr>
            </a:pattFill>
            <a:ln w="25400">
              <a:solidFill>
                <a:schemeClr val="tx1"/>
              </a:solidFill>
            </a:ln>
            <a:effectLst/>
          </c:spPr>
          <c:invertIfNegative val="0"/>
          <c:cat>
            <c:numRef>
              <c:f>'Read_Write_Mix (rtm)'!$A$2:$A$6</c:f>
              <c:numCache>
                <c:formatCode>0%</c:formatCode>
                <c:ptCount val="5"/>
                <c:pt idx="0">
                  <c:v>0</c:v>
                </c:pt>
                <c:pt idx="1">
                  <c:v>0.25</c:v>
                </c:pt>
                <c:pt idx="2">
                  <c:v>0.5</c:v>
                </c:pt>
                <c:pt idx="3">
                  <c:v>0.75</c:v>
                </c:pt>
                <c:pt idx="4">
                  <c:v>1</c:v>
                </c:pt>
              </c:numCache>
            </c:numRef>
          </c:cat>
          <c:val>
            <c:numRef>
              <c:f>'Read_Write_Mix (rtm)'!$C$2:$C$6</c:f>
              <c:numCache>
                <c:formatCode>0.00</c:formatCode>
                <c:ptCount val="5"/>
                <c:pt idx="0">
                  <c:v>46.191628504337586</c:v>
                </c:pt>
                <c:pt idx="1">
                  <c:v>44.035218413419997</c:v>
                </c:pt>
                <c:pt idx="2">
                  <c:v>42.6446318589418</c:v>
                </c:pt>
                <c:pt idx="3">
                  <c:v>36.374891739763477</c:v>
                </c:pt>
                <c:pt idx="4">
                  <c:v>36.647113660441001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01B-4E2D-A65A-1426294E9942}"/>
            </c:ext>
          </c:extLst>
        </c:ser>
        <c:ser>
          <c:idx val="2"/>
          <c:order val="2"/>
          <c:tx>
            <c:strRef>
              <c:f>'Read_Write_Mix (rtm)'!$D$1</c:f>
              <c:strCache>
                <c:ptCount val="1"/>
                <c:pt idx="0">
                  <c:v>LWM</c:v>
                </c:pt>
              </c:strCache>
            </c:strRef>
          </c:tx>
          <c:spPr>
            <a:pattFill prst="dkHorz">
              <a:fgClr>
                <a:schemeClr val="accent6"/>
              </a:fgClr>
              <a:bgClr>
                <a:schemeClr val="bg1"/>
              </a:bgClr>
            </a:pattFill>
            <a:ln w="25400">
              <a:solidFill>
                <a:schemeClr val="tx1"/>
              </a:solidFill>
            </a:ln>
            <a:effectLst/>
          </c:spPr>
          <c:invertIfNegative val="0"/>
          <c:cat>
            <c:numRef>
              <c:f>'Read_Write_Mix (rtm)'!$A$2:$A$6</c:f>
              <c:numCache>
                <c:formatCode>0%</c:formatCode>
                <c:ptCount val="5"/>
                <c:pt idx="0">
                  <c:v>0</c:v>
                </c:pt>
                <c:pt idx="1">
                  <c:v>0.25</c:v>
                </c:pt>
                <c:pt idx="2">
                  <c:v>0.5</c:v>
                </c:pt>
                <c:pt idx="3">
                  <c:v>0.75</c:v>
                </c:pt>
                <c:pt idx="4">
                  <c:v>1</c:v>
                </c:pt>
              </c:numCache>
            </c:numRef>
          </c:cat>
          <c:val>
            <c:numRef>
              <c:f>'Read_Write_Mix (rtm)'!$D$2:$D$6</c:f>
              <c:numCache>
                <c:formatCode>0.00</c:formatCode>
                <c:ptCount val="5"/>
                <c:pt idx="0">
                  <c:v>36.2069076407955</c:v>
                </c:pt>
                <c:pt idx="1">
                  <c:v>28.9142947668457</c:v>
                </c:pt>
                <c:pt idx="2">
                  <c:v>35.237670811028799</c:v>
                </c:pt>
                <c:pt idx="3">
                  <c:v>33.400797145257997</c:v>
                </c:pt>
                <c:pt idx="4">
                  <c:v>37.289877236131098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A01B-4E2D-A65A-1426294E9942}"/>
            </c:ext>
          </c:extLst>
        </c:ser>
        <c:ser>
          <c:idx val="3"/>
          <c:order val="3"/>
          <c:tx>
            <c:strRef>
              <c:f>'Read_Write_Mix (rtm)'!$E$1</c:f>
              <c:strCache>
                <c:ptCount val="1"/>
                <c:pt idx="0">
                  <c:v>T-Stream</c:v>
                </c:pt>
              </c:strCache>
            </c:strRef>
          </c:tx>
          <c:spPr>
            <a:pattFill prst="pct50">
              <a:fgClr>
                <a:srgbClr val="A345EE"/>
              </a:fgClr>
              <a:bgClr>
                <a:schemeClr val="bg1"/>
              </a:bgClr>
            </a:pattFill>
            <a:ln w="25400">
              <a:solidFill>
                <a:schemeClr val="tx1"/>
              </a:solidFill>
            </a:ln>
            <a:effectLst/>
          </c:spPr>
          <c:invertIfNegative val="0"/>
          <c:cat>
            <c:numRef>
              <c:f>'Read_Write_Mix (rtm)'!$A$2:$A$6</c:f>
              <c:numCache>
                <c:formatCode>0%</c:formatCode>
                <c:ptCount val="5"/>
                <c:pt idx="0">
                  <c:v>0</c:v>
                </c:pt>
                <c:pt idx="1">
                  <c:v>0.25</c:v>
                </c:pt>
                <c:pt idx="2">
                  <c:v>0.5</c:v>
                </c:pt>
                <c:pt idx="3">
                  <c:v>0.75</c:v>
                </c:pt>
                <c:pt idx="4">
                  <c:v>1</c:v>
                </c:pt>
              </c:numCache>
            </c:numRef>
          </c:cat>
          <c:val>
            <c:numRef>
              <c:f>'Read_Write_Mix (rtm)'!$E$2:$E$6</c:f>
              <c:numCache>
                <c:formatCode>General</c:formatCode>
                <c:ptCount val="5"/>
                <c:pt idx="0" formatCode="0.00E+00">
                  <c:v>256.53362769475302</c:v>
                </c:pt>
                <c:pt idx="1">
                  <c:v>268.27322285336197</c:v>
                </c:pt>
                <c:pt idx="2">
                  <c:v>272.57314772251192</c:v>
                </c:pt>
                <c:pt idx="3">
                  <c:v>292.57314772251192</c:v>
                </c:pt>
                <c:pt idx="4" formatCode="0.00E+00">
                  <c:v>312.93279651399888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A01B-4E2D-A65A-1426294E994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381472224"/>
        <c:axId val="1364546400"/>
      </c:barChart>
      <c:catAx>
        <c:axId val="1381472224"/>
        <c:scaling>
          <c:orientation val="minMax"/>
        </c:scaling>
        <c:delete val="0"/>
        <c:axPos val="b"/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sz="2400" b="0" i="0" u="none" strike="noStrike" kern="1200" baseline="0">
                    <a:solidFill>
                      <a:schemeClr val="tx1"/>
                    </a:solidFill>
                    <a:latin typeface="Helvetica" charset="0"/>
                    <a:ea typeface="Helvetica" charset="0"/>
                    <a:cs typeface="Helvetica" charset="0"/>
                  </a:defRPr>
                </a:pPr>
                <a:r>
                  <a:rPr lang="en-US"/>
                  <a:t>Percentage of Read Requests</a:t>
                </a:r>
              </a:p>
            </c:rich>
          </c:tx>
          <c:layout/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sz="2400" b="0" i="0" u="none" strike="noStrike" kern="1200" baseline="0">
                  <a:solidFill>
                    <a:schemeClr val="tx1"/>
                  </a:solidFill>
                  <a:latin typeface="Helvetica" charset="0"/>
                  <a:ea typeface="Helvetica" charset="0"/>
                  <a:cs typeface="Helvetica" charset="0"/>
                </a:defRPr>
              </a:pPr>
              <a:endParaRPr lang="en-US"/>
            </a:p>
          </c:txPr>
        </c:title>
        <c:numFmt formatCode="0%" sourceLinked="1"/>
        <c:majorTickMark val="out"/>
        <c:minorTickMark val="none"/>
        <c:tickLblPos val="nextTo"/>
        <c:spPr>
          <a:noFill/>
          <a:ln w="25400" cap="flat" cmpd="sng" algn="ctr">
            <a:solidFill>
              <a:schemeClr val="tx1"/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400" b="0" i="0" u="none" strike="noStrike" kern="1200" baseline="0">
                <a:solidFill>
                  <a:schemeClr val="tx1"/>
                </a:solidFill>
                <a:latin typeface="Helvetica" charset="0"/>
                <a:ea typeface="Helvetica" charset="0"/>
                <a:cs typeface="Helvetica" charset="0"/>
              </a:defRPr>
            </a:pPr>
            <a:endParaRPr lang="en-US"/>
          </a:p>
        </c:txPr>
        <c:crossAx val="1364546400"/>
        <c:crosses val="autoZero"/>
        <c:auto val="1"/>
        <c:lblAlgn val="ctr"/>
        <c:lblOffset val="100"/>
        <c:noMultiLvlLbl val="0"/>
      </c:catAx>
      <c:valAx>
        <c:axId val="1364546400"/>
        <c:scaling>
          <c:orientation val="minMax"/>
        </c:scaling>
        <c:delete val="0"/>
        <c:axPos val="l"/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2400" b="0" i="0" u="none" strike="noStrike" kern="1200" baseline="0">
                    <a:solidFill>
                      <a:schemeClr val="tx1"/>
                    </a:solidFill>
                    <a:latin typeface="Helvetica" charset="0"/>
                    <a:ea typeface="Helvetica" charset="0"/>
                    <a:cs typeface="Helvetica" charset="0"/>
                  </a:defRPr>
                </a:pPr>
                <a:r>
                  <a:rPr lang="en-US"/>
                  <a:t>Throughput (k events /s)</a:t>
                </a:r>
              </a:p>
            </c:rich>
          </c:tx>
          <c:layout/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2400" b="0" i="0" u="none" strike="noStrike" kern="1200" baseline="0">
                  <a:solidFill>
                    <a:schemeClr val="tx1"/>
                  </a:solidFill>
                  <a:latin typeface="Helvetica" charset="0"/>
                  <a:ea typeface="Helvetica" charset="0"/>
                  <a:cs typeface="Helvetica" charset="0"/>
                </a:defRPr>
              </a:pPr>
              <a:endParaRPr lang="en-US"/>
            </a:p>
          </c:txPr>
        </c:title>
        <c:numFmt formatCode="General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400" b="0" i="0" u="none" strike="noStrike" kern="1200" baseline="0">
                <a:solidFill>
                  <a:schemeClr val="tx1"/>
                </a:solidFill>
                <a:latin typeface="Helvetica" charset="0"/>
                <a:ea typeface="Helvetica" charset="0"/>
                <a:cs typeface="Helvetica" charset="0"/>
              </a:defRPr>
            </a:pPr>
            <a:endParaRPr lang="en-US"/>
          </a:p>
        </c:txPr>
        <c:crossAx val="1381472224"/>
        <c:crosses val="autoZero"/>
        <c:crossBetween val="between"/>
      </c:valAx>
      <c:spPr>
        <a:noFill/>
        <a:ln w="25400">
          <a:solidFill>
            <a:schemeClr val="tx1"/>
          </a:solidFill>
        </a:ln>
        <a:effectLst/>
      </c:spPr>
    </c:plotArea>
    <c:legend>
      <c:legendPos val="t"/>
      <c:layout/>
      <c:overlay val="0"/>
      <c:spPr>
        <a:noFill/>
        <a:ln w="25400">
          <a:solidFill>
            <a:schemeClr val="tx1"/>
          </a:solidFill>
        </a:ln>
        <a:effectLst/>
      </c:spPr>
      <c:txPr>
        <a:bodyPr rot="0" spcFirstLastPara="1" vertOverflow="ellipsis" vert="horz" wrap="square" anchor="ctr" anchorCtr="1"/>
        <a:lstStyle/>
        <a:p>
          <a:pPr>
            <a:defRPr sz="2400" b="0" i="0" u="none" strike="noStrike" kern="1200" baseline="0">
              <a:solidFill>
                <a:schemeClr val="tx1"/>
              </a:solidFill>
              <a:latin typeface="Helvetica" charset="0"/>
              <a:ea typeface="Helvetica" charset="0"/>
              <a:cs typeface="Helvetica" charset="0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2400">
          <a:solidFill>
            <a:schemeClr val="tx1"/>
          </a:solidFill>
          <a:latin typeface="Helvetica" charset="0"/>
          <a:ea typeface="Helvetica" charset="0"/>
          <a:cs typeface="Helvetica" charset="0"/>
        </a:defRPr>
      </a:pPr>
      <a:endParaRPr lang="en-US"/>
    </a:p>
  </c:txPr>
  <c:externalData r:id="rId4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39949" y="883861"/>
            <a:ext cx="6119416" cy="1880235"/>
          </a:xfrm>
        </p:spPr>
        <p:txBody>
          <a:bodyPr anchor="b"/>
          <a:lstStyle>
            <a:lvl1pPr algn="ctr">
              <a:defRPr sz="4724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99914" y="2836605"/>
            <a:ext cx="5399485" cy="1303913"/>
          </a:xfrm>
        </p:spPr>
        <p:txBody>
          <a:bodyPr/>
          <a:lstStyle>
            <a:lvl1pPr marL="0" indent="0" algn="ctr">
              <a:buNone/>
              <a:defRPr sz="1890"/>
            </a:lvl1pPr>
            <a:lvl2pPr marL="359954" indent="0" algn="ctr">
              <a:buNone/>
              <a:defRPr sz="1575"/>
            </a:lvl2pPr>
            <a:lvl3pPr marL="719907" indent="0" algn="ctr">
              <a:buNone/>
              <a:defRPr sz="1417"/>
            </a:lvl3pPr>
            <a:lvl4pPr marL="1079861" indent="0" algn="ctr">
              <a:buNone/>
              <a:defRPr sz="1260"/>
            </a:lvl4pPr>
            <a:lvl5pPr marL="1439814" indent="0" algn="ctr">
              <a:buNone/>
              <a:defRPr sz="1260"/>
            </a:lvl5pPr>
            <a:lvl6pPr marL="1799768" indent="0" algn="ctr">
              <a:buNone/>
              <a:defRPr sz="1260"/>
            </a:lvl6pPr>
            <a:lvl7pPr marL="2159721" indent="0" algn="ctr">
              <a:buNone/>
              <a:defRPr sz="1260"/>
            </a:lvl7pPr>
            <a:lvl8pPr marL="2519675" indent="0" algn="ctr">
              <a:buNone/>
              <a:defRPr sz="1260"/>
            </a:lvl8pPr>
            <a:lvl9pPr marL="2879628" indent="0" algn="ctr">
              <a:buNone/>
              <a:defRPr sz="126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0B612-410D-A34A-8CD0-A05228050CA6}" type="datetimeFigureOut">
              <a:rPr lang="en-US" smtClean="0"/>
              <a:t>10/16/2018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BF803-ED2E-5745-9474-116DE0264E2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0B612-410D-A34A-8CD0-A05228050CA6}" type="datetimeFigureOut">
              <a:rPr lang="en-US" smtClean="0"/>
              <a:t>10/16/2018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BF803-ED2E-5745-9474-116DE0264E2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1204" y="1346420"/>
            <a:ext cx="6209407" cy="2246530"/>
          </a:xfrm>
        </p:spPr>
        <p:txBody>
          <a:bodyPr anchor="b"/>
          <a:lstStyle>
            <a:lvl1pPr>
              <a:defRPr sz="4724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1204" y="3614203"/>
            <a:ext cx="6209407" cy="1181397"/>
          </a:xfrm>
        </p:spPr>
        <p:txBody>
          <a:bodyPr/>
          <a:lstStyle>
            <a:lvl1pPr marL="0" indent="0">
              <a:buNone/>
              <a:defRPr sz="1890">
                <a:solidFill>
                  <a:schemeClr val="tx1"/>
                </a:solidFill>
              </a:defRPr>
            </a:lvl1pPr>
            <a:lvl2pPr marL="359954" indent="0">
              <a:buNone/>
              <a:defRPr sz="1575">
                <a:solidFill>
                  <a:schemeClr val="tx1">
                    <a:tint val="75000"/>
                  </a:schemeClr>
                </a:solidFill>
              </a:defRPr>
            </a:lvl2pPr>
            <a:lvl3pPr marL="719907" indent="0">
              <a:buNone/>
              <a:defRPr sz="1417">
                <a:solidFill>
                  <a:schemeClr val="tx1">
                    <a:tint val="75000"/>
                  </a:schemeClr>
                </a:solidFill>
              </a:defRPr>
            </a:lvl3pPr>
            <a:lvl4pPr marL="1079861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4pPr>
            <a:lvl5pPr marL="1439814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5pPr>
            <a:lvl6pPr marL="1799768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6pPr>
            <a:lvl7pPr marL="2159721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7pPr>
            <a:lvl8pPr marL="2519675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8pPr>
            <a:lvl9pPr marL="2879628" indent="0">
              <a:buNone/>
              <a:defRPr sz="126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0B612-410D-A34A-8CD0-A05228050CA6}" type="datetimeFigureOut">
              <a:rPr lang="en-US" smtClean="0"/>
              <a:t>10/16/2018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BF803-ED2E-5745-9474-116DE0264E2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94953" y="1437680"/>
            <a:ext cx="3059708" cy="3426679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644652" y="1437680"/>
            <a:ext cx="3059708" cy="3426679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0B612-410D-A34A-8CD0-A05228050CA6}" type="datetimeFigureOut">
              <a:rPr lang="en-US" smtClean="0"/>
              <a:t>10/16/2018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BF803-ED2E-5745-9474-116DE0264E2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891" y="287537"/>
            <a:ext cx="6209407" cy="1043881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5891" y="1323916"/>
            <a:ext cx="3045646" cy="648831"/>
          </a:xfrm>
        </p:spPr>
        <p:txBody>
          <a:bodyPr anchor="b"/>
          <a:lstStyle>
            <a:lvl1pPr marL="0" indent="0">
              <a:buNone/>
              <a:defRPr sz="1890" b="1"/>
            </a:lvl1pPr>
            <a:lvl2pPr marL="359954" indent="0">
              <a:buNone/>
              <a:defRPr sz="1575" b="1"/>
            </a:lvl2pPr>
            <a:lvl3pPr marL="719907" indent="0">
              <a:buNone/>
              <a:defRPr sz="1417" b="1"/>
            </a:lvl3pPr>
            <a:lvl4pPr marL="1079861" indent="0">
              <a:buNone/>
              <a:defRPr sz="1260" b="1"/>
            </a:lvl4pPr>
            <a:lvl5pPr marL="1439814" indent="0">
              <a:buNone/>
              <a:defRPr sz="1260" b="1"/>
            </a:lvl5pPr>
            <a:lvl6pPr marL="1799768" indent="0">
              <a:buNone/>
              <a:defRPr sz="1260" b="1"/>
            </a:lvl6pPr>
            <a:lvl7pPr marL="2159721" indent="0">
              <a:buNone/>
              <a:defRPr sz="1260" b="1"/>
            </a:lvl7pPr>
            <a:lvl8pPr marL="2519675" indent="0">
              <a:buNone/>
              <a:defRPr sz="1260" b="1"/>
            </a:lvl8pPr>
            <a:lvl9pPr marL="2879628" indent="0">
              <a:buNone/>
              <a:defRPr sz="126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5891" y="1972747"/>
            <a:ext cx="3045646" cy="290161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644652" y="1323916"/>
            <a:ext cx="3060646" cy="648831"/>
          </a:xfrm>
        </p:spPr>
        <p:txBody>
          <a:bodyPr anchor="b"/>
          <a:lstStyle>
            <a:lvl1pPr marL="0" indent="0">
              <a:buNone/>
              <a:defRPr sz="1890" b="1"/>
            </a:lvl1pPr>
            <a:lvl2pPr marL="359954" indent="0">
              <a:buNone/>
              <a:defRPr sz="1575" b="1"/>
            </a:lvl2pPr>
            <a:lvl3pPr marL="719907" indent="0">
              <a:buNone/>
              <a:defRPr sz="1417" b="1"/>
            </a:lvl3pPr>
            <a:lvl4pPr marL="1079861" indent="0">
              <a:buNone/>
              <a:defRPr sz="1260" b="1"/>
            </a:lvl4pPr>
            <a:lvl5pPr marL="1439814" indent="0">
              <a:buNone/>
              <a:defRPr sz="1260" b="1"/>
            </a:lvl5pPr>
            <a:lvl6pPr marL="1799768" indent="0">
              <a:buNone/>
              <a:defRPr sz="1260" b="1"/>
            </a:lvl6pPr>
            <a:lvl7pPr marL="2159721" indent="0">
              <a:buNone/>
              <a:defRPr sz="1260" b="1"/>
            </a:lvl7pPr>
            <a:lvl8pPr marL="2519675" indent="0">
              <a:buNone/>
              <a:defRPr sz="1260" b="1"/>
            </a:lvl8pPr>
            <a:lvl9pPr marL="2879628" indent="0">
              <a:buNone/>
              <a:defRPr sz="126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644652" y="1972747"/>
            <a:ext cx="3060646" cy="290161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0B612-410D-A34A-8CD0-A05228050CA6}" type="datetimeFigureOut">
              <a:rPr lang="en-US" smtClean="0"/>
              <a:t>10/16/2018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BF803-ED2E-5745-9474-116DE0264E2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0B612-410D-A34A-8CD0-A05228050CA6}" type="datetimeFigureOut">
              <a:rPr lang="en-US" smtClean="0"/>
              <a:t>10/16/2018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BF803-ED2E-5745-9474-116DE0264E2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0B612-410D-A34A-8CD0-A05228050CA6}" type="datetimeFigureOut">
              <a:rPr lang="en-US" smtClean="0"/>
              <a:t>10/16/2018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BF803-ED2E-5745-9474-116DE0264E2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890" y="360045"/>
            <a:ext cx="2321966" cy="1260158"/>
          </a:xfrm>
        </p:spPr>
        <p:txBody>
          <a:bodyPr anchor="b"/>
          <a:lstStyle>
            <a:lvl1pPr>
              <a:defRPr sz="2519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60646" y="777598"/>
            <a:ext cx="3644652" cy="3837980"/>
          </a:xfrm>
        </p:spPr>
        <p:txBody>
          <a:bodyPr/>
          <a:lstStyle>
            <a:lvl1pPr>
              <a:defRPr sz="2519"/>
            </a:lvl1pPr>
            <a:lvl2pPr>
              <a:defRPr sz="2204"/>
            </a:lvl2pPr>
            <a:lvl3pPr>
              <a:defRPr sz="1890"/>
            </a:lvl3pPr>
            <a:lvl4pPr>
              <a:defRPr sz="1575"/>
            </a:lvl4pPr>
            <a:lvl5pPr>
              <a:defRPr sz="1575"/>
            </a:lvl5pPr>
            <a:lvl6pPr>
              <a:defRPr sz="1575"/>
            </a:lvl6pPr>
            <a:lvl7pPr>
              <a:defRPr sz="1575"/>
            </a:lvl7pPr>
            <a:lvl8pPr>
              <a:defRPr sz="1575"/>
            </a:lvl8pPr>
            <a:lvl9pPr>
              <a:defRPr sz="1575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95890" y="1620202"/>
            <a:ext cx="2321966" cy="3001626"/>
          </a:xfrm>
        </p:spPr>
        <p:txBody>
          <a:bodyPr/>
          <a:lstStyle>
            <a:lvl1pPr marL="0" indent="0">
              <a:buNone/>
              <a:defRPr sz="1260"/>
            </a:lvl1pPr>
            <a:lvl2pPr marL="359954" indent="0">
              <a:buNone/>
              <a:defRPr sz="1102"/>
            </a:lvl2pPr>
            <a:lvl3pPr marL="719907" indent="0">
              <a:buNone/>
              <a:defRPr sz="945"/>
            </a:lvl3pPr>
            <a:lvl4pPr marL="1079861" indent="0">
              <a:buNone/>
              <a:defRPr sz="787"/>
            </a:lvl4pPr>
            <a:lvl5pPr marL="1439814" indent="0">
              <a:buNone/>
              <a:defRPr sz="787"/>
            </a:lvl5pPr>
            <a:lvl6pPr marL="1799768" indent="0">
              <a:buNone/>
              <a:defRPr sz="787"/>
            </a:lvl6pPr>
            <a:lvl7pPr marL="2159721" indent="0">
              <a:buNone/>
              <a:defRPr sz="787"/>
            </a:lvl7pPr>
            <a:lvl8pPr marL="2519675" indent="0">
              <a:buNone/>
              <a:defRPr sz="787"/>
            </a:lvl8pPr>
            <a:lvl9pPr marL="2879628" indent="0">
              <a:buNone/>
              <a:defRPr sz="787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0B612-410D-A34A-8CD0-A05228050CA6}" type="datetimeFigureOut">
              <a:rPr lang="en-US" smtClean="0"/>
              <a:t>10/16/2018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BF803-ED2E-5745-9474-116DE0264E2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5890" y="360045"/>
            <a:ext cx="2321966" cy="1260158"/>
          </a:xfrm>
        </p:spPr>
        <p:txBody>
          <a:bodyPr anchor="b"/>
          <a:lstStyle>
            <a:lvl1pPr>
              <a:defRPr sz="2519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060646" y="777598"/>
            <a:ext cx="3644652" cy="3837980"/>
          </a:xfrm>
        </p:spPr>
        <p:txBody>
          <a:bodyPr anchor="t"/>
          <a:lstStyle>
            <a:lvl1pPr marL="0" indent="0">
              <a:buNone/>
              <a:defRPr sz="2519"/>
            </a:lvl1pPr>
            <a:lvl2pPr marL="359954" indent="0">
              <a:buNone/>
              <a:defRPr sz="2204"/>
            </a:lvl2pPr>
            <a:lvl3pPr marL="719907" indent="0">
              <a:buNone/>
              <a:defRPr sz="1890"/>
            </a:lvl3pPr>
            <a:lvl4pPr marL="1079861" indent="0">
              <a:buNone/>
              <a:defRPr sz="1575"/>
            </a:lvl4pPr>
            <a:lvl5pPr marL="1439814" indent="0">
              <a:buNone/>
              <a:defRPr sz="1575"/>
            </a:lvl5pPr>
            <a:lvl6pPr marL="1799768" indent="0">
              <a:buNone/>
              <a:defRPr sz="1575"/>
            </a:lvl6pPr>
            <a:lvl7pPr marL="2159721" indent="0">
              <a:buNone/>
              <a:defRPr sz="1575"/>
            </a:lvl7pPr>
            <a:lvl8pPr marL="2519675" indent="0">
              <a:buNone/>
              <a:defRPr sz="1575"/>
            </a:lvl8pPr>
            <a:lvl9pPr marL="2879628" indent="0">
              <a:buNone/>
              <a:defRPr sz="1575"/>
            </a:lvl9pPr>
          </a:lstStyle>
          <a:p>
            <a:r>
              <a:rPr lang="en-US" smtClean="0"/>
              <a:t>Drag picture to placeholder or click icon to add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95890" y="1620202"/>
            <a:ext cx="2321966" cy="3001626"/>
          </a:xfrm>
        </p:spPr>
        <p:txBody>
          <a:bodyPr/>
          <a:lstStyle>
            <a:lvl1pPr marL="0" indent="0">
              <a:buNone/>
              <a:defRPr sz="1260"/>
            </a:lvl1pPr>
            <a:lvl2pPr marL="359954" indent="0">
              <a:buNone/>
              <a:defRPr sz="1102"/>
            </a:lvl2pPr>
            <a:lvl3pPr marL="719907" indent="0">
              <a:buNone/>
              <a:defRPr sz="945"/>
            </a:lvl3pPr>
            <a:lvl4pPr marL="1079861" indent="0">
              <a:buNone/>
              <a:defRPr sz="787"/>
            </a:lvl4pPr>
            <a:lvl5pPr marL="1439814" indent="0">
              <a:buNone/>
              <a:defRPr sz="787"/>
            </a:lvl5pPr>
            <a:lvl6pPr marL="1799768" indent="0">
              <a:buNone/>
              <a:defRPr sz="787"/>
            </a:lvl6pPr>
            <a:lvl7pPr marL="2159721" indent="0">
              <a:buNone/>
              <a:defRPr sz="787"/>
            </a:lvl7pPr>
            <a:lvl8pPr marL="2519675" indent="0">
              <a:buNone/>
              <a:defRPr sz="787"/>
            </a:lvl8pPr>
            <a:lvl9pPr marL="2879628" indent="0">
              <a:buNone/>
              <a:defRPr sz="787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0B612-410D-A34A-8CD0-A05228050CA6}" type="datetimeFigureOut">
              <a:rPr lang="en-US" smtClean="0"/>
              <a:t>10/16/2018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BF803-ED2E-5745-9474-116DE0264E2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0B612-410D-A34A-8CD0-A05228050CA6}" type="datetimeFigureOut">
              <a:rPr lang="en-US" smtClean="0"/>
              <a:t>10/16/2018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BF803-ED2E-5745-9474-116DE0264E2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152009" y="287536"/>
            <a:ext cx="1552352" cy="4576822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94953" y="287536"/>
            <a:ext cx="4567064" cy="4576822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F0B612-410D-A34A-8CD0-A05228050CA6}" type="datetimeFigureOut">
              <a:rPr lang="en-US" smtClean="0"/>
              <a:t>10/16/2018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CBF803-ED2E-5745-9474-116DE0264E26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94953" y="287537"/>
            <a:ext cx="6209407" cy="104388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94953" y="1437680"/>
            <a:ext cx="6209407" cy="34266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94953" y="5005627"/>
            <a:ext cx="1619845" cy="2875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4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7F0B612-410D-A34A-8CD0-A05228050CA6}" type="datetimeFigureOut">
              <a:rPr lang="en-US" smtClean="0"/>
              <a:t>10/16/2018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384773" y="5005627"/>
            <a:ext cx="2429768" cy="2875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4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084515" y="5005627"/>
            <a:ext cx="1619845" cy="28753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4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CBF803-ED2E-5745-9474-116DE0264E2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96488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719907" rtl="0" eaLnBrk="1" latinLnBrk="0" hangingPunct="1">
        <a:lnSpc>
          <a:spcPct val="90000"/>
        </a:lnSpc>
        <a:spcBef>
          <a:spcPct val="0"/>
        </a:spcBef>
        <a:buNone/>
        <a:defRPr sz="346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9977" indent="-179977" algn="l" defTabSz="719907" rtl="0" eaLnBrk="1" latinLnBrk="0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2204" kern="1200">
          <a:solidFill>
            <a:schemeClr val="tx1"/>
          </a:solidFill>
          <a:latin typeface="+mn-lt"/>
          <a:ea typeface="+mn-ea"/>
          <a:cs typeface="+mn-cs"/>
        </a:defRPr>
      </a:lvl1pPr>
      <a:lvl2pPr marL="539930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2pPr>
      <a:lvl3pPr marL="899884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575" kern="1200">
          <a:solidFill>
            <a:schemeClr val="tx1"/>
          </a:solidFill>
          <a:latin typeface="+mn-lt"/>
          <a:ea typeface="+mn-ea"/>
          <a:cs typeface="+mn-cs"/>
        </a:defRPr>
      </a:lvl3pPr>
      <a:lvl4pPr marL="1259837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4pPr>
      <a:lvl5pPr marL="1619791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5pPr>
      <a:lvl6pPr marL="1979745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6pPr>
      <a:lvl7pPr marL="2339698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7pPr>
      <a:lvl8pPr marL="2699652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8pPr>
      <a:lvl9pPr marL="3059605" indent="-179977" algn="l" defTabSz="719907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41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1pPr>
      <a:lvl2pPr marL="359954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2pPr>
      <a:lvl3pPr marL="719907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3pPr>
      <a:lvl4pPr marL="1079861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4pPr>
      <a:lvl5pPr marL="1439814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5pPr>
      <a:lvl6pPr marL="1799768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6pPr>
      <a:lvl7pPr marL="2159721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7pPr>
      <a:lvl8pPr marL="2519675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8pPr>
      <a:lvl9pPr marL="2879628" algn="l" defTabSz="719907" rtl="0" eaLnBrk="1" latinLnBrk="0" hangingPunct="1">
        <a:defRPr sz="141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Chart 2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26493134"/>
              </p:ext>
            </p:extLst>
          </p:nvPr>
        </p:nvGraphicFramePr>
        <p:xfrm>
          <a:off x="0" y="1"/>
          <a:ext cx="7199313" cy="540067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2005455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Yu Gothic Light"/>
      <a:font script="Hang" typeface="맑은 고딕"/>
      <a:font script="Hans" typeface="DengXian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</a:majorFont>
    <a:minorFont>
      <a:latin typeface="Calibri" panose="020F0502020204030204"/>
      <a:ea typeface=""/>
      <a:cs typeface=""/>
      <a:font script="Jpan" typeface="Yu Gothic"/>
      <a:font script="Hang" typeface="맑은 고딕"/>
      <a:font script="Hans" typeface="DengXian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2516</TotalTime>
  <Words>11</Words>
  <Application>Microsoft Office PowerPoint</Application>
  <PresentationFormat>Custom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Helvetica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zhang shuhao Tony</cp:lastModifiedBy>
  <cp:revision>28</cp:revision>
  <cp:lastPrinted>2018-10-10T02:37:44Z</cp:lastPrinted>
  <dcterms:created xsi:type="dcterms:W3CDTF">2018-09-13T08:59:53Z</dcterms:created>
  <dcterms:modified xsi:type="dcterms:W3CDTF">2018-10-16T02:54:25Z</dcterms:modified>
</cp:coreProperties>
</file>