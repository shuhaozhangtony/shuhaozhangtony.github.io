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28" r:id="rId1"/>
  </p:sldMasterIdLst>
  <p:sldIdLst>
    <p:sldId id="256" r:id="rId2"/>
  </p:sldIdLst>
  <p:sldSz cx="3419475" cy="1439863"/>
  <p:notesSz cx="6858000" cy="9144000"/>
  <p:defaultTextStyle>
    <a:defPPr>
      <a:defRPr lang="en-US"/>
    </a:defPPr>
    <a:lvl1pPr marL="0" algn="l" defTabSz="904418" rtl="0" eaLnBrk="1" latinLnBrk="0" hangingPunct="1">
      <a:defRPr sz="1781" kern="1200">
        <a:solidFill>
          <a:schemeClr val="tx1"/>
        </a:solidFill>
        <a:latin typeface="+mn-lt"/>
        <a:ea typeface="+mn-ea"/>
        <a:cs typeface="+mn-cs"/>
      </a:defRPr>
    </a:lvl1pPr>
    <a:lvl2pPr marL="452209" algn="l" defTabSz="904418" rtl="0" eaLnBrk="1" latinLnBrk="0" hangingPunct="1">
      <a:defRPr sz="1781" kern="1200">
        <a:solidFill>
          <a:schemeClr val="tx1"/>
        </a:solidFill>
        <a:latin typeface="+mn-lt"/>
        <a:ea typeface="+mn-ea"/>
        <a:cs typeface="+mn-cs"/>
      </a:defRPr>
    </a:lvl2pPr>
    <a:lvl3pPr marL="904418" algn="l" defTabSz="904418" rtl="0" eaLnBrk="1" latinLnBrk="0" hangingPunct="1">
      <a:defRPr sz="1781" kern="1200">
        <a:solidFill>
          <a:schemeClr val="tx1"/>
        </a:solidFill>
        <a:latin typeface="+mn-lt"/>
        <a:ea typeface="+mn-ea"/>
        <a:cs typeface="+mn-cs"/>
      </a:defRPr>
    </a:lvl3pPr>
    <a:lvl4pPr marL="1356629" algn="l" defTabSz="904418" rtl="0" eaLnBrk="1" latinLnBrk="0" hangingPunct="1">
      <a:defRPr sz="1781" kern="1200">
        <a:solidFill>
          <a:schemeClr val="tx1"/>
        </a:solidFill>
        <a:latin typeface="+mn-lt"/>
        <a:ea typeface="+mn-ea"/>
        <a:cs typeface="+mn-cs"/>
      </a:defRPr>
    </a:lvl4pPr>
    <a:lvl5pPr marL="1808839" algn="l" defTabSz="904418" rtl="0" eaLnBrk="1" latinLnBrk="0" hangingPunct="1">
      <a:defRPr sz="1781" kern="1200">
        <a:solidFill>
          <a:schemeClr val="tx1"/>
        </a:solidFill>
        <a:latin typeface="+mn-lt"/>
        <a:ea typeface="+mn-ea"/>
        <a:cs typeface="+mn-cs"/>
      </a:defRPr>
    </a:lvl5pPr>
    <a:lvl6pPr marL="2261048" algn="l" defTabSz="904418" rtl="0" eaLnBrk="1" latinLnBrk="0" hangingPunct="1">
      <a:defRPr sz="1781" kern="1200">
        <a:solidFill>
          <a:schemeClr val="tx1"/>
        </a:solidFill>
        <a:latin typeface="+mn-lt"/>
        <a:ea typeface="+mn-ea"/>
        <a:cs typeface="+mn-cs"/>
      </a:defRPr>
    </a:lvl6pPr>
    <a:lvl7pPr marL="2713257" algn="l" defTabSz="904418" rtl="0" eaLnBrk="1" latinLnBrk="0" hangingPunct="1">
      <a:defRPr sz="1781" kern="1200">
        <a:solidFill>
          <a:schemeClr val="tx1"/>
        </a:solidFill>
        <a:latin typeface="+mn-lt"/>
        <a:ea typeface="+mn-ea"/>
        <a:cs typeface="+mn-cs"/>
      </a:defRPr>
    </a:lvl7pPr>
    <a:lvl8pPr marL="3165466" algn="l" defTabSz="904418" rtl="0" eaLnBrk="1" latinLnBrk="0" hangingPunct="1">
      <a:defRPr sz="1781" kern="1200">
        <a:solidFill>
          <a:schemeClr val="tx1"/>
        </a:solidFill>
        <a:latin typeface="+mn-lt"/>
        <a:ea typeface="+mn-ea"/>
        <a:cs typeface="+mn-cs"/>
      </a:defRPr>
    </a:lvl8pPr>
    <a:lvl9pPr marL="3617675" algn="l" defTabSz="904418" rtl="0" eaLnBrk="1" latinLnBrk="0" hangingPunct="1">
      <a:defRPr sz="178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3728"/>
    <p:restoredTop sz="94643"/>
  </p:normalViewPr>
  <p:slideViewPr>
    <p:cSldViewPr snapToGrid="0" snapToObjects="1">
      <p:cViewPr>
        <p:scale>
          <a:sx n="319" d="100"/>
          <a:sy n="319" d="100"/>
        </p:scale>
        <p:origin x="2312" y="1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7435" y="235644"/>
            <a:ext cx="2564606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435" y="756262"/>
            <a:ext cx="2564606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2903-4277-2F43-9156-D69B6F8A2DC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C02-3696-1C41-A7E4-C931EBE4A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2903-4277-2F43-9156-D69B6F8A2DC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C02-3696-1C41-A7E4-C931EBE4A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308" y="358966"/>
            <a:ext cx="2949297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3308" y="963575"/>
            <a:ext cx="2949297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2903-4277-2F43-9156-D69B6F8A2DC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C02-3696-1C41-A7E4-C931EBE4A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5089" y="383297"/>
            <a:ext cx="1453277" cy="913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1109" y="383297"/>
            <a:ext cx="1453277" cy="913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2903-4277-2F43-9156-D69B6F8A2DC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C02-3696-1C41-A7E4-C931EBE4A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534" y="76659"/>
            <a:ext cx="2949297" cy="27830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5534" y="352967"/>
            <a:ext cx="1446598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5534" y="525950"/>
            <a:ext cx="1446598" cy="77359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31109" y="352967"/>
            <a:ext cx="1453722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31109" y="525950"/>
            <a:ext cx="1453722" cy="77359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2903-4277-2F43-9156-D69B6F8A2DC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C02-3696-1C41-A7E4-C931EBE4A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2903-4277-2F43-9156-D69B6F8A2DC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C02-3696-1C41-A7E4-C931EBE4A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2903-4277-2F43-9156-D69B6F8A2DC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C02-3696-1C41-A7E4-C931EBE4A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534" y="95991"/>
            <a:ext cx="1102870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3722" y="207314"/>
            <a:ext cx="1731109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534" y="431959"/>
            <a:ext cx="1102870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2903-4277-2F43-9156-D69B6F8A2DC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C02-3696-1C41-A7E4-C931EBE4A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534" y="95991"/>
            <a:ext cx="1102870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53722" y="207314"/>
            <a:ext cx="1731109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534" y="431959"/>
            <a:ext cx="1102870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2903-4277-2F43-9156-D69B6F8A2DC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C02-3696-1C41-A7E4-C931EBE4A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2903-4277-2F43-9156-D69B6F8A2DC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C02-3696-1C41-A7E4-C931EBE4A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47062" y="76660"/>
            <a:ext cx="737324" cy="12202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5089" y="76660"/>
            <a:ext cx="2169229" cy="12202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62903-4277-2F43-9156-D69B6F8A2DC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9C02-3696-1C41-A7E4-C931EBE4A0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5089" y="76659"/>
            <a:ext cx="2949297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5089" y="383297"/>
            <a:ext cx="2949297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5089" y="1334540"/>
            <a:ext cx="769382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62903-4277-2F43-9156-D69B6F8A2DC4}" type="datetimeFigureOut">
              <a:rPr lang="en-US" smtClean="0"/>
              <a:t>10/16/18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2701" y="1334540"/>
            <a:ext cx="1154073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15004" y="1334540"/>
            <a:ext cx="769382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D9C02-3696-1C41-A7E4-C931EBE4A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3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 82"/>
          <p:cNvSpPr/>
          <p:nvPr/>
        </p:nvSpPr>
        <p:spPr>
          <a:xfrm>
            <a:off x="2780802" y="336368"/>
            <a:ext cx="288000" cy="28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 sz="1600" baseline="-25000" dirty="0"/>
          </a:p>
        </p:txBody>
      </p:sp>
      <p:sp>
        <p:nvSpPr>
          <p:cNvPr id="97" name="Oval 96"/>
          <p:cNvSpPr/>
          <p:nvPr/>
        </p:nvSpPr>
        <p:spPr>
          <a:xfrm>
            <a:off x="917390" y="256141"/>
            <a:ext cx="476518" cy="903972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76335" y="256142"/>
            <a:ext cx="453553" cy="903972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460591" y="846836"/>
            <a:ext cx="288000" cy="288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 sz="1600" baseline="-25000" dirty="0"/>
          </a:p>
        </p:txBody>
      </p:sp>
      <p:sp>
        <p:nvSpPr>
          <p:cNvPr id="15" name="Rectangle 14"/>
          <p:cNvSpPr/>
          <p:nvPr/>
        </p:nvSpPr>
        <p:spPr>
          <a:xfrm>
            <a:off x="393623" y="821559"/>
            <a:ext cx="4363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/>
              <a:t>W</a:t>
            </a:r>
            <a:r>
              <a:rPr lang="en-US" sz="1600" baseline="-25000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461951" y="286966"/>
            <a:ext cx="288000" cy="288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R</a:t>
            </a:r>
            <a:r>
              <a:rPr lang="en-US" sz="1600" baseline="-25000" dirty="0"/>
              <a:t>1</a:t>
            </a:r>
          </a:p>
        </p:txBody>
      </p:sp>
      <p:cxnSp>
        <p:nvCxnSpPr>
          <p:cNvPr id="77" name="Straight Arrow Connector 76"/>
          <p:cNvCxnSpPr>
            <a:stCxn id="5" idx="6"/>
            <a:endCxn id="67" idx="2"/>
          </p:cNvCxnSpPr>
          <p:nvPr/>
        </p:nvCxnSpPr>
        <p:spPr>
          <a:xfrm>
            <a:off x="749951" y="430966"/>
            <a:ext cx="267224" cy="152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6" idx="6"/>
            <a:endCxn id="93" idx="2"/>
          </p:cNvCxnSpPr>
          <p:nvPr/>
        </p:nvCxnSpPr>
        <p:spPr>
          <a:xfrm>
            <a:off x="748598" y="990836"/>
            <a:ext cx="26561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1017175" y="288486"/>
            <a:ext cx="288000" cy="288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 sz="1600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942693" y="256141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</a:t>
            </a:r>
            <a:r>
              <a:rPr lang="en-US" sz="1600" baseline="-25000" dirty="0"/>
              <a:t>2</a:t>
            </a:r>
          </a:p>
        </p:txBody>
      </p:sp>
      <p:sp>
        <p:nvSpPr>
          <p:cNvPr id="93" name="Oval 92"/>
          <p:cNvSpPr/>
          <p:nvPr/>
        </p:nvSpPr>
        <p:spPr>
          <a:xfrm>
            <a:off x="1014202" y="846836"/>
            <a:ext cx="288000" cy="288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R</a:t>
            </a:r>
            <a:r>
              <a:rPr lang="en-US" sz="1600" baseline="-25000" dirty="0"/>
              <a:t>2</a:t>
            </a:r>
          </a:p>
        </p:txBody>
      </p:sp>
      <p:cxnSp>
        <p:nvCxnSpPr>
          <p:cNvPr id="96" name="Straight Arrow Connector 95"/>
          <p:cNvCxnSpPr>
            <a:stCxn id="93" idx="6"/>
          </p:cNvCxnSpPr>
          <p:nvPr/>
        </p:nvCxnSpPr>
        <p:spPr>
          <a:xfrm>
            <a:off x="1302202" y="990836"/>
            <a:ext cx="2160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5" name="Group 114"/>
          <p:cNvGrpSpPr/>
          <p:nvPr/>
        </p:nvGrpSpPr>
        <p:grpSpPr>
          <a:xfrm>
            <a:off x="1842761" y="740206"/>
            <a:ext cx="292068" cy="250637"/>
            <a:chOff x="1557107" y="479017"/>
            <a:chExt cx="292068" cy="250637"/>
          </a:xfrm>
        </p:grpSpPr>
        <p:sp>
          <p:nvSpPr>
            <p:cNvPr id="108" name="Oval 107"/>
            <p:cNvSpPr/>
            <p:nvPr/>
          </p:nvSpPr>
          <p:spPr>
            <a:xfrm>
              <a:off x="1651321" y="657654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Helvetica" charset="0"/>
                  <a:ea typeface="Helvetica" charset="0"/>
                  <a:cs typeface="Helvetica" charset="0"/>
                </a:rPr>
                <a:t> 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1557107" y="479017"/>
              <a:ext cx="2920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latin typeface="Helvetica" charset="0"/>
                  <a:ea typeface="Helvetica" charset="0"/>
                  <a:cs typeface="Helvetica" charset="0"/>
                </a:rPr>
                <a:t>e</a:t>
              </a:r>
              <a:r>
                <a:rPr lang="en-US" altLang="zh-CN" sz="900" baseline="-25000" dirty="0">
                  <a:latin typeface="Helvetica" charset="0"/>
                  <a:ea typeface="Helvetica" charset="0"/>
                  <a:cs typeface="Helvetica" charset="0"/>
                </a:rPr>
                <a:t>2</a:t>
              </a:r>
              <a:endParaRPr lang="en-US" sz="900" baseline="-25000" dirty="0">
                <a:latin typeface="Helvetica" charset="0"/>
                <a:ea typeface="Helvetica" charset="0"/>
                <a:cs typeface="Helvetica" charset="0"/>
              </a:endParaRPr>
            </a:p>
          </p:txBody>
        </p:sp>
      </p:grpSp>
      <p:sp>
        <p:nvSpPr>
          <p:cNvPr id="41" name="Oval 40"/>
          <p:cNvSpPr/>
          <p:nvPr/>
        </p:nvSpPr>
        <p:spPr>
          <a:xfrm>
            <a:off x="-12288" y="541399"/>
            <a:ext cx="288000" cy="288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C</a:t>
            </a:r>
            <a:endParaRPr lang="en-US" sz="1600" baseline="-25000" dirty="0"/>
          </a:p>
        </p:txBody>
      </p:sp>
      <p:cxnSp>
        <p:nvCxnSpPr>
          <p:cNvPr id="42" name="Straight Arrow Connector 41"/>
          <p:cNvCxnSpPr>
            <a:stCxn id="41" idx="6"/>
            <a:endCxn id="5" idx="2"/>
          </p:cNvCxnSpPr>
          <p:nvPr/>
        </p:nvCxnSpPr>
        <p:spPr>
          <a:xfrm flipV="1">
            <a:off x="275719" y="430973"/>
            <a:ext cx="186239" cy="2544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1" idx="6"/>
            <a:endCxn id="36" idx="2"/>
          </p:cNvCxnSpPr>
          <p:nvPr/>
        </p:nvCxnSpPr>
        <p:spPr>
          <a:xfrm>
            <a:off x="275719" y="685406"/>
            <a:ext cx="184879" cy="30543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1302202" y="435983"/>
            <a:ext cx="2160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2728555" y="196785"/>
            <a:ext cx="389405" cy="1037299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8" name="Rounded Rectangle 77"/>
          <p:cNvSpPr/>
          <p:nvPr/>
        </p:nvSpPr>
        <p:spPr>
          <a:xfrm>
            <a:off x="2192035" y="878795"/>
            <a:ext cx="288000" cy="28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 sz="1600" baseline="-25000" dirty="0"/>
          </a:p>
        </p:txBody>
      </p:sp>
      <p:sp>
        <p:nvSpPr>
          <p:cNvPr id="79" name="Rectangle 78"/>
          <p:cNvSpPr/>
          <p:nvPr/>
        </p:nvSpPr>
        <p:spPr>
          <a:xfrm>
            <a:off x="2130176" y="878795"/>
            <a:ext cx="39305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/>
              <a:t>W</a:t>
            </a:r>
            <a:r>
              <a:rPr lang="en-US" sz="1100" baseline="-25000" dirty="0"/>
              <a:t>1</a:t>
            </a:r>
            <a:r>
              <a:rPr lang="en-US" sz="1100" dirty="0"/>
              <a:t>’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189677" y="83213"/>
            <a:ext cx="284146" cy="28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/>
              <a:t>R</a:t>
            </a:r>
            <a:r>
              <a:rPr lang="en-US" sz="1100" baseline="-25000" dirty="0"/>
              <a:t>1</a:t>
            </a:r>
            <a:r>
              <a:rPr lang="en-US" sz="1100" dirty="0"/>
              <a:t>’</a:t>
            </a:r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2484766" y="227220"/>
            <a:ext cx="296043" cy="25315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2463532" y="1016113"/>
            <a:ext cx="315128" cy="219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714973" y="329943"/>
            <a:ext cx="419666" cy="289441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W</a:t>
            </a:r>
            <a:r>
              <a:rPr lang="en-US" sz="1100" baseline="-25000" dirty="0"/>
              <a:t>2</a:t>
            </a:r>
            <a:r>
              <a:rPr lang="en-US" sz="1100" dirty="0"/>
              <a:t>’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778660" y="874305"/>
            <a:ext cx="288000" cy="28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/>
              <a:t>R</a:t>
            </a:r>
            <a:r>
              <a:rPr lang="en-US" sz="1100" baseline="-25000" dirty="0"/>
              <a:t>2</a:t>
            </a:r>
            <a:r>
              <a:rPr lang="en-US" sz="1100" dirty="0"/>
              <a:t>’</a:t>
            </a:r>
          </a:p>
        </p:txBody>
      </p:sp>
      <p:cxnSp>
        <p:nvCxnSpPr>
          <p:cNvPr id="86" name="Straight Arrow Connector 85"/>
          <p:cNvCxnSpPr/>
          <p:nvPr/>
        </p:nvCxnSpPr>
        <p:spPr>
          <a:xfrm flipV="1">
            <a:off x="3066667" y="1012916"/>
            <a:ext cx="28258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1585322" y="503342"/>
            <a:ext cx="288000" cy="288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dirty="0"/>
              <a:t>C’</a:t>
            </a:r>
            <a:endParaRPr lang="en-US" sz="1600" baseline="-25000" dirty="0"/>
          </a:p>
        </p:txBody>
      </p:sp>
      <p:cxnSp>
        <p:nvCxnSpPr>
          <p:cNvPr id="89" name="Straight Arrow Connector 88"/>
          <p:cNvCxnSpPr>
            <a:stCxn id="88" idx="6"/>
          </p:cNvCxnSpPr>
          <p:nvPr/>
        </p:nvCxnSpPr>
        <p:spPr>
          <a:xfrm flipV="1">
            <a:off x="1873329" y="227220"/>
            <a:ext cx="316355" cy="42012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88" idx="6"/>
          </p:cNvCxnSpPr>
          <p:nvPr/>
        </p:nvCxnSpPr>
        <p:spPr>
          <a:xfrm>
            <a:off x="1873322" y="647349"/>
            <a:ext cx="302210" cy="36877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3066660" y="479116"/>
            <a:ext cx="2880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2182219" y="505896"/>
            <a:ext cx="295082" cy="28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/>
              <a:t>R</a:t>
            </a:r>
            <a:r>
              <a:rPr lang="en-US" sz="1100" baseline="-25000" dirty="0"/>
              <a:t>1</a:t>
            </a:r>
            <a:r>
              <a:rPr lang="en-US" sz="1100" dirty="0"/>
              <a:t>’’</a:t>
            </a:r>
          </a:p>
        </p:txBody>
      </p:sp>
      <p:cxnSp>
        <p:nvCxnSpPr>
          <p:cNvPr id="94" name="Straight Arrow Connector 93"/>
          <p:cNvCxnSpPr>
            <a:stCxn id="88" idx="6"/>
          </p:cNvCxnSpPr>
          <p:nvPr/>
        </p:nvCxnSpPr>
        <p:spPr>
          <a:xfrm>
            <a:off x="1873329" y="647342"/>
            <a:ext cx="308897" cy="255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77564" y="1149547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(a) </a:t>
            </a:r>
            <a:r>
              <a:rPr lang="en-US" sz="1400" dirty="0" smtClean="0">
                <a:latin typeface="Helvetica" charset="0"/>
                <a:ea typeface="Helvetica" charset="0"/>
                <a:cs typeface="Helvetica" charset="0"/>
              </a:rPr>
              <a:t>DAG</a:t>
            </a:r>
            <a:endParaRPr lang="en-US" sz="1400" dirty="0">
              <a:latin typeface="Helvetica" charset="0"/>
              <a:ea typeface="Helvetica" charset="0"/>
              <a:cs typeface="Helvetica" charset="0"/>
            </a:endParaRPr>
          </a:p>
        </p:txBody>
      </p:sp>
      <p:cxnSp>
        <p:nvCxnSpPr>
          <p:cNvPr id="99" name="Straight Arrow Connector 98"/>
          <p:cNvCxnSpPr/>
          <p:nvPr/>
        </p:nvCxnSpPr>
        <p:spPr>
          <a:xfrm flipV="1">
            <a:off x="2477308" y="480368"/>
            <a:ext cx="303501" cy="16952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722113" y="1182284"/>
            <a:ext cx="1627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(b</a:t>
            </a:r>
            <a:r>
              <a:rPr lang="en-US" sz="1400">
                <a:latin typeface="Helvetica" charset="0"/>
                <a:ea typeface="Helvetica" charset="0"/>
                <a:cs typeface="Helvetica" charset="0"/>
              </a:rPr>
              <a:t>) </a:t>
            </a:r>
            <a:r>
              <a:rPr lang="en-US" sz="1400" smtClean="0">
                <a:latin typeface="Helvetica" charset="0"/>
                <a:ea typeface="Helvetica" charset="0"/>
                <a:cs typeface="Helvetica" charset="0"/>
              </a:rPr>
              <a:t>Execution plan</a:t>
            </a:r>
            <a:endParaRPr lang="en-US" sz="1400" dirty="0">
              <a:latin typeface="Helvetica" charset="0"/>
              <a:ea typeface="Helvetica" charset="0"/>
              <a:cs typeface="Helvetica" charset="0"/>
            </a:endParaRPr>
          </a:p>
        </p:txBody>
      </p:sp>
      <p:grpSp>
        <p:nvGrpSpPr>
          <p:cNvPr id="117" name="Group 116"/>
          <p:cNvGrpSpPr/>
          <p:nvPr/>
        </p:nvGrpSpPr>
        <p:grpSpPr>
          <a:xfrm>
            <a:off x="1902160" y="387093"/>
            <a:ext cx="292068" cy="250637"/>
            <a:chOff x="1557107" y="479017"/>
            <a:chExt cx="292068" cy="250637"/>
          </a:xfrm>
        </p:grpSpPr>
        <p:sp>
          <p:nvSpPr>
            <p:cNvPr id="118" name="Oval 117"/>
            <p:cNvSpPr/>
            <p:nvPr/>
          </p:nvSpPr>
          <p:spPr>
            <a:xfrm>
              <a:off x="1651321" y="657654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Helvetica" charset="0"/>
                  <a:ea typeface="Helvetica" charset="0"/>
                  <a:cs typeface="Helvetica" charset="0"/>
                </a:rPr>
                <a:t> 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557107" y="479017"/>
              <a:ext cx="2920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latin typeface="Helvetica" charset="0"/>
                  <a:ea typeface="Helvetica" charset="0"/>
                  <a:cs typeface="Helvetica" charset="0"/>
                </a:rPr>
                <a:t>e</a:t>
              </a:r>
              <a:r>
                <a:rPr lang="en-US" altLang="zh-CN" sz="900" baseline="-25000" dirty="0">
                  <a:latin typeface="Helvetica" charset="0"/>
                  <a:ea typeface="Helvetica" charset="0"/>
                  <a:cs typeface="Helvetica" charset="0"/>
                </a:rPr>
                <a:t>3</a:t>
              </a:r>
              <a:endParaRPr lang="en-US" sz="900" baseline="-25000" dirty="0">
                <a:latin typeface="Helvetica" charset="0"/>
                <a:ea typeface="Helvetica" charset="0"/>
                <a:cs typeface="Helvetica" charset="0"/>
              </a:endParaRP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1890151" y="93964"/>
            <a:ext cx="292068" cy="250637"/>
            <a:chOff x="1557107" y="479017"/>
            <a:chExt cx="292068" cy="250637"/>
          </a:xfrm>
        </p:grpSpPr>
        <p:sp>
          <p:nvSpPr>
            <p:cNvPr id="121" name="Oval 120"/>
            <p:cNvSpPr/>
            <p:nvPr/>
          </p:nvSpPr>
          <p:spPr>
            <a:xfrm>
              <a:off x="1651321" y="657654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Helvetica" charset="0"/>
                  <a:ea typeface="Helvetica" charset="0"/>
                  <a:cs typeface="Helvetica" charset="0"/>
                </a:rPr>
                <a:t> 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557107" y="479017"/>
              <a:ext cx="2920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latin typeface="Helvetica" charset="0"/>
                  <a:ea typeface="Helvetica" charset="0"/>
                  <a:cs typeface="Helvetica" charset="0"/>
                </a:rPr>
                <a:t>e</a:t>
              </a:r>
              <a:r>
                <a:rPr lang="en-US" altLang="zh-CN" sz="900" baseline="-25000" dirty="0">
                  <a:latin typeface="Helvetica" charset="0"/>
                  <a:ea typeface="Helvetica" charset="0"/>
                  <a:cs typeface="Helvetica" charset="0"/>
                </a:rPr>
                <a:t>1</a:t>
              </a:r>
              <a:endParaRPr lang="en-US" sz="900" baseline="-25000" dirty="0">
                <a:latin typeface="Helvetica" charset="0"/>
                <a:ea typeface="Helvetica" charset="0"/>
                <a:cs typeface="Helvetica" charset="0"/>
              </a:endParaRPr>
            </a:p>
          </p:txBody>
        </p:sp>
      </p:grpSp>
      <p:sp>
        <p:nvSpPr>
          <p:cNvPr id="76" name="Oval 75"/>
          <p:cNvSpPr/>
          <p:nvPr/>
        </p:nvSpPr>
        <p:spPr>
          <a:xfrm>
            <a:off x="2123478" y="26385"/>
            <a:ext cx="431795" cy="1207699"/>
          </a:xfrm>
          <a:prstGeom prst="ellipse">
            <a:avLst/>
          </a:prstGeom>
          <a:noFill/>
          <a:ln w="28575" cmpd="sng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2" name="Group 131"/>
          <p:cNvGrpSpPr/>
          <p:nvPr/>
        </p:nvGrpSpPr>
        <p:grpSpPr>
          <a:xfrm>
            <a:off x="2463532" y="300479"/>
            <a:ext cx="292068" cy="250637"/>
            <a:chOff x="1557107" y="479017"/>
            <a:chExt cx="292068" cy="250637"/>
          </a:xfrm>
        </p:grpSpPr>
        <p:sp>
          <p:nvSpPr>
            <p:cNvPr id="133" name="Oval 132"/>
            <p:cNvSpPr/>
            <p:nvPr/>
          </p:nvSpPr>
          <p:spPr>
            <a:xfrm>
              <a:off x="1651321" y="657654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Helvetica" charset="0"/>
                  <a:ea typeface="Helvetica" charset="0"/>
                  <a:cs typeface="Helvetica" charset="0"/>
                </a:rPr>
                <a:t> 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557107" y="479017"/>
              <a:ext cx="2920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latin typeface="Helvetica" charset="0"/>
                  <a:ea typeface="Helvetica" charset="0"/>
                  <a:cs typeface="Helvetica" charset="0"/>
                </a:rPr>
                <a:t>e</a:t>
              </a:r>
              <a:r>
                <a:rPr lang="en-US" altLang="zh-CN" sz="900" baseline="-25000" dirty="0">
                  <a:latin typeface="Helvetica" charset="0"/>
                  <a:ea typeface="Helvetica" charset="0"/>
                  <a:cs typeface="Helvetica" charset="0"/>
                </a:rPr>
                <a:t>3</a:t>
              </a:r>
              <a:endParaRPr lang="en-US" sz="900" baseline="-25000" dirty="0">
                <a:latin typeface="Helvetica" charset="0"/>
                <a:ea typeface="Helvetica" charset="0"/>
                <a:cs typeface="Helvetica" charset="0"/>
              </a:endParaRPr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2537934" y="74159"/>
            <a:ext cx="292068" cy="250637"/>
            <a:chOff x="1557107" y="479017"/>
            <a:chExt cx="292068" cy="250637"/>
          </a:xfrm>
        </p:grpSpPr>
        <p:sp>
          <p:nvSpPr>
            <p:cNvPr id="136" name="Oval 135"/>
            <p:cNvSpPr/>
            <p:nvPr/>
          </p:nvSpPr>
          <p:spPr>
            <a:xfrm>
              <a:off x="1651321" y="657654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Helvetica" charset="0"/>
                  <a:ea typeface="Helvetica" charset="0"/>
                  <a:cs typeface="Helvetica" charset="0"/>
                </a:rPr>
                <a:t> 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557107" y="479017"/>
              <a:ext cx="2920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latin typeface="Helvetica" charset="0"/>
                  <a:ea typeface="Helvetica" charset="0"/>
                  <a:cs typeface="Helvetica" charset="0"/>
                </a:rPr>
                <a:t>e</a:t>
              </a:r>
              <a:r>
                <a:rPr lang="en-US" altLang="zh-CN" sz="900" baseline="-25000" dirty="0">
                  <a:latin typeface="Helvetica" charset="0"/>
                  <a:ea typeface="Helvetica" charset="0"/>
                  <a:cs typeface="Helvetica" charset="0"/>
                </a:rPr>
                <a:t>1</a:t>
              </a:r>
              <a:endParaRPr lang="en-US" sz="900" baseline="-25000" dirty="0">
                <a:latin typeface="Helvetica" charset="0"/>
                <a:ea typeface="Helvetica" charset="0"/>
                <a:cs typeface="Helvetica" charset="0"/>
              </a:endParaRP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2466104" y="736440"/>
            <a:ext cx="292068" cy="250637"/>
            <a:chOff x="1557107" y="479017"/>
            <a:chExt cx="292068" cy="250637"/>
          </a:xfrm>
        </p:grpSpPr>
        <p:sp>
          <p:nvSpPr>
            <p:cNvPr id="139" name="Oval 138"/>
            <p:cNvSpPr/>
            <p:nvPr/>
          </p:nvSpPr>
          <p:spPr>
            <a:xfrm>
              <a:off x="1651321" y="657654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Helvetica" charset="0"/>
                  <a:ea typeface="Helvetica" charset="0"/>
                  <a:cs typeface="Helvetica" charset="0"/>
                </a:rPr>
                <a:t> 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557107" y="479017"/>
              <a:ext cx="2920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latin typeface="Helvetica" charset="0"/>
                  <a:ea typeface="Helvetica" charset="0"/>
                  <a:cs typeface="Helvetica" charset="0"/>
                </a:rPr>
                <a:t>e</a:t>
              </a:r>
              <a:r>
                <a:rPr lang="en-US" altLang="zh-CN" sz="900" baseline="-25000" dirty="0">
                  <a:latin typeface="Helvetica" charset="0"/>
                  <a:ea typeface="Helvetica" charset="0"/>
                  <a:cs typeface="Helvetica" charset="0"/>
                </a:rPr>
                <a:t>2</a:t>
              </a:r>
              <a:endParaRPr lang="en-US" sz="900" baseline="-25000" dirty="0">
                <a:latin typeface="Helvetica" charset="0"/>
                <a:ea typeface="Helvetica" charset="0"/>
                <a:cs typeface="Helvetica" charset="0"/>
              </a:endParaRPr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3087148" y="721524"/>
            <a:ext cx="292068" cy="250637"/>
            <a:chOff x="1557107" y="479017"/>
            <a:chExt cx="292068" cy="250637"/>
          </a:xfrm>
        </p:grpSpPr>
        <p:sp>
          <p:nvSpPr>
            <p:cNvPr id="142" name="Oval 141"/>
            <p:cNvSpPr/>
            <p:nvPr/>
          </p:nvSpPr>
          <p:spPr>
            <a:xfrm>
              <a:off x="1651321" y="657654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Helvetica" charset="0"/>
                  <a:ea typeface="Helvetica" charset="0"/>
                  <a:cs typeface="Helvetica" charset="0"/>
                </a:rPr>
                <a:t> 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557107" y="479017"/>
              <a:ext cx="2920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latin typeface="Helvetica" charset="0"/>
                  <a:ea typeface="Helvetica" charset="0"/>
                  <a:cs typeface="Helvetica" charset="0"/>
                </a:rPr>
                <a:t>e</a:t>
              </a:r>
              <a:r>
                <a:rPr lang="en-US" altLang="zh-CN" sz="900" baseline="-25000" dirty="0">
                  <a:latin typeface="Helvetica" charset="0"/>
                  <a:ea typeface="Helvetica" charset="0"/>
                  <a:cs typeface="Helvetica" charset="0"/>
                </a:rPr>
                <a:t>2</a:t>
              </a:r>
              <a:endParaRPr lang="en-US" sz="900" baseline="-25000" dirty="0">
                <a:latin typeface="Helvetica" charset="0"/>
                <a:ea typeface="Helvetica" charset="0"/>
                <a:cs typeface="Helvetica" charset="0"/>
              </a:endParaRP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3040545" y="191137"/>
            <a:ext cx="292068" cy="250637"/>
            <a:chOff x="1557107" y="479017"/>
            <a:chExt cx="292068" cy="250637"/>
          </a:xfrm>
        </p:grpSpPr>
        <p:sp>
          <p:nvSpPr>
            <p:cNvPr id="145" name="Oval 144"/>
            <p:cNvSpPr/>
            <p:nvPr/>
          </p:nvSpPr>
          <p:spPr>
            <a:xfrm>
              <a:off x="1651321" y="657654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Helvetica" charset="0"/>
                  <a:ea typeface="Helvetica" charset="0"/>
                  <a:cs typeface="Helvetica" charset="0"/>
                </a:rPr>
                <a:t> 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1557107" y="479017"/>
              <a:ext cx="2920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latin typeface="Helvetica" charset="0"/>
                  <a:ea typeface="Helvetica" charset="0"/>
                  <a:cs typeface="Helvetica" charset="0"/>
                </a:rPr>
                <a:t>e</a:t>
              </a:r>
              <a:r>
                <a:rPr lang="en-US" altLang="zh-CN" sz="900" baseline="-25000" dirty="0">
                  <a:latin typeface="Helvetica" charset="0"/>
                  <a:ea typeface="Helvetica" charset="0"/>
                  <a:cs typeface="Helvetica" charset="0"/>
                </a:rPr>
                <a:t>3</a:t>
              </a:r>
              <a:endParaRPr lang="en-US" sz="900" baseline="-25000" dirty="0">
                <a:latin typeface="Helvetica" charset="0"/>
                <a:ea typeface="Helvetica" charset="0"/>
                <a:cs typeface="Helvetica" charset="0"/>
              </a:endParaRPr>
            </a:p>
          </p:txBody>
        </p:sp>
      </p:grpSp>
      <p:grpSp>
        <p:nvGrpSpPr>
          <p:cNvPr id="147" name="Group 146"/>
          <p:cNvGrpSpPr/>
          <p:nvPr/>
        </p:nvGrpSpPr>
        <p:grpSpPr>
          <a:xfrm>
            <a:off x="3170056" y="194966"/>
            <a:ext cx="292068" cy="250637"/>
            <a:chOff x="1557107" y="479017"/>
            <a:chExt cx="292068" cy="250637"/>
          </a:xfrm>
        </p:grpSpPr>
        <p:sp>
          <p:nvSpPr>
            <p:cNvPr id="148" name="Oval 147"/>
            <p:cNvSpPr/>
            <p:nvPr/>
          </p:nvSpPr>
          <p:spPr>
            <a:xfrm>
              <a:off x="1651321" y="657654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atin typeface="Helvetica" charset="0"/>
                  <a:ea typeface="Helvetica" charset="0"/>
                  <a:cs typeface="Helvetica" charset="0"/>
                </a:rPr>
                <a:t> 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557107" y="479017"/>
              <a:ext cx="2920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latin typeface="Helvetica" charset="0"/>
                  <a:ea typeface="Helvetica" charset="0"/>
                  <a:cs typeface="Helvetica" charset="0"/>
                </a:rPr>
                <a:t>e</a:t>
              </a:r>
              <a:r>
                <a:rPr lang="en-US" altLang="zh-CN" sz="900" baseline="-25000" dirty="0">
                  <a:latin typeface="Helvetica" charset="0"/>
                  <a:ea typeface="Helvetica" charset="0"/>
                  <a:cs typeface="Helvetica" charset="0"/>
                </a:rPr>
                <a:t>1</a:t>
              </a:r>
              <a:endParaRPr lang="en-US" sz="900" baseline="-25000" dirty="0">
                <a:latin typeface="Helvetica" charset="0"/>
                <a:ea typeface="Helvetica" charset="0"/>
                <a:cs typeface="Helvetic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0734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1498</TotalTime>
  <Words>44</Words>
  <Application>Microsoft Macintosh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Helvetica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137</cp:revision>
  <cp:lastPrinted>2018-10-15T07:32:27Z</cp:lastPrinted>
  <dcterms:created xsi:type="dcterms:W3CDTF">2018-08-04T07:55:00Z</dcterms:created>
  <dcterms:modified xsi:type="dcterms:W3CDTF">2018-10-15T18:04:30Z</dcterms:modified>
</cp:coreProperties>
</file>