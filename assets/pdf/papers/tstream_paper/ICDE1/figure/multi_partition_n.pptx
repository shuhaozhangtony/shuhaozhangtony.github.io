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7199313" cy="5400675"/>
  <p:notesSz cx="6858000" cy="9144000"/>
  <p:defaultTextStyle>
    <a:defPPr>
      <a:defRPr lang="en-US"/>
    </a:defPPr>
    <a:lvl1pPr marL="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1pPr>
    <a:lvl2pPr marL="36283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2pPr>
    <a:lvl3pPr marL="725668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3pPr>
    <a:lvl4pPr marL="1088502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4pPr>
    <a:lvl5pPr marL="1451336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5pPr>
    <a:lvl6pPr marL="181417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6pPr>
    <a:lvl7pPr marL="217700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7pPr>
    <a:lvl8pPr marL="2539837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8pPr>
    <a:lvl9pPr marL="2902671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47"/>
  </p:normalViewPr>
  <p:slideViewPr>
    <p:cSldViewPr snapToGrid="0" snapToObjects="1">
      <p:cViewPr>
        <p:scale>
          <a:sx n="78" d="100"/>
          <a:sy n="78" d="100"/>
        </p:scale>
        <p:origin x="3888" y="2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4" Type="http://schemas.openxmlformats.org/officeDocument/2006/relationships/oleObject" Target="file:////Users/shuhaozhang/myworkingonpapers/tsp_experiments/experiments/MB.xlsx" TargetMode="External"/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partition!$V$1</c:f>
              <c:strCache>
                <c:ptCount val="1"/>
                <c:pt idx="0">
                  <c:v>Write_Intensive</c:v>
                </c:pt>
              </c:strCache>
            </c:strRef>
          </c:tx>
          <c:spPr>
            <a:ln w="25400" cap="rnd">
              <a:solidFill>
                <a:srgbClr val="4472C4"/>
              </a:solidFill>
              <a:round/>
            </a:ln>
            <a:effectLst/>
          </c:spPr>
          <c:marker>
            <c:symbol val="x"/>
            <c:size val="15"/>
            <c:spPr>
              <a:pattFill prst="pct90">
                <a:fgClr>
                  <a:srgbClr val="4472C4"/>
                </a:fgClr>
                <a:bgClr>
                  <a:sysClr val="window" lastClr="FFFFFF"/>
                </a:bgClr>
              </a:pattFill>
              <a:ln w="25400">
                <a:solidFill>
                  <a:srgbClr val="4472C4"/>
                </a:solidFill>
              </a:ln>
              <a:effectLst/>
            </c:spPr>
          </c:marker>
          <c:xVal>
            <c:numRef>
              <c:f>partition!$U$2:$U$5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4.0</c:v>
                </c:pt>
                <c:pt idx="3">
                  <c:v>6.0</c:v>
                </c:pt>
              </c:numCache>
            </c:numRef>
          </c:xVal>
          <c:yVal>
            <c:numRef>
              <c:f>partition!$V$2:$V$5</c:f>
              <c:numCache>
                <c:formatCode>General</c:formatCode>
                <c:ptCount val="4"/>
                <c:pt idx="0">
                  <c:v>627.14311467205</c:v>
                </c:pt>
                <c:pt idx="1">
                  <c:v>430.040125575808</c:v>
                </c:pt>
                <c:pt idx="2">
                  <c:v>387.294473411514</c:v>
                </c:pt>
                <c:pt idx="3">
                  <c:v>256.730318606639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partition!$W$1</c:f>
              <c:strCache>
                <c:ptCount val="1"/>
                <c:pt idx="0">
                  <c:v>Read_Only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15"/>
            <c:spPr>
              <a:pattFill prst="wdUpDiag">
                <a:fgClr>
                  <a:srgbClr val="FF0000"/>
                </a:fgClr>
                <a:bgClr>
                  <a:sysClr val="window" lastClr="FFFFFF"/>
                </a:bgClr>
              </a:pattFill>
              <a:ln w="25400">
                <a:solidFill>
                  <a:srgbClr val="FF0000"/>
                </a:solidFill>
              </a:ln>
              <a:effectLst/>
            </c:spPr>
          </c:marker>
          <c:xVal>
            <c:numRef>
              <c:f>partition!$U$2:$U$5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4.0</c:v>
                </c:pt>
                <c:pt idx="3">
                  <c:v>6.0</c:v>
                </c:pt>
              </c:numCache>
            </c:numRef>
          </c:xVal>
          <c:yVal>
            <c:numRef>
              <c:f>partition!$W$2:$W$5</c:f>
              <c:numCache>
                <c:formatCode>General</c:formatCode>
                <c:ptCount val="4"/>
                <c:pt idx="0">
                  <c:v>435.85003685942</c:v>
                </c:pt>
                <c:pt idx="1">
                  <c:v>210.879765429453</c:v>
                </c:pt>
                <c:pt idx="2">
                  <c:v>132.753717341124</c:v>
                </c:pt>
                <c:pt idx="3">
                  <c:v>112.894306243501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20426880"/>
        <c:axId val="1809739216"/>
      </c:scatterChart>
      <c:valAx>
        <c:axId val="2020426880"/>
        <c:scaling>
          <c:orientation val="minMax"/>
          <c:max val="6.0"/>
          <c:min val="1.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2800" b="1" dirty="0" smtClean="0">
                    <a:solidFill>
                      <a:schemeClr val="tx1"/>
                    </a:solidFill>
                  </a:rPr>
                  <a:t>Partitions per Transaction</a:t>
                </a:r>
                <a:endParaRPr lang="en-US" sz="2800" b="1" dirty="0">
                  <a:solidFill>
                    <a:schemeClr val="tx1"/>
                  </a:solidFill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9739216"/>
        <c:crosses val="autoZero"/>
        <c:crossBetween val="midCat"/>
        <c:majorUnit val="1.0"/>
      </c:valAx>
      <c:valAx>
        <c:axId val="180973921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8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Throughput (k events/s)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8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0426880"/>
        <c:crosses val="autoZero"/>
        <c:crossBetween val="midCat"/>
      </c:valAx>
      <c:spPr>
        <a:noFill/>
        <a:ln w="25400">
          <a:solidFill>
            <a:schemeClr val="tx1"/>
          </a:solidFill>
        </a:ln>
        <a:effectLst/>
      </c:spPr>
    </c:plotArea>
    <c:legend>
      <c:legendPos val="t"/>
      <c:layout>
        <c:manualLayout>
          <c:xMode val="edge"/>
          <c:yMode val="edge"/>
          <c:x val="0.21916549537435"/>
          <c:y val="0.0564373897707231"/>
          <c:w val="0.725726190818485"/>
          <c:h val="0.0913300652233285"/>
        </c:manualLayout>
      </c:layout>
      <c:overlay val="1"/>
      <c:spPr>
        <a:noFill/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883861"/>
            <a:ext cx="6119416" cy="1880235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2836605"/>
            <a:ext cx="5399485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346420"/>
            <a:ext cx="6209407" cy="2246530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3614203"/>
            <a:ext cx="6209407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437680"/>
            <a:ext cx="3059708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437680"/>
            <a:ext cx="3059708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537"/>
            <a:ext cx="6209407" cy="104388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323916"/>
            <a:ext cx="3045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972747"/>
            <a:ext cx="304564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323916"/>
            <a:ext cx="3060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972747"/>
            <a:ext cx="306064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10/10/18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10/10/18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10/10/18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777598"/>
            <a:ext cx="3644652" cy="3837980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777598"/>
            <a:ext cx="3644652" cy="3837980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287536"/>
            <a:ext cx="1552352" cy="457682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287536"/>
            <a:ext cx="4567064" cy="457682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287537"/>
            <a:ext cx="6209407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437680"/>
            <a:ext cx="6209407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0B612-410D-A34A-8CD0-A05228050CA6}" type="datetimeFigureOut">
              <a:rPr lang="en-US" smtClean="0"/>
              <a:t>10/10/18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5005627"/>
            <a:ext cx="242976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2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36814" y="718457"/>
            <a:ext cx="571500" cy="34289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0972339"/>
              </p:ext>
            </p:extLst>
          </p:nvPr>
        </p:nvGraphicFramePr>
        <p:xfrm>
          <a:off x="-1" y="-1"/>
          <a:ext cx="7199313" cy="5400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00545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2643</TotalTime>
  <Words>8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38</cp:revision>
  <cp:lastPrinted>2018-09-28T06:28:24Z</cp:lastPrinted>
  <dcterms:created xsi:type="dcterms:W3CDTF">2018-09-13T08:59:53Z</dcterms:created>
  <dcterms:modified xsi:type="dcterms:W3CDTF">2018-10-10T11:37:42Z</dcterms:modified>
</cp:coreProperties>
</file>