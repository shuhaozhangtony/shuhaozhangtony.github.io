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6" r:id="rId1"/>
  </p:sldMasterIdLst>
  <p:sldIdLst>
    <p:sldId id="256" r:id="rId2"/>
  </p:sldIdLst>
  <p:sldSz cx="7199313" cy="4319588"/>
  <p:notesSz cx="6858000" cy="9144000"/>
  <p:defaultTextStyle>
    <a:defPPr>
      <a:defRPr lang="en-US"/>
    </a:defPPr>
    <a:lvl1pPr marL="0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1pPr>
    <a:lvl2pPr marL="362834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2pPr>
    <a:lvl3pPr marL="725668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3pPr>
    <a:lvl4pPr marL="1088502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4pPr>
    <a:lvl5pPr marL="1451336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5pPr>
    <a:lvl6pPr marL="1814170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6pPr>
    <a:lvl7pPr marL="2177004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7pPr>
    <a:lvl8pPr marL="2539837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8pPr>
    <a:lvl9pPr marL="2902671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51"/>
    <p:restoredTop sz="94647"/>
  </p:normalViewPr>
  <p:slideViewPr>
    <p:cSldViewPr snapToGrid="0" snapToObjects="1">
      <p:cViewPr varScale="1">
        <p:scale>
          <a:sx n="83" d="100"/>
          <a:sy n="83" d="100"/>
        </p:scale>
        <p:origin x="25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file:///\\Users\shuhaozhang\myworkingonpapers\tsp_experiments\experiments\MB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78936517970534"/>
          <c:y val="4.2359363902298101E-2"/>
          <c:w val="0.80532961964565197"/>
          <c:h val="0.830675981135238"/>
        </c:manualLayout>
      </c:layout>
      <c:lineChart>
        <c:grouping val="standard"/>
        <c:varyColors val="0"/>
        <c:ser>
          <c:idx val="0"/>
          <c:order val="0"/>
          <c:tx>
            <c:strRef>
              <c:f>mix!$B$1</c:f>
              <c:strCache>
                <c:ptCount val="1"/>
                <c:pt idx="0">
                  <c:v>read 0%</c:v>
                </c:pt>
              </c:strCache>
            </c:strRef>
          </c:tx>
          <c:spPr>
            <a:ln w="31750" cap="rnd">
              <a:solidFill>
                <a:sysClr val="windowText" lastClr="000000"/>
              </a:solidFill>
              <a:round/>
            </a:ln>
            <a:effectLst/>
          </c:spPr>
          <c:marker>
            <c:symbol val="circle"/>
            <c:size val="15"/>
            <c:spPr>
              <a:pattFill prst="wdUpDiag">
                <a:fgClr>
                  <a:sysClr val="windowText" lastClr="000000"/>
                </a:fgClr>
                <a:bgClr>
                  <a:sysClr val="window" lastClr="FFFFFF"/>
                </a:bgClr>
              </a:pattFill>
              <a:ln w="25400">
                <a:solidFill>
                  <a:sysClr val="windowText" lastClr="000000"/>
                </a:solidFill>
              </a:ln>
              <a:effectLst/>
            </c:spPr>
          </c:marker>
          <c:cat>
            <c:numRef>
              <c:f>mix!$A$2:$A$39</c:f>
              <c:numCache>
                <c:formatCode>General</c:formatCode>
                <c:ptCount val="3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</c:numCache>
            </c:numRef>
          </c:cat>
          <c:val>
            <c:numRef>
              <c:f>mix!$B$2:$B$39</c:f>
              <c:numCache>
                <c:formatCode>General</c:formatCode>
                <c:ptCount val="38"/>
                <c:pt idx="0">
                  <c:v>170.359573032258</c:v>
                </c:pt>
                <c:pt idx="1">
                  <c:v>212.73370525806399</c:v>
                </c:pt>
                <c:pt idx="2">
                  <c:v>218.66956735483799</c:v>
                </c:pt>
                <c:pt idx="3">
                  <c:v>234.94254987096701</c:v>
                </c:pt>
                <c:pt idx="4">
                  <c:v>241.158881612903</c:v>
                </c:pt>
                <c:pt idx="5">
                  <c:v>241.95762683870899</c:v>
                </c:pt>
                <c:pt idx="6">
                  <c:v>249.09388590322499</c:v>
                </c:pt>
                <c:pt idx="7">
                  <c:v>249.14687932257999</c:v>
                </c:pt>
                <c:pt idx="8">
                  <c:v>256.82580119354799</c:v>
                </c:pt>
                <c:pt idx="9">
                  <c:v>260.44123241935398</c:v>
                </c:pt>
                <c:pt idx="10">
                  <c:v>261.71043745161188</c:v>
                </c:pt>
                <c:pt idx="11">
                  <c:v>267.79751103225789</c:v>
                </c:pt>
                <c:pt idx="12">
                  <c:v>269.94239145161191</c:v>
                </c:pt>
                <c:pt idx="13">
                  <c:v>271.42893980645101</c:v>
                </c:pt>
                <c:pt idx="14">
                  <c:v>279.40841103225802</c:v>
                </c:pt>
                <c:pt idx="15">
                  <c:v>287.40491422580601</c:v>
                </c:pt>
                <c:pt idx="16">
                  <c:v>288.86355603225797</c:v>
                </c:pt>
                <c:pt idx="17">
                  <c:v>289.52890551612887</c:v>
                </c:pt>
                <c:pt idx="18">
                  <c:v>291.98807867741891</c:v>
                </c:pt>
                <c:pt idx="19">
                  <c:v>305.50104035483798</c:v>
                </c:pt>
                <c:pt idx="20">
                  <c:v>307.37528732257999</c:v>
                </c:pt>
                <c:pt idx="21">
                  <c:v>313.28238241935401</c:v>
                </c:pt>
                <c:pt idx="22">
                  <c:v>313.34532932258003</c:v>
                </c:pt>
                <c:pt idx="23">
                  <c:v>319.54113193548301</c:v>
                </c:pt>
                <c:pt idx="24">
                  <c:v>320.00660722580602</c:v>
                </c:pt>
                <c:pt idx="25">
                  <c:v>327.30813096774102</c:v>
                </c:pt>
                <c:pt idx="26">
                  <c:v>328.747839935483</c:v>
                </c:pt>
                <c:pt idx="27">
                  <c:v>335.4041045483869</c:v>
                </c:pt>
                <c:pt idx="28">
                  <c:v>358.39647941935402</c:v>
                </c:pt>
                <c:pt idx="29">
                  <c:v>371.34143990322502</c:v>
                </c:pt>
                <c:pt idx="30">
                  <c:v>397.04574796774102</c:v>
                </c:pt>
                <c:pt idx="31">
                  <c:v>397.42379258064489</c:v>
                </c:pt>
                <c:pt idx="32">
                  <c:v>409.01080490322499</c:v>
                </c:pt>
                <c:pt idx="33">
                  <c:v>436.40619783870892</c:v>
                </c:pt>
                <c:pt idx="34">
                  <c:v>441.43222880645101</c:v>
                </c:pt>
                <c:pt idx="35">
                  <c:v>452.721684838709</c:v>
                </c:pt>
                <c:pt idx="36">
                  <c:v>463.32952732258002</c:v>
                </c:pt>
                <c:pt idx="37">
                  <c:v>487.33443535483798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F91-40C0-979E-E390621197C8}"/>
            </c:ext>
          </c:extLst>
        </c:ser>
        <c:ser>
          <c:idx val="1"/>
          <c:order val="1"/>
          <c:tx>
            <c:strRef>
              <c:f>mix!$C$1</c:f>
              <c:strCache>
                <c:ptCount val="1"/>
                <c:pt idx="0">
                  <c:v>read 25%</c:v>
                </c:pt>
              </c:strCache>
            </c:strRef>
          </c:tx>
          <c:spPr>
            <a:ln w="25400" cap="rnd">
              <a:solidFill>
                <a:srgbClr val="E7E6E6">
                  <a:lumMod val="25000"/>
                </a:srgbClr>
              </a:solidFill>
              <a:round/>
            </a:ln>
            <a:effectLst/>
          </c:spPr>
          <c:marker>
            <c:symbol val="plus"/>
            <c:size val="15"/>
            <c:spPr>
              <a:pattFill prst="wdUpDiag">
                <a:fgClr>
                  <a:srgbClr val="70AD47"/>
                </a:fgClr>
                <a:bgClr>
                  <a:sysClr val="window" lastClr="FFFFFF"/>
                </a:bgClr>
              </a:pattFill>
              <a:ln w="63500">
                <a:solidFill>
                  <a:srgbClr val="70AD47"/>
                </a:solidFill>
              </a:ln>
              <a:effectLst/>
            </c:spPr>
          </c:marker>
          <c:cat>
            <c:numRef>
              <c:f>mix!$A$2:$A$39</c:f>
              <c:numCache>
                <c:formatCode>General</c:formatCode>
                <c:ptCount val="3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</c:numCache>
            </c:numRef>
          </c:cat>
          <c:val>
            <c:numRef>
              <c:f>mix!$C$2:$C$39</c:f>
              <c:numCache>
                <c:formatCode>General</c:formatCode>
                <c:ptCount val="38"/>
                <c:pt idx="0">
                  <c:v>203.417836346153</c:v>
                </c:pt>
                <c:pt idx="1">
                  <c:v>205.412173153846</c:v>
                </c:pt>
                <c:pt idx="2">
                  <c:v>209.94502519230701</c:v>
                </c:pt>
                <c:pt idx="3">
                  <c:v>215.534946461538</c:v>
                </c:pt>
                <c:pt idx="4">
                  <c:v>215.91026142307601</c:v>
                </c:pt>
                <c:pt idx="5">
                  <c:v>218.58977523076899</c:v>
                </c:pt>
                <c:pt idx="6">
                  <c:v>222.751592615384</c:v>
                </c:pt>
                <c:pt idx="7">
                  <c:v>223.676512346153</c:v>
                </c:pt>
                <c:pt idx="8">
                  <c:v>225.55342250000001</c:v>
                </c:pt>
                <c:pt idx="9">
                  <c:v>227.254280153846</c:v>
                </c:pt>
                <c:pt idx="10">
                  <c:v>228.080816307692</c:v>
                </c:pt>
                <c:pt idx="11">
                  <c:v>231.22644811538399</c:v>
                </c:pt>
                <c:pt idx="12">
                  <c:v>233.247161538461</c:v>
                </c:pt>
                <c:pt idx="13">
                  <c:v>234.20139</c:v>
                </c:pt>
                <c:pt idx="14">
                  <c:v>234.550021615384</c:v>
                </c:pt>
                <c:pt idx="15">
                  <c:v>237.02169392307599</c:v>
                </c:pt>
                <c:pt idx="16">
                  <c:v>238.423259846153</c:v>
                </c:pt>
                <c:pt idx="17">
                  <c:v>240.246470576923</c:v>
                </c:pt>
                <c:pt idx="18">
                  <c:v>240.580484230769</c:v>
                </c:pt>
                <c:pt idx="19">
                  <c:v>240.99182088461501</c:v>
                </c:pt>
                <c:pt idx="20">
                  <c:v>243.40110976923</c:v>
                </c:pt>
                <c:pt idx="21">
                  <c:v>244.03736676923</c:v>
                </c:pt>
                <c:pt idx="22">
                  <c:v>244.16591076923001</c:v>
                </c:pt>
                <c:pt idx="23">
                  <c:v>252.02218480769201</c:v>
                </c:pt>
                <c:pt idx="24">
                  <c:v>252.78139623076899</c:v>
                </c:pt>
                <c:pt idx="25">
                  <c:v>256.36574184615301</c:v>
                </c:pt>
                <c:pt idx="26">
                  <c:v>257.22996749999999</c:v>
                </c:pt>
                <c:pt idx="27">
                  <c:v>259.15864842307599</c:v>
                </c:pt>
                <c:pt idx="28">
                  <c:v>259.95786553846102</c:v>
                </c:pt>
                <c:pt idx="29">
                  <c:v>267.04417603846099</c:v>
                </c:pt>
                <c:pt idx="30">
                  <c:v>276.172694384615</c:v>
                </c:pt>
                <c:pt idx="31">
                  <c:v>277.42444188461502</c:v>
                </c:pt>
                <c:pt idx="32">
                  <c:v>279.69813515384601</c:v>
                </c:pt>
                <c:pt idx="33">
                  <c:v>285.43965088461499</c:v>
                </c:pt>
                <c:pt idx="34">
                  <c:v>287.179903153846</c:v>
                </c:pt>
                <c:pt idx="35">
                  <c:v>287.82551757692289</c:v>
                </c:pt>
                <c:pt idx="36">
                  <c:v>290.57498399999997</c:v>
                </c:pt>
                <c:pt idx="37">
                  <c:v>343.36799000000002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F91-40C0-979E-E390621197C8}"/>
            </c:ext>
          </c:extLst>
        </c:ser>
        <c:ser>
          <c:idx val="2"/>
          <c:order val="2"/>
          <c:tx>
            <c:strRef>
              <c:f>mix!$D$1</c:f>
              <c:strCache>
                <c:ptCount val="1"/>
                <c:pt idx="0">
                  <c:v>read 50%</c:v>
                </c:pt>
              </c:strCache>
            </c:strRef>
          </c:tx>
          <c:spPr>
            <a:ln w="19050" cap="rnd">
              <a:solidFill>
                <a:schemeClr val="tx1"/>
              </a:solidFill>
              <a:round/>
            </a:ln>
            <a:effectLst/>
          </c:spPr>
          <c:marker>
            <c:symbol val="x"/>
            <c:size val="15"/>
            <c:spPr>
              <a:pattFill prst="pct5">
                <a:fgClr>
                  <a:srgbClr val="FF0000"/>
                </a:fgClr>
                <a:bgClr>
                  <a:sysClr val="window" lastClr="FFFFFF"/>
                </a:bgClr>
              </a:pattFill>
              <a:ln w="25400">
                <a:solidFill>
                  <a:srgbClr val="FF0000"/>
                </a:solidFill>
              </a:ln>
              <a:effectLst/>
            </c:spPr>
          </c:marker>
          <c:cat>
            <c:numRef>
              <c:f>mix!$A$2:$A$39</c:f>
              <c:numCache>
                <c:formatCode>General</c:formatCode>
                <c:ptCount val="3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</c:numCache>
            </c:numRef>
          </c:cat>
          <c:val>
            <c:numRef>
              <c:f>mix!$D$2:$D$39</c:f>
              <c:numCache>
                <c:formatCode>General</c:formatCode>
                <c:ptCount val="38"/>
                <c:pt idx="0">
                  <c:v>101.356133133333</c:v>
                </c:pt>
                <c:pt idx="1">
                  <c:v>104.675208566666</c:v>
                </c:pt>
                <c:pt idx="2">
                  <c:v>113.93878763333301</c:v>
                </c:pt>
                <c:pt idx="3">
                  <c:v>116.628960533333</c:v>
                </c:pt>
                <c:pt idx="4">
                  <c:v>118.832899933333</c:v>
                </c:pt>
                <c:pt idx="5">
                  <c:v>120.0102467</c:v>
                </c:pt>
                <c:pt idx="6">
                  <c:v>120.2177075</c:v>
                </c:pt>
                <c:pt idx="7">
                  <c:v>121.69539923333301</c:v>
                </c:pt>
                <c:pt idx="8">
                  <c:v>123.3055542</c:v>
                </c:pt>
                <c:pt idx="9">
                  <c:v>123.46052986666599</c:v>
                </c:pt>
                <c:pt idx="10">
                  <c:v>126.061107766666</c:v>
                </c:pt>
                <c:pt idx="11">
                  <c:v>126.3891354</c:v>
                </c:pt>
                <c:pt idx="12">
                  <c:v>128.431169166666</c:v>
                </c:pt>
                <c:pt idx="13">
                  <c:v>129.77120869999999</c:v>
                </c:pt>
                <c:pt idx="14">
                  <c:v>135.42609203333299</c:v>
                </c:pt>
                <c:pt idx="15">
                  <c:v>136.3310602</c:v>
                </c:pt>
                <c:pt idx="16">
                  <c:v>137.19413130000001</c:v>
                </c:pt>
                <c:pt idx="17">
                  <c:v>137.44968369999901</c:v>
                </c:pt>
                <c:pt idx="18">
                  <c:v>137.7510442</c:v>
                </c:pt>
                <c:pt idx="19">
                  <c:v>139.04852550000001</c:v>
                </c:pt>
                <c:pt idx="20">
                  <c:v>139.19972666666601</c:v>
                </c:pt>
                <c:pt idx="21">
                  <c:v>140.36032413333299</c:v>
                </c:pt>
                <c:pt idx="22">
                  <c:v>143.42313559999999</c:v>
                </c:pt>
                <c:pt idx="23">
                  <c:v>143.44840073333299</c:v>
                </c:pt>
                <c:pt idx="24">
                  <c:v>146.28314619999901</c:v>
                </c:pt>
                <c:pt idx="25">
                  <c:v>147.87398036666599</c:v>
                </c:pt>
                <c:pt idx="26">
                  <c:v>150.92635406666599</c:v>
                </c:pt>
                <c:pt idx="27">
                  <c:v>156.28052700000001</c:v>
                </c:pt>
                <c:pt idx="28">
                  <c:v>161.411122066666</c:v>
                </c:pt>
                <c:pt idx="29">
                  <c:v>168.73243516666599</c:v>
                </c:pt>
                <c:pt idx="30">
                  <c:v>169.627705033333</c:v>
                </c:pt>
                <c:pt idx="31">
                  <c:v>170.616720666666</c:v>
                </c:pt>
                <c:pt idx="32">
                  <c:v>182.270536666666</c:v>
                </c:pt>
                <c:pt idx="33">
                  <c:v>187.320566933333</c:v>
                </c:pt>
                <c:pt idx="34">
                  <c:v>190.48641719999901</c:v>
                </c:pt>
                <c:pt idx="35">
                  <c:v>193.1477644</c:v>
                </c:pt>
                <c:pt idx="36">
                  <c:v>198.36001443333299</c:v>
                </c:pt>
                <c:pt idx="37">
                  <c:v>226.98411293333299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F91-40C0-979E-E390621197C8}"/>
            </c:ext>
          </c:extLst>
        </c:ser>
        <c:ser>
          <c:idx val="3"/>
          <c:order val="3"/>
          <c:tx>
            <c:strRef>
              <c:f>mix!$E$1</c:f>
              <c:strCache>
                <c:ptCount val="1"/>
                <c:pt idx="0">
                  <c:v>read 75%</c:v>
                </c:pt>
              </c:strCache>
            </c:strRef>
          </c:tx>
          <c:spPr>
            <a:ln w="25400" cap="rnd">
              <a:solidFill>
                <a:sysClr val="windowText" lastClr="000000"/>
              </a:solidFill>
              <a:round/>
            </a:ln>
            <a:effectLst/>
          </c:spPr>
          <c:marker>
            <c:symbol val="square"/>
            <c:size val="15"/>
            <c:spPr>
              <a:pattFill prst="lgCheck">
                <a:fgClr>
                  <a:srgbClr val="ED7D31"/>
                </a:fgClr>
                <a:bgClr>
                  <a:sysClr val="window" lastClr="FFFFFF"/>
                </a:bgClr>
              </a:pattFill>
              <a:ln w="25400">
                <a:solidFill>
                  <a:srgbClr val="ED7D31"/>
                </a:solidFill>
              </a:ln>
              <a:effectLst/>
            </c:spPr>
          </c:marker>
          <c:cat>
            <c:numRef>
              <c:f>mix!$A$2:$A$39</c:f>
              <c:numCache>
                <c:formatCode>General</c:formatCode>
                <c:ptCount val="3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</c:numCache>
            </c:numRef>
          </c:cat>
          <c:val>
            <c:numRef>
              <c:f>mix!$E$2:$E$39</c:f>
              <c:numCache>
                <c:formatCode>General</c:formatCode>
                <c:ptCount val="38"/>
                <c:pt idx="0">
                  <c:v>78.883116137930983</c:v>
                </c:pt>
                <c:pt idx="1">
                  <c:v>105.248111413793</c:v>
                </c:pt>
                <c:pt idx="2">
                  <c:v>107.662489137931</c:v>
                </c:pt>
                <c:pt idx="3">
                  <c:v>109.47799634482701</c:v>
                </c:pt>
                <c:pt idx="4">
                  <c:v>119.213516103448</c:v>
                </c:pt>
                <c:pt idx="5">
                  <c:v>123.09918151724101</c:v>
                </c:pt>
                <c:pt idx="6">
                  <c:v>124.020189482758</c:v>
                </c:pt>
                <c:pt idx="7">
                  <c:v>127.006658034482</c:v>
                </c:pt>
                <c:pt idx="8">
                  <c:v>128.22022048275801</c:v>
                </c:pt>
                <c:pt idx="9">
                  <c:v>129.20338020689599</c:v>
                </c:pt>
                <c:pt idx="10">
                  <c:v>131.43183727586199</c:v>
                </c:pt>
                <c:pt idx="11">
                  <c:v>132.033036034482</c:v>
                </c:pt>
                <c:pt idx="12">
                  <c:v>132.850012137931</c:v>
                </c:pt>
                <c:pt idx="13">
                  <c:v>133.027266793103</c:v>
                </c:pt>
                <c:pt idx="14">
                  <c:v>133.09241686206801</c:v>
                </c:pt>
                <c:pt idx="15">
                  <c:v>133.76227027586199</c:v>
                </c:pt>
                <c:pt idx="16">
                  <c:v>134.52067913793101</c:v>
                </c:pt>
                <c:pt idx="17">
                  <c:v>134.83434482758599</c:v>
                </c:pt>
                <c:pt idx="18">
                  <c:v>135.209159</c:v>
                </c:pt>
                <c:pt idx="19">
                  <c:v>136.776457931034</c:v>
                </c:pt>
                <c:pt idx="20">
                  <c:v>137.117831206896</c:v>
                </c:pt>
                <c:pt idx="21">
                  <c:v>138.32650503448201</c:v>
                </c:pt>
                <c:pt idx="22">
                  <c:v>139.15886924137899</c:v>
                </c:pt>
                <c:pt idx="23">
                  <c:v>141.049851551724</c:v>
                </c:pt>
                <c:pt idx="24">
                  <c:v>142.6491528965509</c:v>
                </c:pt>
                <c:pt idx="25">
                  <c:v>147.08067093103401</c:v>
                </c:pt>
                <c:pt idx="26">
                  <c:v>150.55206455172399</c:v>
                </c:pt>
                <c:pt idx="27">
                  <c:v>155.427624689655</c:v>
                </c:pt>
                <c:pt idx="28">
                  <c:v>158.44527886206899</c:v>
                </c:pt>
                <c:pt idx="29">
                  <c:v>160.383319172413</c:v>
                </c:pt>
                <c:pt idx="30">
                  <c:v>161.291508413793</c:v>
                </c:pt>
                <c:pt idx="31">
                  <c:v>162.265693413793</c:v>
                </c:pt>
                <c:pt idx="32">
                  <c:v>164.019302448275</c:v>
                </c:pt>
                <c:pt idx="33">
                  <c:v>171.68300551724101</c:v>
                </c:pt>
                <c:pt idx="34">
                  <c:v>178.97711727586201</c:v>
                </c:pt>
                <c:pt idx="35">
                  <c:v>180.66152862068901</c:v>
                </c:pt>
                <c:pt idx="36">
                  <c:v>283.62443403448202</c:v>
                </c:pt>
                <c:pt idx="37">
                  <c:v>308.60041448275803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7F91-40C0-979E-E390621197C8}"/>
            </c:ext>
          </c:extLst>
        </c:ser>
        <c:ser>
          <c:idx val="4"/>
          <c:order val="4"/>
          <c:tx>
            <c:strRef>
              <c:f>mix!$F$1</c:f>
              <c:strCache>
                <c:ptCount val="1"/>
                <c:pt idx="0">
                  <c:v>read 100%</c:v>
                </c:pt>
              </c:strCache>
            </c:strRef>
          </c:tx>
          <c:spPr>
            <a:ln w="25400" cap="rnd">
              <a:solidFill>
                <a:sysClr val="windowText" lastClr="000000"/>
              </a:solidFill>
              <a:round/>
            </a:ln>
            <a:effectLst/>
          </c:spPr>
          <c:marker>
            <c:symbol val="diamond"/>
            <c:size val="15"/>
            <c:spPr>
              <a:pattFill prst="pct5">
                <a:fgClr>
                  <a:srgbClr val="4472C4"/>
                </a:fgClr>
                <a:bgClr>
                  <a:sysClr val="window" lastClr="FFFFFF"/>
                </a:bgClr>
              </a:pattFill>
              <a:ln w="25400">
                <a:solidFill>
                  <a:srgbClr val="4472C4"/>
                </a:solidFill>
              </a:ln>
              <a:effectLst/>
            </c:spPr>
          </c:marker>
          <c:cat>
            <c:numRef>
              <c:f>mix!$A$2:$A$39</c:f>
              <c:numCache>
                <c:formatCode>General</c:formatCode>
                <c:ptCount val="3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</c:numCache>
            </c:numRef>
          </c:cat>
          <c:val>
            <c:numRef>
              <c:f>mix!$F$2:$F$39</c:f>
              <c:numCache>
                <c:formatCode>General</c:formatCode>
                <c:ptCount val="38"/>
                <c:pt idx="0">
                  <c:v>40.250283304347803</c:v>
                </c:pt>
                <c:pt idx="1">
                  <c:v>44.158611434782493</c:v>
                </c:pt>
                <c:pt idx="2">
                  <c:v>44.981485891304288</c:v>
                </c:pt>
                <c:pt idx="3">
                  <c:v>45.074160608695593</c:v>
                </c:pt>
                <c:pt idx="4">
                  <c:v>45.779952804347801</c:v>
                </c:pt>
                <c:pt idx="5">
                  <c:v>46.213205282608698</c:v>
                </c:pt>
                <c:pt idx="6">
                  <c:v>46.223057304347797</c:v>
                </c:pt>
                <c:pt idx="7">
                  <c:v>47.094174217391298</c:v>
                </c:pt>
                <c:pt idx="8">
                  <c:v>47.579640978260798</c:v>
                </c:pt>
                <c:pt idx="9">
                  <c:v>48.624331282608701</c:v>
                </c:pt>
                <c:pt idx="10">
                  <c:v>51.143568782608703</c:v>
                </c:pt>
                <c:pt idx="11">
                  <c:v>53.057790391304287</c:v>
                </c:pt>
                <c:pt idx="12">
                  <c:v>55.119049521739093</c:v>
                </c:pt>
                <c:pt idx="13">
                  <c:v>59.998379260869498</c:v>
                </c:pt>
                <c:pt idx="14">
                  <c:v>60.3217723913043</c:v>
                </c:pt>
                <c:pt idx="15">
                  <c:v>61.747594652173902</c:v>
                </c:pt>
                <c:pt idx="16">
                  <c:v>61.8998236521739</c:v>
                </c:pt>
                <c:pt idx="17">
                  <c:v>62.0498146521739</c:v>
                </c:pt>
                <c:pt idx="18">
                  <c:v>62.655479195652092</c:v>
                </c:pt>
                <c:pt idx="19">
                  <c:v>63.481248630434798</c:v>
                </c:pt>
                <c:pt idx="20">
                  <c:v>64.171811652173886</c:v>
                </c:pt>
                <c:pt idx="21">
                  <c:v>64.595664999999997</c:v>
                </c:pt>
                <c:pt idx="22">
                  <c:v>65.361373478260802</c:v>
                </c:pt>
                <c:pt idx="23">
                  <c:v>65.377709630434765</c:v>
                </c:pt>
                <c:pt idx="24">
                  <c:v>66.8552935217391</c:v>
                </c:pt>
                <c:pt idx="25">
                  <c:v>67.969837978260799</c:v>
                </c:pt>
                <c:pt idx="26">
                  <c:v>71.966617369565199</c:v>
                </c:pt>
                <c:pt idx="27">
                  <c:v>75.901278130434676</c:v>
                </c:pt>
                <c:pt idx="28">
                  <c:v>77.375674913043383</c:v>
                </c:pt>
                <c:pt idx="29">
                  <c:v>78.504655782608694</c:v>
                </c:pt>
                <c:pt idx="30">
                  <c:v>83.773766891304305</c:v>
                </c:pt>
                <c:pt idx="31">
                  <c:v>84.609807956521678</c:v>
                </c:pt>
                <c:pt idx="32">
                  <c:v>91.825846304347806</c:v>
                </c:pt>
                <c:pt idx="33">
                  <c:v>92.044966869565201</c:v>
                </c:pt>
                <c:pt idx="34">
                  <c:v>95.4018713695652</c:v>
                </c:pt>
                <c:pt idx="35">
                  <c:v>114.09471536956499</c:v>
                </c:pt>
                <c:pt idx="36">
                  <c:v>144.85282436956501</c:v>
                </c:pt>
                <c:pt idx="37">
                  <c:v>250.004224934782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7F91-40C0-979E-E390621197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50929088"/>
        <c:axId val="982032144"/>
      </c:lineChart>
      <c:catAx>
        <c:axId val="1250929088"/>
        <c:scaling>
          <c:orientation val="minMax"/>
        </c:scaling>
        <c:delete val="1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/>
                    </a:solidFill>
                    <a:latin typeface="Helvetica" charset="0"/>
                    <a:ea typeface="Helvetica" charset="0"/>
                    <a:cs typeface="Helvetica" charset="0"/>
                  </a:defRPr>
                </a:pPr>
                <a:r>
                  <a:rPr lang="en-US"/>
                  <a:t>txn processing time per core (38 cores) </a:t>
                </a:r>
              </a:p>
            </c:rich>
          </c:tx>
          <c:layout>
            <c:manualLayout>
              <c:xMode val="edge"/>
              <c:yMode val="edge"/>
              <c:x val="0.21707476358509001"/>
              <c:y val="0.91097594282196204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400" b="0" i="0" u="none" strike="noStrike" kern="1200" baseline="0">
                  <a:solidFill>
                    <a:schemeClr val="tx1"/>
                  </a:solidFill>
                  <a:latin typeface="Helvetica" charset="0"/>
                  <a:ea typeface="Helvetica" charset="0"/>
                  <a:cs typeface="Helvetica" charset="0"/>
                </a:defRPr>
              </a:pPr>
              <a:endParaRPr lang="en-US"/>
            </a:p>
          </c:txPr>
        </c:title>
        <c:numFmt formatCode="#,##0" sourceLinked="0"/>
        <c:majorTickMark val="out"/>
        <c:minorTickMark val="none"/>
        <c:tickLblPos val="nextTo"/>
        <c:crossAx val="982032144"/>
        <c:crosses val="autoZero"/>
        <c:auto val="1"/>
        <c:lblAlgn val="ctr"/>
        <c:lblOffset val="100"/>
        <c:noMultiLvlLbl val="0"/>
      </c:catAx>
      <c:valAx>
        <c:axId val="982032144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/>
                    </a:solidFill>
                    <a:latin typeface="Helvetica" charset="0"/>
                    <a:ea typeface="Helvetica" charset="0"/>
                    <a:cs typeface="Helvetica" charset="0"/>
                  </a:defRPr>
                </a:pPr>
                <a:r>
                  <a:rPr lang="en-US"/>
                  <a:t>Processing time (ms)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400" b="0" i="0" u="none" strike="noStrike" kern="1200" baseline="0">
                  <a:solidFill>
                    <a:schemeClr val="tx1"/>
                  </a:solidFill>
                  <a:latin typeface="Helvetica" charset="0"/>
                  <a:ea typeface="Helvetica" charset="0"/>
                  <a:cs typeface="Helvetica" charset="0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low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pPr>
            <a:endParaRPr lang="en-US"/>
          </a:p>
        </c:txPr>
        <c:crossAx val="1250929088"/>
        <c:crosses val="autoZero"/>
        <c:crossBetween val="between"/>
      </c:valAx>
      <c:spPr>
        <a:noFill/>
        <a:ln w="25400">
          <a:solidFill>
            <a:schemeClr val="tx1"/>
          </a:solidFill>
        </a:ln>
        <a:effectLst/>
      </c:spPr>
    </c:plotArea>
    <c:legend>
      <c:legendPos val="t"/>
      <c:layout>
        <c:manualLayout>
          <c:xMode val="edge"/>
          <c:yMode val="edge"/>
          <c:x val="0.18220502428495608"/>
          <c:y val="5.2921713830115277E-2"/>
          <c:w val="0.74143324508880226"/>
          <c:h val="0.18694236579970128"/>
        </c:manualLayout>
      </c:layout>
      <c:overlay val="0"/>
      <c:spPr>
        <a:noFill/>
        <a:ln w="25400">
          <a:solidFill>
            <a:schemeClr val="tx1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/>
              </a:solidFill>
              <a:latin typeface="Helvetica" charset="0"/>
              <a:ea typeface="Helvetica" charset="0"/>
              <a:cs typeface="Helvetica" charset="0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400">
          <a:solidFill>
            <a:schemeClr val="tx1"/>
          </a:solidFill>
          <a:latin typeface="Helvetica" charset="0"/>
          <a:ea typeface="Helvetica" charset="0"/>
          <a:cs typeface="Helvetica" charset="0"/>
        </a:defRPr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99914" y="706933"/>
            <a:ext cx="5399485" cy="1503857"/>
          </a:xfrm>
        </p:spPr>
        <p:txBody>
          <a:bodyPr anchor="b"/>
          <a:lstStyle>
            <a:lvl1pPr algn="ctr">
              <a:defRPr sz="3543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914" y="2268784"/>
            <a:ext cx="5399485" cy="1042900"/>
          </a:xfrm>
        </p:spPr>
        <p:txBody>
          <a:bodyPr/>
          <a:lstStyle>
            <a:lvl1pPr marL="0" indent="0" algn="ctr">
              <a:buNone/>
              <a:defRPr sz="1417"/>
            </a:lvl1pPr>
            <a:lvl2pPr marL="269977" indent="0" algn="ctr">
              <a:buNone/>
              <a:defRPr sz="1181"/>
            </a:lvl2pPr>
            <a:lvl3pPr marL="539953" indent="0" algn="ctr">
              <a:buNone/>
              <a:defRPr sz="1063"/>
            </a:lvl3pPr>
            <a:lvl4pPr marL="809930" indent="0" algn="ctr">
              <a:buNone/>
              <a:defRPr sz="945"/>
            </a:lvl4pPr>
            <a:lvl5pPr marL="1079906" indent="0" algn="ctr">
              <a:buNone/>
              <a:defRPr sz="945"/>
            </a:lvl5pPr>
            <a:lvl6pPr marL="1349883" indent="0" algn="ctr">
              <a:buNone/>
              <a:defRPr sz="945"/>
            </a:lvl6pPr>
            <a:lvl7pPr marL="1619860" indent="0" algn="ctr">
              <a:buNone/>
              <a:defRPr sz="945"/>
            </a:lvl7pPr>
            <a:lvl8pPr marL="1889836" indent="0" algn="ctr">
              <a:buNone/>
              <a:defRPr sz="945"/>
            </a:lvl8pPr>
            <a:lvl9pPr marL="2159813" indent="0" algn="ctr">
              <a:buNone/>
              <a:defRPr sz="945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203" y="1076898"/>
            <a:ext cx="6209407" cy="1796828"/>
          </a:xfrm>
        </p:spPr>
        <p:txBody>
          <a:bodyPr anchor="b"/>
          <a:lstStyle>
            <a:lvl1pPr>
              <a:defRPr sz="3543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1203" y="2890725"/>
            <a:ext cx="6209407" cy="944910"/>
          </a:xfrm>
        </p:spPr>
        <p:txBody>
          <a:bodyPr/>
          <a:lstStyle>
            <a:lvl1pPr marL="0" indent="0">
              <a:buNone/>
              <a:defRPr sz="1417">
                <a:solidFill>
                  <a:schemeClr val="tx1">
                    <a:tint val="75000"/>
                  </a:schemeClr>
                </a:solidFill>
              </a:defRPr>
            </a:lvl1pPr>
            <a:lvl2pPr marL="269977" indent="0">
              <a:buNone/>
              <a:defRPr sz="1181">
                <a:solidFill>
                  <a:schemeClr val="tx1">
                    <a:tint val="75000"/>
                  </a:schemeClr>
                </a:solidFill>
              </a:defRPr>
            </a:lvl2pPr>
            <a:lvl3pPr marL="539953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3pPr>
            <a:lvl4pPr marL="80993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4pPr>
            <a:lvl5pPr marL="1079906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5pPr>
            <a:lvl6pPr marL="1349883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6pPr>
            <a:lvl7pPr marL="161986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7pPr>
            <a:lvl8pPr marL="1889836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8pPr>
            <a:lvl9pPr marL="2159813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4953" y="1149890"/>
            <a:ext cx="3059708" cy="274073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4652" y="1149890"/>
            <a:ext cx="3059708" cy="274073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229978"/>
            <a:ext cx="6209407" cy="83492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891" y="1058899"/>
            <a:ext cx="3045647" cy="518950"/>
          </a:xfrm>
        </p:spPr>
        <p:txBody>
          <a:bodyPr anchor="b"/>
          <a:lstStyle>
            <a:lvl1pPr marL="0" indent="0">
              <a:buNone/>
              <a:defRPr sz="1417" b="1"/>
            </a:lvl1pPr>
            <a:lvl2pPr marL="269977" indent="0">
              <a:buNone/>
              <a:defRPr sz="1181" b="1"/>
            </a:lvl2pPr>
            <a:lvl3pPr marL="539953" indent="0">
              <a:buNone/>
              <a:defRPr sz="1063" b="1"/>
            </a:lvl3pPr>
            <a:lvl4pPr marL="809930" indent="0">
              <a:buNone/>
              <a:defRPr sz="945" b="1"/>
            </a:lvl4pPr>
            <a:lvl5pPr marL="1079906" indent="0">
              <a:buNone/>
              <a:defRPr sz="945" b="1"/>
            </a:lvl5pPr>
            <a:lvl6pPr marL="1349883" indent="0">
              <a:buNone/>
              <a:defRPr sz="945" b="1"/>
            </a:lvl6pPr>
            <a:lvl7pPr marL="1619860" indent="0">
              <a:buNone/>
              <a:defRPr sz="945" b="1"/>
            </a:lvl7pPr>
            <a:lvl8pPr marL="1889836" indent="0">
              <a:buNone/>
              <a:defRPr sz="945" b="1"/>
            </a:lvl8pPr>
            <a:lvl9pPr marL="2159813" indent="0">
              <a:buNone/>
              <a:defRPr sz="945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891" y="1577849"/>
            <a:ext cx="3045647" cy="23207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44652" y="1058899"/>
            <a:ext cx="3060646" cy="518950"/>
          </a:xfrm>
        </p:spPr>
        <p:txBody>
          <a:bodyPr anchor="b"/>
          <a:lstStyle>
            <a:lvl1pPr marL="0" indent="0">
              <a:buNone/>
              <a:defRPr sz="1417" b="1"/>
            </a:lvl1pPr>
            <a:lvl2pPr marL="269977" indent="0">
              <a:buNone/>
              <a:defRPr sz="1181" b="1"/>
            </a:lvl2pPr>
            <a:lvl3pPr marL="539953" indent="0">
              <a:buNone/>
              <a:defRPr sz="1063" b="1"/>
            </a:lvl3pPr>
            <a:lvl4pPr marL="809930" indent="0">
              <a:buNone/>
              <a:defRPr sz="945" b="1"/>
            </a:lvl4pPr>
            <a:lvl5pPr marL="1079906" indent="0">
              <a:buNone/>
              <a:defRPr sz="945" b="1"/>
            </a:lvl5pPr>
            <a:lvl6pPr marL="1349883" indent="0">
              <a:buNone/>
              <a:defRPr sz="945" b="1"/>
            </a:lvl6pPr>
            <a:lvl7pPr marL="1619860" indent="0">
              <a:buNone/>
              <a:defRPr sz="945" b="1"/>
            </a:lvl7pPr>
            <a:lvl8pPr marL="1889836" indent="0">
              <a:buNone/>
              <a:defRPr sz="945" b="1"/>
            </a:lvl8pPr>
            <a:lvl9pPr marL="2159813" indent="0">
              <a:buNone/>
              <a:defRPr sz="945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44652" y="1577849"/>
            <a:ext cx="3060646" cy="23207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287972"/>
            <a:ext cx="2321966" cy="1007904"/>
          </a:xfrm>
        </p:spPr>
        <p:txBody>
          <a:bodyPr anchor="b"/>
          <a:lstStyle>
            <a:lvl1pPr>
              <a:defRPr sz="189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0646" y="621941"/>
            <a:ext cx="3644652" cy="3069707"/>
          </a:xfrm>
        </p:spPr>
        <p:txBody>
          <a:bodyPr/>
          <a:lstStyle>
            <a:lvl1pPr>
              <a:defRPr sz="1890"/>
            </a:lvl1pPr>
            <a:lvl2pPr>
              <a:defRPr sz="1653"/>
            </a:lvl2pPr>
            <a:lvl3pPr>
              <a:defRPr sz="1417"/>
            </a:lvl3pPr>
            <a:lvl4pPr>
              <a:defRPr sz="1181"/>
            </a:lvl4pPr>
            <a:lvl5pPr>
              <a:defRPr sz="1181"/>
            </a:lvl5pPr>
            <a:lvl6pPr>
              <a:defRPr sz="1181"/>
            </a:lvl6pPr>
            <a:lvl7pPr>
              <a:defRPr sz="1181"/>
            </a:lvl7pPr>
            <a:lvl8pPr>
              <a:defRPr sz="1181"/>
            </a:lvl8pPr>
            <a:lvl9pPr>
              <a:defRPr sz="1181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1" y="1295877"/>
            <a:ext cx="2321966" cy="2400771"/>
          </a:xfrm>
        </p:spPr>
        <p:txBody>
          <a:bodyPr/>
          <a:lstStyle>
            <a:lvl1pPr marL="0" indent="0">
              <a:buNone/>
              <a:defRPr sz="945"/>
            </a:lvl1pPr>
            <a:lvl2pPr marL="269977" indent="0">
              <a:buNone/>
              <a:defRPr sz="827"/>
            </a:lvl2pPr>
            <a:lvl3pPr marL="539953" indent="0">
              <a:buNone/>
              <a:defRPr sz="709"/>
            </a:lvl3pPr>
            <a:lvl4pPr marL="809930" indent="0">
              <a:buNone/>
              <a:defRPr sz="591"/>
            </a:lvl4pPr>
            <a:lvl5pPr marL="1079906" indent="0">
              <a:buNone/>
              <a:defRPr sz="591"/>
            </a:lvl5pPr>
            <a:lvl6pPr marL="1349883" indent="0">
              <a:buNone/>
              <a:defRPr sz="591"/>
            </a:lvl6pPr>
            <a:lvl7pPr marL="1619860" indent="0">
              <a:buNone/>
              <a:defRPr sz="591"/>
            </a:lvl7pPr>
            <a:lvl8pPr marL="1889836" indent="0">
              <a:buNone/>
              <a:defRPr sz="591"/>
            </a:lvl8pPr>
            <a:lvl9pPr marL="2159813" indent="0">
              <a:buNone/>
              <a:defRPr sz="59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287972"/>
            <a:ext cx="2321966" cy="1007904"/>
          </a:xfrm>
        </p:spPr>
        <p:txBody>
          <a:bodyPr anchor="b"/>
          <a:lstStyle>
            <a:lvl1pPr>
              <a:defRPr sz="189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60646" y="621941"/>
            <a:ext cx="3644652" cy="3069707"/>
          </a:xfrm>
        </p:spPr>
        <p:txBody>
          <a:bodyPr anchor="t"/>
          <a:lstStyle>
            <a:lvl1pPr marL="0" indent="0">
              <a:buNone/>
              <a:defRPr sz="1890"/>
            </a:lvl1pPr>
            <a:lvl2pPr marL="269977" indent="0">
              <a:buNone/>
              <a:defRPr sz="1653"/>
            </a:lvl2pPr>
            <a:lvl3pPr marL="539953" indent="0">
              <a:buNone/>
              <a:defRPr sz="1417"/>
            </a:lvl3pPr>
            <a:lvl4pPr marL="809930" indent="0">
              <a:buNone/>
              <a:defRPr sz="1181"/>
            </a:lvl4pPr>
            <a:lvl5pPr marL="1079906" indent="0">
              <a:buNone/>
              <a:defRPr sz="1181"/>
            </a:lvl5pPr>
            <a:lvl6pPr marL="1349883" indent="0">
              <a:buNone/>
              <a:defRPr sz="1181"/>
            </a:lvl6pPr>
            <a:lvl7pPr marL="1619860" indent="0">
              <a:buNone/>
              <a:defRPr sz="1181"/>
            </a:lvl7pPr>
            <a:lvl8pPr marL="1889836" indent="0">
              <a:buNone/>
              <a:defRPr sz="1181"/>
            </a:lvl8pPr>
            <a:lvl9pPr marL="2159813" indent="0">
              <a:buNone/>
              <a:defRPr sz="1181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1" y="1295877"/>
            <a:ext cx="2321966" cy="2400771"/>
          </a:xfrm>
        </p:spPr>
        <p:txBody>
          <a:bodyPr/>
          <a:lstStyle>
            <a:lvl1pPr marL="0" indent="0">
              <a:buNone/>
              <a:defRPr sz="945"/>
            </a:lvl1pPr>
            <a:lvl2pPr marL="269977" indent="0">
              <a:buNone/>
              <a:defRPr sz="827"/>
            </a:lvl2pPr>
            <a:lvl3pPr marL="539953" indent="0">
              <a:buNone/>
              <a:defRPr sz="709"/>
            </a:lvl3pPr>
            <a:lvl4pPr marL="809930" indent="0">
              <a:buNone/>
              <a:defRPr sz="591"/>
            </a:lvl4pPr>
            <a:lvl5pPr marL="1079906" indent="0">
              <a:buNone/>
              <a:defRPr sz="591"/>
            </a:lvl5pPr>
            <a:lvl6pPr marL="1349883" indent="0">
              <a:buNone/>
              <a:defRPr sz="591"/>
            </a:lvl6pPr>
            <a:lvl7pPr marL="1619860" indent="0">
              <a:buNone/>
              <a:defRPr sz="591"/>
            </a:lvl7pPr>
            <a:lvl8pPr marL="1889836" indent="0">
              <a:buNone/>
              <a:defRPr sz="591"/>
            </a:lvl8pPr>
            <a:lvl9pPr marL="2159813" indent="0">
              <a:buNone/>
              <a:defRPr sz="59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52008" y="229978"/>
            <a:ext cx="1552352" cy="366065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4953" y="229978"/>
            <a:ext cx="4567064" cy="366065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4953" y="229978"/>
            <a:ext cx="6209407" cy="834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4953" y="1149890"/>
            <a:ext cx="6209407" cy="27407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953" y="4003618"/>
            <a:ext cx="1619845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84773" y="4003618"/>
            <a:ext cx="2429768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084515" y="4003618"/>
            <a:ext cx="1619845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67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539953" rtl="0" eaLnBrk="1" latinLnBrk="0" hangingPunct="1">
        <a:lnSpc>
          <a:spcPct val="90000"/>
        </a:lnSpc>
        <a:spcBef>
          <a:spcPct val="0"/>
        </a:spcBef>
        <a:buNone/>
        <a:defRPr sz="259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4988" indent="-134988" algn="l" defTabSz="539953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1pPr>
      <a:lvl2pPr marL="404965" indent="-134988" algn="l" defTabSz="539953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2pPr>
      <a:lvl3pPr marL="674942" indent="-134988" algn="l" defTabSz="539953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181" kern="1200">
          <a:solidFill>
            <a:schemeClr val="tx1"/>
          </a:solidFill>
          <a:latin typeface="+mn-lt"/>
          <a:ea typeface="+mn-ea"/>
          <a:cs typeface="+mn-cs"/>
        </a:defRPr>
      </a:lvl3pPr>
      <a:lvl4pPr marL="944918" indent="-134988" algn="l" defTabSz="539953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4pPr>
      <a:lvl5pPr marL="1214895" indent="-134988" algn="l" defTabSz="539953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5pPr>
      <a:lvl6pPr marL="1484871" indent="-134988" algn="l" defTabSz="539953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6pPr>
      <a:lvl7pPr marL="1754848" indent="-134988" algn="l" defTabSz="539953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7pPr>
      <a:lvl8pPr marL="2024825" indent="-134988" algn="l" defTabSz="539953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8pPr>
      <a:lvl9pPr marL="2294801" indent="-134988" algn="l" defTabSz="539953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9953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1pPr>
      <a:lvl2pPr marL="269977" algn="l" defTabSz="539953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2pPr>
      <a:lvl3pPr marL="539953" algn="l" defTabSz="539953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3pPr>
      <a:lvl4pPr marL="809930" algn="l" defTabSz="539953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4pPr>
      <a:lvl5pPr marL="1079906" algn="l" defTabSz="539953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5pPr>
      <a:lvl6pPr marL="1349883" algn="l" defTabSz="539953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6pPr>
      <a:lvl7pPr marL="1619860" algn="l" defTabSz="539953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7pPr>
      <a:lvl8pPr marL="1889836" algn="l" defTabSz="539953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8pPr>
      <a:lvl9pPr marL="2159813" algn="l" defTabSz="539953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14508082"/>
              </p:ext>
            </p:extLst>
          </p:nvPr>
        </p:nvGraphicFramePr>
        <p:xfrm>
          <a:off x="0" y="1"/>
          <a:ext cx="7199313" cy="43195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005455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2920</TotalTime>
  <Words>14</Words>
  <Application>Microsoft Office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zhang shuhao Tony</cp:lastModifiedBy>
  <cp:revision>43</cp:revision>
  <cp:lastPrinted>2018-09-26T10:15:47Z</cp:lastPrinted>
  <dcterms:created xsi:type="dcterms:W3CDTF">2018-09-13T08:59:53Z</dcterms:created>
  <dcterms:modified xsi:type="dcterms:W3CDTF">2018-10-16T02:51:45Z</dcterms:modified>
</cp:coreProperties>
</file>