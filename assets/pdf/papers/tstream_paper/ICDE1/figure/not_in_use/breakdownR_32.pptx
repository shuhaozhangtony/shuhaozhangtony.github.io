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2"/>
    <p:restoredTop sz="94647"/>
  </p:normalViewPr>
  <p:slideViewPr>
    <p:cSldViewPr snapToGrid="0" snapToObjects="1">
      <p:cViewPr varScale="1">
        <p:scale>
          <a:sx n="143" d="100"/>
          <a:sy n="143" d="100"/>
        </p:scale>
        <p:origin x="208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Read_only!$I$17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Read_only!$J$17:$M$17</c:f>
              <c:numCache>
                <c:formatCode>0%</c:formatCode>
                <c:ptCount val="4"/>
                <c:pt idx="0">
                  <c:v>0.439484396200814</c:v>
                </c:pt>
                <c:pt idx="1">
                  <c:v>0.0234798412667281</c:v>
                </c:pt>
                <c:pt idx="2">
                  <c:v>0.0316056414646049</c:v>
                </c:pt>
                <c:pt idx="3">
                  <c:v>0.502672849168611</c:v>
                </c:pt>
              </c:numCache>
            </c:numRef>
          </c:val>
        </c:ser>
        <c:ser>
          <c:idx val="3"/>
          <c:order val="1"/>
          <c:tx>
            <c:strRef>
              <c:f>Read_only!$I$19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Read_only!$J$19:$M$19</c:f>
              <c:numCache>
                <c:formatCode>0%</c:formatCode>
                <c:ptCount val="4"/>
                <c:pt idx="0">
                  <c:v>0.0</c:v>
                </c:pt>
                <c:pt idx="1">
                  <c:v>0.974594831362243</c:v>
                </c:pt>
                <c:pt idx="2">
                  <c:v>0.967472780653264</c:v>
                </c:pt>
                <c:pt idx="3" formatCode="General">
                  <c:v>0.144127115390295</c:v>
                </c:pt>
              </c:numCache>
            </c:numRef>
          </c:val>
        </c:ser>
        <c:ser>
          <c:idx val="2"/>
          <c:order val="2"/>
          <c:tx>
            <c:strRef>
              <c:f>Read_only!$I$20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Read_only!$J$20:$M$20</c:f>
              <c:numCache>
                <c:formatCode>0%</c:formatCode>
                <c:ptCount val="4"/>
                <c:pt idx="0">
                  <c:v>0.0869742198100407</c:v>
                </c:pt>
                <c:pt idx="1">
                  <c:v>0.000676643065879538</c:v>
                </c:pt>
                <c:pt idx="2">
                  <c:v>0.00032479220498708</c:v>
                </c:pt>
                <c:pt idx="3">
                  <c:v>0.0214123275938451</c:v>
                </c:pt>
              </c:numCache>
            </c:numRef>
          </c:val>
        </c:ser>
        <c:ser>
          <c:idx val="4"/>
          <c:order val="3"/>
          <c:tx>
            <c:strRef>
              <c:f>Read_only!$I$21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Read_only!$J$21:$M$21</c:f>
              <c:numCache>
                <c:formatCode>0%</c:formatCode>
                <c:ptCount val="4"/>
                <c:pt idx="0">
                  <c:v>0.00922659430122116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Read_only!$I$22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Read_only!$J$22:$M$22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Read_only!$I$23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Read_only!$J$23:$M$23</c:f>
              <c:numCache>
                <c:formatCode>0%</c:formatCode>
                <c:ptCount val="4"/>
                <c:pt idx="0">
                  <c:v>0.464314789687924</c:v>
                </c:pt>
                <c:pt idx="1">
                  <c:v>0.00124868430514968</c:v>
                </c:pt>
                <c:pt idx="2">
                  <c:v>0.000596785677143748</c:v>
                </c:pt>
                <c:pt idx="3">
                  <c:v>0.331787707847249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-882455808"/>
        <c:axId val="-882582368"/>
      </c:barChart>
      <c:catAx>
        <c:axId val="-882455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82582368"/>
        <c:crosses val="autoZero"/>
        <c:auto val="1"/>
        <c:lblAlgn val="ctr"/>
        <c:lblOffset val="100"/>
        <c:noMultiLvlLbl val="0"/>
      </c:catAx>
      <c:valAx>
        <c:axId val="-882582368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82455808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2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1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20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0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0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69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0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1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82171-F260-8440-9D09-0F780372B5B8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9A994-001B-974D-A4A9-36EB28C43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2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585221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816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2018-09-16T06:43:29Z</dcterms:created>
  <dcterms:modified xsi:type="dcterms:W3CDTF">2018-09-16T06:44:28Z</dcterms:modified>
</cp:coreProperties>
</file>