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00" r:id="rId1"/>
  </p:sldMasterIdLst>
  <p:notesMasterIdLst>
    <p:notesMasterId r:id="rId3"/>
  </p:notesMasterIdLst>
  <p:sldIdLst>
    <p:sldId id="256" r:id="rId2"/>
  </p:sldIdLst>
  <p:sldSz cx="10080625" cy="2952750"/>
  <p:notesSz cx="6858000" cy="9144000"/>
  <p:defaultTextStyle>
    <a:defPPr>
      <a:defRPr lang="en-US"/>
    </a:defPPr>
    <a:lvl1pPr marL="0" algn="l" defTabSz="446296" rtl="0" eaLnBrk="1" latinLnBrk="0" hangingPunct="1">
      <a:defRPr sz="878" kern="1200">
        <a:solidFill>
          <a:schemeClr val="tx1"/>
        </a:solidFill>
        <a:latin typeface="+mn-lt"/>
        <a:ea typeface="+mn-ea"/>
        <a:cs typeface="+mn-cs"/>
      </a:defRPr>
    </a:lvl1pPr>
    <a:lvl2pPr marL="223146" algn="l" defTabSz="446296" rtl="0" eaLnBrk="1" latinLnBrk="0" hangingPunct="1">
      <a:defRPr sz="878" kern="1200">
        <a:solidFill>
          <a:schemeClr val="tx1"/>
        </a:solidFill>
        <a:latin typeface="+mn-lt"/>
        <a:ea typeface="+mn-ea"/>
        <a:cs typeface="+mn-cs"/>
      </a:defRPr>
    </a:lvl2pPr>
    <a:lvl3pPr marL="446296" algn="l" defTabSz="446296" rtl="0" eaLnBrk="1" latinLnBrk="0" hangingPunct="1">
      <a:defRPr sz="878" kern="1200">
        <a:solidFill>
          <a:schemeClr val="tx1"/>
        </a:solidFill>
        <a:latin typeface="+mn-lt"/>
        <a:ea typeface="+mn-ea"/>
        <a:cs typeface="+mn-cs"/>
      </a:defRPr>
    </a:lvl3pPr>
    <a:lvl4pPr marL="669443" algn="l" defTabSz="446296" rtl="0" eaLnBrk="1" latinLnBrk="0" hangingPunct="1">
      <a:defRPr sz="878" kern="1200">
        <a:solidFill>
          <a:schemeClr val="tx1"/>
        </a:solidFill>
        <a:latin typeface="+mn-lt"/>
        <a:ea typeface="+mn-ea"/>
        <a:cs typeface="+mn-cs"/>
      </a:defRPr>
    </a:lvl4pPr>
    <a:lvl5pPr marL="892589" algn="l" defTabSz="446296" rtl="0" eaLnBrk="1" latinLnBrk="0" hangingPunct="1">
      <a:defRPr sz="878" kern="1200">
        <a:solidFill>
          <a:schemeClr val="tx1"/>
        </a:solidFill>
        <a:latin typeface="+mn-lt"/>
        <a:ea typeface="+mn-ea"/>
        <a:cs typeface="+mn-cs"/>
      </a:defRPr>
    </a:lvl5pPr>
    <a:lvl6pPr marL="1115737" algn="l" defTabSz="446296" rtl="0" eaLnBrk="1" latinLnBrk="0" hangingPunct="1">
      <a:defRPr sz="878" kern="1200">
        <a:solidFill>
          <a:schemeClr val="tx1"/>
        </a:solidFill>
        <a:latin typeface="+mn-lt"/>
        <a:ea typeface="+mn-ea"/>
        <a:cs typeface="+mn-cs"/>
      </a:defRPr>
    </a:lvl6pPr>
    <a:lvl7pPr marL="1338886" algn="l" defTabSz="446296" rtl="0" eaLnBrk="1" latinLnBrk="0" hangingPunct="1">
      <a:defRPr sz="878" kern="1200">
        <a:solidFill>
          <a:schemeClr val="tx1"/>
        </a:solidFill>
        <a:latin typeface="+mn-lt"/>
        <a:ea typeface="+mn-ea"/>
        <a:cs typeface="+mn-cs"/>
      </a:defRPr>
    </a:lvl7pPr>
    <a:lvl8pPr marL="1562032" algn="l" defTabSz="446296" rtl="0" eaLnBrk="1" latinLnBrk="0" hangingPunct="1">
      <a:defRPr sz="878" kern="1200">
        <a:solidFill>
          <a:schemeClr val="tx1"/>
        </a:solidFill>
        <a:latin typeface="+mn-lt"/>
        <a:ea typeface="+mn-ea"/>
        <a:cs typeface="+mn-cs"/>
      </a:defRPr>
    </a:lvl8pPr>
    <a:lvl9pPr marL="1785177" algn="l" defTabSz="446296" rtl="0" eaLnBrk="1" latinLnBrk="0" hangingPunct="1">
      <a:defRPr sz="8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0" userDrawn="1">
          <p15:clr>
            <a:srgbClr val="A4A3A4"/>
          </p15:clr>
        </p15:guide>
        <p15:guide id="2" pos="31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 autoAdjust="0"/>
    <p:restoredTop sz="96154"/>
  </p:normalViewPr>
  <p:slideViewPr>
    <p:cSldViewPr snapToGrid="0">
      <p:cViewPr>
        <p:scale>
          <a:sx n="176" d="100"/>
          <a:sy n="176" d="100"/>
        </p:scale>
        <p:origin x="184" y="1176"/>
      </p:cViewPr>
      <p:guideLst>
        <p:guide orient="horz" pos="930"/>
        <p:guide pos="31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1206CD-9567-114A-B41D-5371B2BABA66}" type="datetimeFigureOut">
              <a:rPr lang="en-US" smtClean="0"/>
              <a:t>7/31/18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838325" y="1143000"/>
            <a:ext cx="105346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B7677-1318-4C43-94A7-96D728425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41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80691" rtl="0" eaLnBrk="1" latinLnBrk="0" hangingPunct="1">
      <a:defRPr sz="1025" kern="1200">
        <a:solidFill>
          <a:schemeClr val="tx1"/>
        </a:solidFill>
        <a:latin typeface="+mn-lt"/>
        <a:ea typeface="+mn-ea"/>
        <a:cs typeface="+mn-cs"/>
      </a:defRPr>
    </a:lvl1pPr>
    <a:lvl2pPr marL="390346" algn="l" defTabSz="780691" rtl="0" eaLnBrk="1" latinLnBrk="0" hangingPunct="1">
      <a:defRPr sz="1025" kern="1200">
        <a:solidFill>
          <a:schemeClr val="tx1"/>
        </a:solidFill>
        <a:latin typeface="+mn-lt"/>
        <a:ea typeface="+mn-ea"/>
        <a:cs typeface="+mn-cs"/>
      </a:defRPr>
    </a:lvl2pPr>
    <a:lvl3pPr marL="780691" algn="l" defTabSz="780691" rtl="0" eaLnBrk="1" latinLnBrk="0" hangingPunct="1">
      <a:defRPr sz="1025" kern="1200">
        <a:solidFill>
          <a:schemeClr val="tx1"/>
        </a:solidFill>
        <a:latin typeface="+mn-lt"/>
        <a:ea typeface="+mn-ea"/>
        <a:cs typeface="+mn-cs"/>
      </a:defRPr>
    </a:lvl3pPr>
    <a:lvl4pPr marL="1171037" algn="l" defTabSz="780691" rtl="0" eaLnBrk="1" latinLnBrk="0" hangingPunct="1">
      <a:defRPr sz="1025" kern="1200">
        <a:solidFill>
          <a:schemeClr val="tx1"/>
        </a:solidFill>
        <a:latin typeface="+mn-lt"/>
        <a:ea typeface="+mn-ea"/>
        <a:cs typeface="+mn-cs"/>
      </a:defRPr>
    </a:lvl4pPr>
    <a:lvl5pPr marL="1561383" algn="l" defTabSz="780691" rtl="0" eaLnBrk="1" latinLnBrk="0" hangingPunct="1">
      <a:defRPr sz="1025" kern="1200">
        <a:solidFill>
          <a:schemeClr val="tx1"/>
        </a:solidFill>
        <a:latin typeface="+mn-lt"/>
        <a:ea typeface="+mn-ea"/>
        <a:cs typeface="+mn-cs"/>
      </a:defRPr>
    </a:lvl5pPr>
    <a:lvl6pPr marL="1951728" algn="l" defTabSz="780691" rtl="0" eaLnBrk="1" latinLnBrk="0" hangingPunct="1">
      <a:defRPr sz="1025" kern="1200">
        <a:solidFill>
          <a:schemeClr val="tx1"/>
        </a:solidFill>
        <a:latin typeface="+mn-lt"/>
        <a:ea typeface="+mn-ea"/>
        <a:cs typeface="+mn-cs"/>
      </a:defRPr>
    </a:lvl6pPr>
    <a:lvl7pPr marL="2342074" algn="l" defTabSz="780691" rtl="0" eaLnBrk="1" latinLnBrk="0" hangingPunct="1">
      <a:defRPr sz="1025" kern="1200">
        <a:solidFill>
          <a:schemeClr val="tx1"/>
        </a:solidFill>
        <a:latin typeface="+mn-lt"/>
        <a:ea typeface="+mn-ea"/>
        <a:cs typeface="+mn-cs"/>
      </a:defRPr>
    </a:lvl7pPr>
    <a:lvl8pPr marL="2732420" algn="l" defTabSz="780691" rtl="0" eaLnBrk="1" latinLnBrk="0" hangingPunct="1">
      <a:defRPr sz="1025" kern="1200">
        <a:solidFill>
          <a:schemeClr val="tx1"/>
        </a:solidFill>
        <a:latin typeface="+mn-lt"/>
        <a:ea typeface="+mn-ea"/>
        <a:cs typeface="+mn-cs"/>
      </a:defRPr>
    </a:lvl8pPr>
    <a:lvl9pPr marL="3122766" algn="l" defTabSz="780691" rtl="0" eaLnBrk="1" latinLnBrk="0" hangingPunct="1">
      <a:defRPr sz="102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838325" y="1143000"/>
            <a:ext cx="105346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9B7677-1318-4C43-94A7-96D728425B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483240"/>
            <a:ext cx="7560469" cy="1027994"/>
          </a:xfrm>
        </p:spPr>
        <p:txBody>
          <a:bodyPr anchor="b"/>
          <a:lstStyle>
            <a:lvl1pPr algn="ctr">
              <a:defRPr sz="258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1550877"/>
            <a:ext cx="7560469" cy="712898"/>
          </a:xfrm>
        </p:spPr>
        <p:txBody>
          <a:bodyPr/>
          <a:lstStyle>
            <a:lvl1pPr marL="0" indent="0" algn="ctr">
              <a:buNone/>
              <a:defRPr sz="1033"/>
            </a:lvl1pPr>
            <a:lvl2pPr marL="196870" indent="0" algn="ctr">
              <a:buNone/>
              <a:defRPr sz="861"/>
            </a:lvl2pPr>
            <a:lvl3pPr marL="393741" indent="0" algn="ctr">
              <a:buNone/>
              <a:defRPr sz="775"/>
            </a:lvl3pPr>
            <a:lvl4pPr marL="590611" indent="0" algn="ctr">
              <a:buNone/>
              <a:defRPr sz="689"/>
            </a:lvl4pPr>
            <a:lvl5pPr marL="787481" indent="0" algn="ctr">
              <a:buNone/>
              <a:defRPr sz="689"/>
            </a:lvl5pPr>
            <a:lvl6pPr marL="984352" indent="0" algn="ctr">
              <a:buNone/>
              <a:defRPr sz="689"/>
            </a:lvl6pPr>
            <a:lvl7pPr marL="1181222" indent="0" algn="ctr">
              <a:buNone/>
              <a:defRPr sz="689"/>
            </a:lvl7pPr>
            <a:lvl8pPr marL="1378092" indent="0" algn="ctr">
              <a:buNone/>
              <a:defRPr sz="689"/>
            </a:lvl8pPr>
            <a:lvl9pPr marL="1574963" indent="0" algn="ctr">
              <a:buNone/>
              <a:defRPr sz="689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7/31/18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7/31/18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736137"/>
            <a:ext cx="8694539" cy="1228262"/>
          </a:xfrm>
        </p:spPr>
        <p:txBody>
          <a:bodyPr anchor="b"/>
          <a:lstStyle>
            <a:lvl1pPr>
              <a:defRPr sz="258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1976019"/>
            <a:ext cx="8694539" cy="645914"/>
          </a:xfrm>
        </p:spPr>
        <p:txBody>
          <a:bodyPr/>
          <a:lstStyle>
            <a:lvl1pPr marL="0" indent="0">
              <a:buNone/>
              <a:defRPr sz="1033">
                <a:solidFill>
                  <a:schemeClr val="tx1">
                    <a:tint val="75000"/>
                  </a:schemeClr>
                </a:solidFill>
              </a:defRPr>
            </a:lvl1pPr>
            <a:lvl2pPr marL="196870" indent="0">
              <a:buNone/>
              <a:defRPr sz="861">
                <a:solidFill>
                  <a:schemeClr val="tx1">
                    <a:tint val="75000"/>
                  </a:schemeClr>
                </a:solidFill>
              </a:defRPr>
            </a:lvl2pPr>
            <a:lvl3pPr marL="393741" indent="0">
              <a:buNone/>
              <a:defRPr sz="775">
                <a:solidFill>
                  <a:schemeClr val="tx1">
                    <a:tint val="75000"/>
                  </a:schemeClr>
                </a:solidFill>
              </a:defRPr>
            </a:lvl3pPr>
            <a:lvl4pPr marL="590611" indent="0">
              <a:buNone/>
              <a:defRPr sz="689">
                <a:solidFill>
                  <a:schemeClr val="tx1">
                    <a:tint val="75000"/>
                  </a:schemeClr>
                </a:solidFill>
              </a:defRPr>
            </a:lvl4pPr>
            <a:lvl5pPr marL="787481" indent="0">
              <a:buNone/>
              <a:defRPr sz="689">
                <a:solidFill>
                  <a:schemeClr val="tx1">
                    <a:tint val="75000"/>
                  </a:schemeClr>
                </a:solidFill>
              </a:defRPr>
            </a:lvl5pPr>
            <a:lvl6pPr marL="984352" indent="0">
              <a:buNone/>
              <a:defRPr sz="689">
                <a:solidFill>
                  <a:schemeClr val="tx1">
                    <a:tint val="75000"/>
                  </a:schemeClr>
                </a:solidFill>
              </a:defRPr>
            </a:lvl6pPr>
            <a:lvl7pPr marL="1181222" indent="0">
              <a:buNone/>
              <a:defRPr sz="689">
                <a:solidFill>
                  <a:schemeClr val="tx1">
                    <a:tint val="75000"/>
                  </a:schemeClr>
                </a:solidFill>
              </a:defRPr>
            </a:lvl7pPr>
            <a:lvl8pPr marL="1378092" indent="0">
              <a:buNone/>
              <a:defRPr sz="689">
                <a:solidFill>
                  <a:schemeClr val="tx1">
                    <a:tint val="75000"/>
                  </a:schemeClr>
                </a:solidFill>
              </a:defRPr>
            </a:lvl8pPr>
            <a:lvl9pPr marL="1574963" indent="0">
              <a:buNone/>
              <a:defRPr sz="6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7/31/18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786033"/>
            <a:ext cx="4284266" cy="187349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786033"/>
            <a:ext cx="4284266" cy="187349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7/31/18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57207"/>
            <a:ext cx="8694539" cy="5707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723834"/>
            <a:ext cx="4264576" cy="354740"/>
          </a:xfrm>
        </p:spPr>
        <p:txBody>
          <a:bodyPr anchor="b"/>
          <a:lstStyle>
            <a:lvl1pPr marL="0" indent="0">
              <a:buNone/>
              <a:defRPr sz="1033" b="1"/>
            </a:lvl1pPr>
            <a:lvl2pPr marL="196870" indent="0">
              <a:buNone/>
              <a:defRPr sz="861" b="1"/>
            </a:lvl2pPr>
            <a:lvl3pPr marL="393741" indent="0">
              <a:buNone/>
              <a:defRPr sz="775" b="1"/>
            </a:lvl3pPr>
            <a:lvl4pPr marL="590611" indent="0">
              <a:buNone/>
              <a:defRPr sz="689" b="1"/>
            </a:lvl4pPr>
            <a:lvl5pPr marL="787481" indent="0">
              <a:buNone/>
              <a:defRPr sz="689" b="1"/>
            </a:lvl5pPr>
            <a:lvl6pPr marL="984352" indent="0">
              <a:buNone/>
              <a:defRPr sz="689" b="1"/>
            </a:lvl6pPr>
            <a:lvl7pPr marL="1181222" indent="0">
              <a:buNone/>
              <a:defRPr sz="689" b="1"/>
            </a:lvl7pPr>
            <a:lvl8pPr marL="1378092" indent="0">
              <a:buNone/>
              <a:defRPr sz="689" b="1"/>
            </a:lvl8pPr>
            <a:lvl9pPr marL="1574963" indent="0">
              <a:buNone/>
              <a:defRPr sz="689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1078574"/>
            <a:ext cx="4264576" cy="15864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723834"/>
            <a:ext cx="4285579" cy="354740"/>
          </a:xfrm>
        </p:spPr>
        <p:txBody>
          <a:bodyPr anchor="b"/>
          <a:lstStyle>
            <a:lvl1pPr marL="0" indent="0">
              <a:buNone/>
              <a:defRPr sz="1033" b="1"/>
            </a:lvl1pPr>
            <a:lvl2pPr marL="196870" indent="0">
              <a:buNone/>
              <a:defRPr sz="861" b="1"/>
            </a:lvl2pPr>
            <a:lvl3pPr marL="393741" indent="0">
              <a:buNone/>
              <a:defRPr sz="775" b="1"/>
            </a:lvl3pPr>
            <a:lvl4pPr marL="590611" indent="0">
              <a:buNone/>
              <a:defRPr sz="689" b="1"/>
            </a:lvl4pPr>
            <a:lvl5pPr marL="787481" indent="0">
              <a:buNone/>
              <a:defRPr sz="689" b="1"/>
            </a:lvl5pPr>
            <a:lvl6pPr marL="984352" indent="0">
              <a:buNone/>
              <a:defRPr sz="689" b="1"/>
            </a:lvl6pPr>
            <a:lvl7pPr marL="1181222" indent="0">
              <a:buNone/>
              <a:defRPr sz="689" b="1"/>
            </a:lvl7pPr>
            <a:lvl8pPr marL="1378092" indent="0">
              <a:buNone/>
              <a:defRPr sz="689" b="1"/>
            </a:lvl8pPr>
            <a:lvl9pPr marL="1574963" indent="0">
              <a:buNone/>
              <a:defRPr sz="689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1078574"/>
            <a:ext cx="4285579" cy="15864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7/31/18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7/31/18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7/31/18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96850"/>
            <a:ext cx="3251264" cy="688975"/>
          </a:xfrm>
        </p:spPr>
        <p:txBody>
          <a:bodyPr anchor="b"/>
          <a:lstStyle>
            <a:lvl1pPr>
              <a:defRPr sz="137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425142"/>
            <a:ext cx="5103316" cy="2098366"/>
          </a:xfrm>
        </p:spPr>
        <p:txBody>
          <a:bodyPr/>
          <a:lstStyle>
            <a:lvl1pPr>
              <a:defRPr sz="1378"/>
            </a:lvl1pPr>
            <a:lvl2pPr>
              <a:defRPr sz="1206"/>
            </a:lvl2pPr>
            <a:lvl3pPr>
              <a:defRPr sz="1033"/>
            </a:lvl3pPr>
            <a:lvl4pPr>
              <a:defRPr sz="861"/>
            </a:lvl4pPr>
            <a:lvl5pPr>
              <a:defRPr sz="861"/>
            </a:lvl5pPr>
            <a:lvl6pPr>
              <a:defRPr sz="861"/>
            </a:lvl6pPr>
            <a:lvl7pPr>
              <a:defRPr sz="861"/>
            </a:lvl7pPr>
            <a:lvl8pPr>
              <a:defRPr sz="861"/>
            </a:lvl8pPr>
            <a:lvl9pPr>
              <a:defRPr sz="86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885825"/>
            <a:ext cx="3251264" cy="1641100"/>
          </a:xfrm>
        </p:spPr>
        <p:txBody>
          <a:bodyPr/>
          <a:lstStyle>
            <a:lvl1pPr marL="0" indent="0">
              <a:buNone/>
              <a:defRPr sz="689"/>
            </a:lvl1pPr>
            <a:lvl2pPr marL="196870" indent="0">
              <a:buNone/>
              <a:defRPr sz="603"/>
            </a:lvl2pPr>
            <a:lvl3pPr marL="393741" indent="0">
              <a:buNone/>
              <a:defRPr sz="517"/>
            </a:lvl3pPr>
            <a:lvl4pPr marL="590611" indent="0">
              <a:buNone/>
              <a:defRPr sz="431"/>
            </a:lvl4pPr>
            <a:lvl5pPr marL="787481" indent="0">
              <a:buNone/>
              <a:defRPr sz="431"/>
            </a:lvl5pPr>
            <a:lvl6pPr marL="984352" indent="0">
              <a:buNone/>
              <a:defRPr sz="431"/>
            </a:lvl6pPr>
            <a:lvl7pPr marL="1181222" indent="0">
              <a:buNone/>
              <a:defRPr sz="431"/>
            </a:lvl7pPr>
            <a:lvl8pPr marL="1378092" indent="0">
              <a:buNone/>
              <a:defRPr sz="431"/>
            </a:lvl8pPr>
            <a:lvl9pPr marL="1574963" indent="0">
              <a:buNone/>
              <a:defRPr sz="43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7/31/18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96850"/>
            <a:ext cx="3251264" cy="688975"/>
          </a:xfrm>
        </p:spPr>
        <p:txBody>
          <a:bodyPr anchor="b"/>
          <a:lstStyle>
            <a:lvl1pPr>
              <a:defRPr sz="137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425142"/>
            <a:ext cx="5103316" cy="2098366"/>
          </a:xfrm>
        </p:spPr>
        <p:txBody>
          <a:bodyPr anchor="t"/>
          <a:lstStyle>
            <a:lvl1pPr marL="0" indent="0">
              <a:buNone/>
              <a:defRPr sz="1378"/>
            </a:lvl1pPr>
            <a:lvl2pPr marL="196870" indent="0">
              <a:buNone/>
              <a:defRPr sz="1206"/>
            </a:lvl2pPr>
            <a:lvl3pPr marL="393741" indent="0">
              <a:buNone/>
              <a:defRPr sz="1033"/>
            </a:lvl3pPr>
            <a:lvl4pPr marL="590611" indent="0">
              <a:buNone/>
              <a:defRPr sz="861"/>
            </a:lvl4pPr>
            <a:lvl5pPr marL="787481" indent="0">
              <a:buNone/>
              <a:defRPr sz="861"/>
            </a:lvl5pPr>
            <a:lvl6pPr marL="984352" indent="0">
              <a:buNone/>
              <a:defRPr sz="861"/>
            </a:lvl6pPr>
            <a:lvl7pPr marL="1181222" indent="0">
              <a:buNone/>
              <a:defRPr sz="861"/>
            </a:lvl7pPr>
            <a:lvl8pPr marL="1378092" indent="0">
              <a:buNone/>
              <a:defRPr sz="861"/>
            </a:lvl8pPr>
            <a:lvl9pPr marL="1574963" indent="0">
              <a:buNone/>
              <a:defRPr sz="861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885825"/>
            <a:ext cx="3251264" cy="1641100"/>
          </a:xfrm>
        </p:spPr>
        <p:txBody>
          <a:bodyPr/>
          <a:lstStyle>
            <a:lvl1pPr marL="0" indent="0">
              <a:buNone/>
              <a:defRPr sz="689"/>
            </a:lvl1pPr>
            <a:lvl2pPr marL="196870" indent="0">
              <a:buNone/>
              <a:defRPr sz="603"/>
            </a:lvl2pPr>
            <a:lvl3pPr marL="393741" indent="0">
              <a:buNone/>
              <a:defRPr sz="517"/>
            </a:lvl3pPr>
            <a:lvl4pPr marL="590611" indent="0">
              <a:buNone/>
              <a:defRPr sz="431"/>
            </a:lvl4pPr>
            <a:lvl5pPr marL="787481" indent="0">
              <a:buNone/>
              <a:defRPr sz="431"/>
            </a:lvl5pPr>
            <a:lvl6pPr marL="984352" indent="0">
              <a:buNone/>
              <a:defRPr sz="431"/>
            </a:lvl6pPr>
            <a:lvl7pPr marL="1181222" indent="0">
              <a:buNone/>
              <a:defRPr sz="431"/>
            </a:lvl7pPr>
            <a:lvl8pPr marL="1378092" indent="0">
              <a:buNone/>
              <a:defRPr sz="431"/>
            </a:lvl8pPr>
            <a:lvl9pPr marL="1574963" indent="0">
              <a:buNone/>
              <a:defRPr sz="43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7/31/18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7/31/18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157207"/>
            <a:ext cx="2173635" cy="250231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157207"/>
            <a:ext cx="6394896" cy="250231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7/31/18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157207"/>
            <a:ext cx="8694539" cy="570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786033"/>
            <a:ext cx="8694539" cy="187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2736762"/>
            <a:ext cx="2268141" cy="1572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6AF03-E7F0-4670-B3ED-191FB9370E10}" type="datetimeFigureOut">
              <a:rPr lang="en-US" smtClean="0"/>
              <a:t>7/31/18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2736762"/>
            <a:ext cx="3402211" cy="1572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2736762"/>
            <a:ext cx="2268141" cy="1572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06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</p:sldLayoutIdLst>
  <p:txStyles>
    <p:titleStyle>
      <a:lvl1pPr algn="l" defTabSz="393741" rtl="0" eaLnBrk="1" latinLnBrk="0" hangingPunct="1">
        <a:lnSpc>
          <a:spcPct val="90000"/>
        </a:lnSpc>
        <a:spcBef>
          <a:spcPct val="0"/>
        </a:spcBef>
        <a:buNone/>
        <a:defRPr sz="18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8435" indent="-98435" algn="l" defTabSz="393741" rtl="0" eaLnBrk="1" latinLnBrk="0" hangingPunct="1">
        <a:lnSpc>
          <a:spcPct val="90000"/>
        </a:lnSpc>
        <a:spcBef>
          <a:spcPts val="431"/>
        </a:spcBef>
        <a:buFont typeface="Arial" panose="020B0604020202020204" pitchFamily="34" charset="0"/>
        <a:buChar char="•"/>
        <a:defRPr sz="1206" kern="1200">
          <a:solidFill>
            <a:schemeClr val="tx1"/>
          </a:solidFill>
          <a:latin typeface="+mn-lt"/>
          <a:ea typeface="+mn-ea"/>
          <a:cs typeface="+mn-cs"/>
        </a:defRPr>
      </a:lvl1pPr>
      <a:lvl2pPr marL="295305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1033" kern="1200">
          <a:solidFill>
            <a:schemeClr val="tx1"/>
          </a:solidFill>
          <a:latin typeface="+mn-lt"/>
          <a:ea typeface="+mn-ea"/>
          <a:cs typeface="+mn-cs"/>
        </a:defRPr>
      </a:lvl2pPr>
      <a:lvl3pPr marL="492176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861" kern="1200">
          <a:solidFill>
            <a:schemeClr val="tx1"/>
          </a:solidFill>
          <a:latin typeface="+mn-lt"/>
          <a:ea typeface="+mn-ea"/>
          <a:cs typeface="+mn-cs"/>
        </a:defRPr>
      </a:lvl3pPr>
      <a:lvl4pPr marL="689046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775" kern="1200">
          <a:solidFill>
            <a:schemeClr val="tx1"/>
          </a:solidFill>
          <a:latin typeface="+mn-lt"/>
          <a:ea typeface="+mn-ea"/>
          <a:cs typeface="+mn-cs"/>
        </a:defRPr>
      </a:lvl4pPr>
      <a:lvl5pPr marL="885916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775" kern="1200">
          <a:solidFill>
            <a:schemeClr val="tx1"/>
          </a:solidFill>
          <a:latin typeface="+mn-lt"/>
          <a:ea typeface="+mn-ea"/>
          <a:cs typeface="+mn-cs"/>
        </a:defRPr>
      </a:lvl5pPr>
      <a:lvl6pPr marL="1082787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775" kern="1200">
          <a:solidFill>
            <a:schemeClr val="tx1"/>
          </a:solidFill>
          <a:latin typeface="+mn-lt"/>
          <a:ea typeface="+mn-ea"/>
          <a:cs typeface="+mn-cs"/>
        </a:defRPr>
      </a:lvl6pPr>
      <a:lvl7pPr marL="1279657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775" kern="1200">
          <a:solidFill>
            <a:schemeClr val="tx1"/>
          </a:solidFill>
          <a:latin typeface="+mn-lt"/>
          <a:ea typeface="+mn-ea"/>
          <a:cs typeface="+mn-cs"/>
        </a:defRPr>
      </a:lvl7pPr>
      <a:lvl8pPr marL="1476527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775" kern="1200">
          <a:solidFill>
            <a:schemeClr val="tx1"/>
          </a:solidFill>
          <a:latin typeface="+mn-lt"/>
          <a:ea typeface="+mn-ea"/>
          <a:cs typeface="+mn-cs"/>
        </a:defRPr>
      </a:lvl8pPr>
      <a:lvl9pPr marL="1673398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7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3741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1pPr>
      <a:lvl2pPr marL="196870" algn="l" defTabSz="393741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2pPr>
      <a:lvl3pPr marL="393741" algn="l" defTabSz="393741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3pPr>
      <a:lvl4pPr marL="590611" algn="l" defTabSz="393741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4pPr>
      <a:lvl5pPr marL="787481" algn="l" defTabSz="393741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5pPr>
      <a:lvl6pPr marL="984352" algn="l" defTabSz="393741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6pPr>
      <a:lvl7pPr marL="1181222" algn="l" defTabSz="393741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7pPr>
      <a:lvl8pPr marL="1378092" algn="l" defTabSz="393741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8pPr>
      <a:lvl9pPr marL="1574963" algn="l" defTabSz="393741" rtl="0" eaLnBrk="1" latinLnBrk="0" hangingPunct="1">
        <a:defRPr sz="7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68068" y="316649"/>
            <a:ext cx="1471004" cy="33255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r>
              <a:rPr lang="en-US" altLang="zh-CN" sz="1600" dirty="0"/>
              <a:t>T1: R(y), W(x)</a:t>
            </a:r>
            <a:endParaRPr lang="en-US" sz="1600" dirty="0"/>
          </a:p>
        </p:txBody>
      </p:sp>
      <p:sp>
        <p:nvSpPr>
          <p:cNvPr id="271" name="Rectangle 270"/>
          <p:cNvSpPr/>
          <p:nvPr/>
        </p:nvSpPr>
        <p:spPr>
          <a:xfrm>
            <a:off x="3468068" y="649206"/>
            <a:ext cx="1362488" cy="33255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r>
              <a:rPr lang="en-US" altLang="zh-CN" sz="1600" dirty="0"/>
              <a:t>T2: R(x), W(y)</a:t>
            </a:r>
            <a:endParaRPr lang="en-US" sz="1600" dirty="0"/>
          </a:p>
        </p:txBody>
      </p:sp>
      <p:sp>
        <p:nvSpPr>
          <p:cNvPr id="272" name="Rectangle 271"/>
          <p:cNvSpPr/>
          <p:nvPr/>
        </p:nvSpPr>
        <p:spPr>
          <a:xfrm>
            <a:off x="3468068" y="981763"/>
            <a:ext cx="1362488" cy="33255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r>
              <a:rPr lang="en-US" altLang="zh-CN" sz="1600" dirty="0"/>
              <a:t>T3: W(x), R(y)</a:t>
            </a:r>
            <a:endParaRPr lang="en-US" sz="1600" dirty="0"/>
          </a:p>
        </p:txBody>
      </p:sp>
      <p:sp>
        <p:nvSpPr>
          <p:cNvPr id="30" name="Arc 29"/>
          <p:cNvSpPr/>
          <p:nvPr/>
        </p:nvSpPr>
        <p:spPr>
          <a:xfrm rot="10431973">
            <a:off x="1665344" y="-389264"/>
            <a:ext cx="817725" cy="1586187"/>
          </a:xfrm>
          <a:prstGeom prst="arc">
            <a:avLst>
              <a:gd name="adj1" fmla="val 16200000"/>
              <a:gd name="adj2" fmla="val 305614"/>
            </a:avLst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7" name="Oval 196"/>
          <p:cNvSpPr/>
          <p:nvPr/>
        </p:nvSpPr>
        <p:spPr>
          <a:xfrm>
            <a:off x="25092" y="321072"/>
            <a:ext cx="665123" cy="6651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746" dirty="0"/>
              <a:t>src1</a:t>
            </a:r>
          </a:p>
        </p:txBody>
      </p:sp>
      <p:sp>
        <p:nvSpPr>
          <p:cNvPr id="198" name="Oval 197"/>
          <p:cNvSpPr/>
          <p:nvPr/>
        </p:nvSpPr>
        <p:spPr>
          <a:xfrm>
            <a:off x="2285813" y="319863"/>
            <a:ext cx="665123" cy="6651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72000" rtlCol="0" anchor="ctr"/>
          <a:lstStyle/>
          <a:p>
            <a:pPr algn="ctr"/>
            <a:r>
              <a:rPr lang="en-US" sz="1746" dirty="0"/>
              <a:t>op1</a:t>
            </a:r>
          </a:p>
        </p:txBody>
      </p:sp>
      <p:cxnSp>
        <p:nvCxnSpPr>
          <p:cNvPr id="202" name="Straight Arrow Connector 201"/>
          <p:cNvCxnSpPr/>
          <p:nvPr/>
        </p:nvCxnSpPr>
        <p:spPr>
          <a:xfrm flipV="1">
            <a:off x="690211" y="652425"/>
            <a:ext cx="1595594" cy="121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4" name="Oval 213"/>
          <p:cNvSpPr/>
          <p:nvPr/>
        </p:nvSpPr>
        <p:spPr>
          <a:xfrm>
            <a:off x="23760" y="1553343"/>
            <a:ext cx="665123" cy="6651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746" dirty="0"/>
              <a:t>src2</a:t>
            </a:r>
          </a:p>
        </p:txBody>
      </p:sp>
      <p:sp>
        <p:nvSpPr>
          <p:cNvPr id="224" name="Oval 223"/>
          <p:cNvSpPr/>
          <p:nvPr/>
        </p:nvSpPr>
        <p:spPr>
          <a:xfrm>
            <a:off x="2056253" y="462025"/>
            <a:ext cx="131877" cy="14334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225" name="TextBox 224"/>
          <p:cNvSpPr txBox="1"/>
          <p:nvPr/>
        </p:nvSpPr>
        <p:spPr>
          <a:xfrm>
            <a:off x="1978546" y="174584"/>
            <a:ext cx="269626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1</a:t>
            </a:r>
            <a:endParaRPr lang="en-US" sz="1309" dirty="0"/>
          </a:p>
        </p:txBody>
      </p:sp>
      <p:sp>
        <p:nvSpPr>
          <p:cNvPr id="227" name="Oval 226"/>
          <p:cNvSpPr/>
          <p:nvPr/>
        </p:nvSpPr>
        <p:spPr>
          <a:xfrm>
            <a:off x="2244118" y="1362217"/>
            <a:ext cx="131877" cy="14334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228" name="TextBox 227"/>
          <p:cNvSpPr txBox="1"/>
          <p:nvPr/>
        </p:nvSpPr>
        <p:spPr>
          <a:xfrm>
            <a:off x="2175238" y="1104517"/>
            <a:ext cx="269626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2</a:t>
            </a:r>
            <a:endParaRPr lang="en-US" sz="1309" dirty="0"/>
          </a:p>
        </p:txBody>
      </p:sp>
      <p:sp>
        <p:nvSpPr>
          <p:cNvPr id="231" name="Oval 230"/>
          <p:cNvSpPr/>
          <p:nvPr/>
        </p:nvSpPr>
        <p:spPr>
          <a:xfrm>
            <a:off x="875988" y="464966"/>
            <a:ext cx="131877" cy="14334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232" name="TextBox 231"/>
          <p:cNvSpPr txBox="1"/>
          <p:nvPr/>
        </p:nvSpPr>
        <p:spPr>
          <a:xfrm>
            <a:off x="799582" y="178058"/>
            <a:ext cx="269626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7</a:t>
            </a:r>
            <a:endParaRPr lang="en-US" sz="1309" dirty="0"/>
          </a:p>
        </p:txBody>
      </p:sp>
      <p:cxnSp>
        <p:nvCxnSpPr>
          <p:cNvPr id="233" name="Straight Arrow Connector 232"/>
          <p:cNvCxnSpPr/>
          <p:nvPr/>
        </p:nvCxnSpPr>
        <p:spPr>
          <a:xfrm>
            <a:off x="2950927" y="652415"/>
            <a:ext cx="445162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5" name="Oval 234"/>
          <p:cNvSpPr/>
          <p:nvPr/>
        </p:nvSpPr>
        <p:spPr>
          <a:xfrm>
            <a:off x="819149" y="1521582"/>
            <a:ext cx="131877" cy="1433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244" name="TextBox 243"/>
          <p:cNvSpPr txBox="1"/>
          <p:nvPr/>
        </p:nvSpPr>
        <p:spPr>
          <a:xfrm>
            <a:off x="750269" y="1259542"/>
            <a:ext cx="269626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9" dirty="0"/>
              <a:t>6</a:t>
            </a:r>
          </a:p>
        </p:txBody>
      </p:sp>
      <p:sp>
        <p:nvSpPr>
          <p:cNvPr id="269" name="Oval 268"/>
          <p:cNvSpPr/>
          <p:nvPr/>
        </p:nvSpPr>
        <p:spPr>
          <a:xfrm>
            <a:off x="1976698" y="1722589"/>
            <a:ext cx="131877" cy="1433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270" name="TextBox 269"/>
          <p:cNvSpPr txBox="1"/>
          <p:nvPr/>
        </p:nvSpPr>
        <p:spPr>
          <a:xfrm>
            <a:off x="1912731" y="1467506"/>
            <a:ext cx="269626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3</a:t>
            </a:r>
            <a:endParaRPr lang="en-US" sz="1309" dirty="0"/>
          </a:p>
        </p:txBody>
      </p:sp>
      <p:sp>
        <p:nvSpPr>
          <p:cNvPr id="273" name="Oval 272"/>
          <p:cNvSpPr/>
          <p:nvPr/>
        </p:nvSpPr>
        <p:spPr>
          <a:xfrm>
            <a:off x="2285810" y="1558000"/>
            <a:ext cx="665123" cy="6651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72000" rtlCol="0" anchor="ctr"/>
          <a:lstStyle/>
          <a:p>
            <a:pPr algn="ctr"/>
            <a:r>
              <a:rPr lang="en-US" sz="1746" dirty="0"/>
              <a:t>op2</a:t>
            </a:r>
          </a:p>
        </p:txBody>
      </p:sp>
      <p:cxnSp>
        <p:nvCxnSpPr>
          <p:cNvPr id="276" name="Straight Arrow Connector 275"/>
          <p:cNvCxnSpPr>
            <a:stCxn id="214" idx="6"/>
            <a:endCxn id="198" idx="3"/>
          </p:cNvCxnSpPr>
          <p:nvPr/>
        </p:nvCxnSpPr>
        <p:spPr>
          <a:xfrm flipV="1">
            <a:off x="688881" y="887576"/>
            <a:ext cx="1694332" cy="99832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7" name="Straight Arrow Connector 276"/>
          <p:cNvCxnSpPr>
            <a:stCxn id="197" idx="6"/>
            <a:endCxn id="273" idx="1"/>
          </p:cNvCxnSpPr>
          <p:nvPr/>
        </p:nvCxnSpPr>
        <p:spPr>
          <a:xfrm>
            <a:off x="690218" y="653636"/>
            <a:ext cx="1692997" cy="100176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8" name="Straight Arrow Connector 277"/>
          <p:cNvCxnSpPr>
            <a:stCxn id="214" idx="6"/>
            <a:endCxn id="273" idx="2"/>
          </p:cNvCxnSpPr>
          <p:nvPr/>
        </p:nvCxnSpPr>
        <p:spPr>
          <a:xfrm>
            <a:off x="688881" y="1885909"/>
            <a:ext cx="1596924" cy="465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1" name="Arc 280"/>
          <p:cNvSpPr/>
          <p:nvPr/>
        </p:nvSpPr>
        <p:spPr>
          <a:xfrm rot="15115119">
            <a:off x="1798895" y="1211110"/>
            <a:ext cx="978778" cy="1251769"/>
          </a:xfrm>
          <a:prstGeom prst="arc">
            <a:avLst>
              <a:gd name="adj1" fmla="val 16200000"/>
              <a:gd name="adj2" fmla="val 305614"/>
            </a:avLst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4" name="Oval 283"/>
          <p:cNvSpPr/>
          <p:nvPr/>
        </p:nvSpPr>
        <p:spPr>
          <a:xfrm>
            <a:off x="1981487" y="861186"/>
            <a:ext cx="131877" cy="1433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285" name="TextBox 284"/>
          <p:cNvSpPr txBox="1"/>
          <p:nvPr/>
        </p:nvSpPr>
        <p:spPr>
          <a:xfrm>
            <a:off x="1896888" y="613598"/>
            <a:ext cx="269626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4</a:t>
            </a:r>
            <a:endParaRPr lang="en-US" sz="1309" dirty="0"/>
          </a:p>
        </p:txBody>
      </p:sp>
      <p:sp>
        <p:nvSpPr>
          <p:cNvPr id="286" name="Oval 285"/>
          <p:cNvSpPr/>
          <p:nvPr/>
        </p:nvSpPr>
        <p:spPr>
          <a:xfrm>
            <a:off x="1375763" y="881891"/>
            <a:ext cx="131877" cy="14334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287" name="TextBox 286"/>
          <p:cNvSpPr txBox="1"/>
          <p:nvPr/>
        </p:nvSpPr>
        <p:spPr>
          <a:xfrm>
            <a:off x="1306883" y="624191"/>
            <a:ext cx="269626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5</a:t>
            </a:r>
            <a:endParaRPr lang="en-US" sz="1309" dirty="0"/>
          </a:p>
        </p:txBody>
      </p:sp>
      <p:sp>
        <p:nvSpPr>
          <p:cNvPr id="37" name="Rectangle 36"/>
          <p:cNvSpPr/>
          <p:nvPr/>
        </p:nvSpPr>
        <p:spPr>
          <a:xfrm>
            <a:off x="316006" y="2304851"/>
            <a:ext cx="45145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a) </a:t>
            </a:r>
            <a:r>
              <a:rPr lang="en-US" altLang="zh-CN" sz="1200" dirty="0"/>
              <a:t>Event 1, 2,3 and 4 are send to op1 and 2 before the coming checkpoint. Transaction T1,2, and 3 are logged (not executed),  while ``write-only” transaction T4 is immediately committed and returned. </a:t>
            </a:r>
          </a:p>
        </p:txBody>
      </p:sp>
      <p:cxnSp>
        <p:nvCxnSpPr>
          <p:cNvPr id="350" name="Straight Arrow Connector 349"/>
          <p:cNvCxnSpPr>
            <a:stCxn id="273" idx="6"/>
          </p:cNvCxnSpPr>
          <p:nvPr/>
        </p:nvCxnSpPr>
        <p:spPr>
          <a:xfrm flipV="1">
            <a:off x="2950935" y="1885901"/>
            <a:ext cx="399025" cy="465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7" name="Rectangle 426"/>
          <p:cNvSpPr/>
          <p:nvPr/>
        </p:nvSpPr>
        <p:spPr>
          <a:xfrm>
            <a:off x="3478376" y="1308181"/>
            <a:ext cx="1362488" cy="33255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r>
              <a:rPr lang="en-US" altLang="zh-CN" sz="1600" dirty="0"/>
              <a:t>T4: </a:t>
            </a:r>
            <a:r>
              <a:rPr lang="en-US" altLang="zh-CN" sz="1600" dirty="0" smtClean="0"/>
              <a:t>NOP</a:t>
            </a:r>
            <a:endParaRPr lang="en-US" sz="1600" dirty="0"/>
          </a:p>
        </p:txBody>
      </p:sp>
      <p:sp>
        <p:nvSpPr>
          <p:cNvPr id="61" name="Rounded Rectangle 60"/>
          <p:cNvSpPr/>
          <p:nvPr/>
        </p:nvSpPr>
        <p:spPr>
          <a:xfrm>
            <a:off x="5728849" y="475984"/>
            <a:ext cx="1499966" cy="34644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5714822" y="509931"/>
            <a:ext cx="1532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Local computation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49953" y="85469"/>
            <a:ext cx="11464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Execution begins</a:t>
            </a:r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5685767" y="350927"/>
            <a:ext cx="0" cy="25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4" name="Rounded Rectangle 443"/>
          <p:cNvSpPr/>
          <p:nvPr/>
        </p:nvSpPr>
        <p:spPr>
          <a:xfrm>
            <a:off x="7247421" y="469037"/>
            <a:ext cx="471719" cy="34644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/>
          </a:p>
        </p:txBody>
      </p:sp>
      <p:sp>
        <p:nvSpPr>
          <p:cNvPr id="445" name="TextBox 444"/>
          <p:cNvSpPr txBox="1"/>
          <p:nvPr/>
        </p:nvSpPr>
        <p:spPr>
          <a:xfrm>
            <a:off x="7134109" y="-5433"/>
            <a:ext cx="14941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Execution ends for one input tuple</a:t>
            </a:r>
          </a:p>
        </p:txBody>
      </p:sp>
      <p:cxnSp>
        <p:nvCxnSpPr>
          <p:cNvPr id="446" name="Straight Arrow Connector 445"/>
          <p:cNvCxnSpPr/>
          <p:nvPr/>
        </p:nvCxnSpPr>
        <p:spPr>
          <a:xfrm>
            <a:off x="7772004" y="393189"/>
            <a:ext cx="2956" cy="266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>
            <a:stCxn id="444" idx="2"/>
            <a:endCxn id="62" idx="1"/>
          </p:cNvCxnSpPr>
          <p:nvPr/>
        </p:nvCxnSpPr>
        <p:spPr>
          <a:xfrm rot="5400000" flipH="1">
            <a:off x="6523222" y="-144579"/>
            <a:ext cx="151660" cy="1768459"/>
          </a:xfrm>
          <a:prstGeom prst="bentConnector4">
            <a:avLst>
              <a:gd name="adj1" fmla="val -152201"/>
              <a:gd name="adj2" fmla="val 11292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768690" y="1025236"/>
            <a:ext cx="1435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Process another tuple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242842" y="495147"/>
            <a:ext cx="5180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Emit</a:t>
            </a:r>
            <a:endParaRPr lang="en-US" sz="1200" dirty="0"/>
          </a:p>
        </p:txBody>
      </p:sp>
      <p:sp>
        <p:nvSpPr>
          <p:cNvPr id="64" name="Rounded Rectangle 63"/>
          <p:cNvSpPr/>
          <p:nvPr/>
        </p:nvSpPr>
        <p:spPr>
          <a:xfrm>
            <a:off x="5728849" y="1766891"/>
            <a:ext cx="1499966" cy="34644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5714822" y="1800838"/>
            <a:ext cx="1532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Local computation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49953" y="1376376"/>
            <a:ext cx="11464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Execution begins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5685767" y="1627320"/>
            <a:ext cx="0" cy="25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7247421" y="1759944"/>
            <a:ext cx="471719" cy="34644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 dirty="0"/>
          </a:p>
        </p:txBody>
      </p:sp>
      <p:sp>
        <p:nvSpPr>
          <p:cNvPr id="70" name="TextBox 69"/>
          <p:cNvSpPr txBox="1"/>
          <p:nvPr/>
        </p:nvSpPr>
        <p:spPr>
          <a:xfrm>
            <a:off x="7134109" y="1285474"/>
            <a:ext cx="14941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Execution ends for one input tuple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7772004" y="1633297"/>
            <a:ext cx="2956" cy="266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/>
          <p:cNvCxnSpPr/>
          <p:nvPr/>
        </p:nvCxnSpPr>
        <p:spPr>
          <a:xfrm rot="5400000" flipH="1">
            <a:off x="6523222" y="1146328"/>
            <a:ext cx="151660" cy="1768459"/>
          </a:xfrm>
          <a:prstGeom prst="bentConnector4">
            <a:avLst>
              <a:gd name="adj1" fmla="val -152201"/>
              <a:gd name="adj2" fmla="val 11292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768690" y="2316143"/>
            <a:ext cx="1435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Process another tuple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42842" y="1786054"/>
            <a:ext cx="5180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Emit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62209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2474</TotalTime>
  <Words>103</Words>
  <Application>Microsoft Macintosh PowerPoint</Application>
  <PresentationFormat>Custom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等线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Microsoft Office User</cp:lastModifiedBy>
  <cp:revision>250</cp:revision>
  <cp:lastPrinted>2018-07-24T04:39:42Z</cp:lastPrinted>
  <dcterms:created xsi:type="dcterms:W3CDTF">2017-11-06T03:22:08Z</dcterms:created>
  <dcterms:modified xsi:type="dcterms:W3CDTF">2018-07-31T07:51:58Z</dcterms:modified>
</cp:coreProperties>
</file>