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79976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 snapToGrid="0" snapToObjects="1">
      <p:cViewPr>
        <p:scale>
          <a:sx n="78" d="100"/>
          <a:sy n="78" d="100"/>
        </p:scale>
        <p:origin x="3008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SMALL_SIZEDB/allrestuls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'Read_Write_Mix (rtm)'!$B$1</c:f>
              <c:strCache>
                <c:ptCount val="1"/>
                <c:pt idx="0">
                  <c:v>NOCC</c:v>
                </c:pt>
              </c:strCache>
            </c:strRef>
          </c:tx>
          <c:spPr>
            <a:pattFill prst="dotGrid">
              <a:fgClr>
                <a:srgbClr val="C90001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'Read_Write_Mix (rtm)'!$A$2:$A$6</c:f>
              <c:numCache>
                <c:formatCode>0%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cat>
          <c:val>
            <c:numRef>
              <c:f>'Read_Write_Mix (rtm)'!$B$2:$B$6</c:f>
              <c:numCache>
                <c:formatCode>0.00</c:formatCode>
                <c:ptCount val="5"/>
                <c:pt idx="0" formatCode="0.00E+00">
                  <c:v>0.348550635020379</c:v>
                </c:pt>
                <c:pt idx="1">
                  <c:v>31.3153331638773</c:v>
                </c:pt>
                <c:pt idx="2">
                  <c:v>27.6603334857967</c:v>
                </c:pt>
                <c:pt idx="3">
                  <c:v>67.28673622801639</c:v>
                </c:pt>
                <c:pt idx="4" formatCode="0.00E+00">
                  <c:v>1550.83299889353</c:v>
                </c:pt>
              </c:numCache>
            </c:numRef>
          </c:val>
        </c:ser>
        <c:ser>
          <c:idx val="1"/>
          <c:order val="1"/>
          <c:tx>
            <c:strRef>
              <c:f>'Read_Write_Mix (rtm)'!$C$1</c:f>
              <c:strCache>
                <c:ptCount val="1"/>
                <c:pt idx="0">
                  <c:v>LAL</c:v>
                </c:pt>
              </c:strCache>
            </c:strRef>
          </c:tx>
          <c:spPr>
            <a:pattFill prst="wdUpDiag">
              <a:fgClr>
                <a:schemeClr val="accent1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'Read_Write_Mix (rtm)'!$A$2:$A$6</c:f>
              <c:numCache>
                <c:formatCode>0%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cat>
          <c:val>
            <c:numRef>
              <c:f>'Read_Write_Mix (rtm)'!$C$2:$C$6</c:f>
              <c:numCache>
                <c:formatCode>0.00</c:formatCode>
                <c:ptCount val="5"/>
                <c:pt idx="0">
                  <c:v>48.7457613611479</c:v>
                </c:pt>
                <c:pt idx="1">
                  <c:v>46.0430280665739</c:v>
                </c:pt>
                <c:pt idx="2">
                  <c:v>49.0274587823789</c:v>
                </c:pt>
                <c:pt idx="3">
                  <c:v>44.1033707213297</c:v>
                </c:pt>
                <c:pt idx="4">
                  <c:v>51.9517471763538</c:v>
                </c:pt>
              </c:numCache>
            </c:numRef>
          </c:val>
        </c:ser>
        <c:ser>
          <c:idx val="2"/>
          <c:order val="2"/>
          <c:tx>
            <c:strRef>
              <c:f>'Read_Write_Mix (rtm)'!$D$1</c:f>
              <c:strCache>
                <c:ptCount val="1"/>
                <c:pt idx="0">
                  <c:v>LWM</c:v>
                </c:pt>
              </c:strCache>
            </c:strRef>
          </c:tx>
          <c:spPr>
            <a:pattFill prst="dkHorz">
              <a:fgClr>
                <a:schemeClr val="accent6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'Read_Write_Mix (rtm)'!$A$2:$A$6</c:f>
              <c:numCache>
                <c:formatCode>0%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cat>
          <c:val>
            <c:numRef>
              <c:f>'Read_Write_Mix (rtm)'!$D$2:$D$6</c:f>
              <c:numCache>
                <c:formatCode>0.00</c:formatCode>
                <c:ptCount val="5"/>
                <c:pt idx="0">
                  <c:v>38.4969884054585</c:v>
                </c:pt>
                <c:pt idx="1">
                  <c:v>35.8413657900922</c:v>
                </c:pt>
                <c:pt idx="2">
                  <c:v>36.0441339415999</c:v>
                </c:pt>
                <c:pt idx="3">
                  <c:v>39.9389330503415</c:v>
                </c:pt>
                <c:pt idx="4">
                  <c:v>34.5910901598255</c:v>
                </c:pt>
              </c:numCache>
            </c:numRef>
          </c:val>
        </c:ser>
        <c:ser>
          <c:idx val="3"/>
          <c:order val="3"/>
          <c:tx>
            <c:strRef>
              <c:f>'Read_Write_Mix (rtm)'!$E$1</c:f>
              <c:strCache>
                <c:ptCount val="1"/>
                <c:pt idx="0">
                  <c:v>T-Stream</c:v>
                </c:pt>
              </c:strCache>
            </c:strRef>
          </c:tx>
          <c:spPr>
            <a:pattFill prst="pct50">
              <a:fgClr>
                <a:srgbClr val="A345EE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'Read_Write_Mix (rtm)'!$A$2:$A$6</c:f>
              <c:numCache>
                <c:formatCode>0%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cat>
          <c:val>
            <c:numRef>
              <c:f>'Read_Write_Mix (rtm)'!$E$2:$E$6</c:f>
              <c:numCache>
                <c:formatCode>0.00</c:formatCode>
                <c:ptCount val="5"/>
                <c:pt idx="0" formatCode="0.00E+00">
                  <c:v>286.594410387088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08280976"/>
        <c:axId val="2065602800"/>
      </c:barChart>
      <c:catAx>
        <c:axId val="17082809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/>
                  <a:t>Percentage of Read Requests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2065602800"/>
        <c:crosses val="autoZero"/>
        <c:auto val="1"/>
        <c:lblAlgn val="ctr"/>
        <c:lblOffset val="100"/>
        <c:noMultiLvlLbl val="0"/>
      </c:catAx>
      <c:valAx>
        <c:axId val="206560280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/>
                  <a:t>Throughput (k events /s)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708280976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83861"/>
            <a:ext cx="809982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836605"/>
            <a:ext cx="8099822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346419"/>
            <a:ext cx="93147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614203"/>
            <a:ext cx="93147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437680"/>
            <a:ext cx="4589899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437680"/>
            <a:ext cx="4589899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7536"/>
            <a:ext cx="9314796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323916"/>
            <a:ext cx="45688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972747"/>
            <a:ext cx="456880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323916"/>
            <a:ext cx="45913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972747"/>
            <a:ext cx="459130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77597"/>
            <a:ext cx="546738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77597"/>
            <a:ext cx="546738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87536"/>
            <a:ext cx="2328699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87536"/>
            <a:ext cx="6851100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87536"/>
            <a:ext cx="93147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437680"/>
            <a:ext cx="93147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005626"/>
            <a:ext cx="364492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5551847"/>
              </p:ext>
            </p:extLst>
          </p:nvPr>
        </p:nvGraphicFramePr>
        <p:xfrm>
          <a:off x="0" y="0"/>
          <a:ext cx="10799763" cy="540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DengXian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DengXian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3170</TotalTime>
  <Words>11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Helvetica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37</cp:revision>
  <cp:lastPrinted>2018-10-03T01:25:37Z</cp:lastPrinted>
  <dcterms:created xsi:type="dcterms:W3CDTF">2018-09-13T08:59:53Z</dcterms:created>
  <dcterms:modified xsi:type="dcterms:W3CDTF">2018-10-11T01:45:56Z</dcterms:modified>
</cp:coreProperties>
</file>