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43"/>
  </p:normalViewPr>
  <p:slideViewPr>
    <p:cSldViewPr snapToGrid="0" snapToObjects="1">
      <p:cViewPr varScale="1">
        <p:scale>
          <a:sx n="121" d="100"/>
          <a:sy n="121" d="100"/>
        </p:scale>
        <p:origin x="2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7A1E-1DBF-DF4D-8227-CE2F91729582}" type="datetimeFigureOut">
              <a:rPr lang="en-US" smtClean="0"/>
              <a:t>3/20/18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2FD-86EA-0642-AE3C-D5A5F955A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7A1E-1DBF-DF4D-8227-CE2F91729582}" type="datetimeFigureOut">
              <a:rPr lang="en-US" smtClean="0"/>
              <a:t>3/20/18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2FD-86EA-0642-AE3C-D5A5F955A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4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7A1E-1DBF-DF4D-8227-CE2F91729582}" type="datetimeFigureOut">
              <a:rPr lang="en-US" smtClean="0"/>
              <a:t>3/20/18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2FD-86EA-0642-AE3C-D5A5F955A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14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7A1E-1DBF-DF4D-8227-CE2F91729582}" type="datetimeFigureOut">
              <a:rPr lang="en-US" smtClean="0"/>
              <a:t>3/20/18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2FD-86EA-0642-AE3C-D5A5F955A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7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7A1E-1DBF-DF4D-8227-CE2F91729582}" type="datetimeFigureOut">
              <a:rPr lang="en-US" smtClean="0"/>
              <a:t>3/20/18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2FD-86EA-0642-AE3C-D5A5F955A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42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7A1E-1DBF-DF4D-8227-CE2F91729582}" type="datetimeFigureOut">
              <a:rPr lang="en-US" smtClean="0"/>
              <a:t>3/20/18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2FD-86EA-0642-AE3C-D5A5F955A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91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7A1E-1DBF-DF4D-8227-CE2F91729582}" type="datetimeFigureOut">
              <a:rPr lang="en-US" smtClean="0"/>
              <a:t>3/20/18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2FD-86EA-0642-AE3C-D5A5F955A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60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7A1E-1DBF-DF4D-8227-CE2F91729582}" type="datetimeFigureOut">
              <a:rPr lang="en-US" smtClean="0"/>
              <a:t>3/20/18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2FD-86EA-0642-AE3C-D5A5F955A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8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7A1E-1DBF-DF4D-8227-CE2F91729582}" type="datetimeFigureOut">
              <a:rPr lang="en-US" smtClean="0"/>
              <a:t>3/20/18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2FD-86EA-0642-AE3C-D5A5F955A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8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7A1E-1DBF-DF4D-8227-CE2F91729582}" type="datetimeFigureOut">
              <a:rPr lang="en-US" smtClean="0"/>
              <a:t>3/20/18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2FD-86EA-0642-AE3C-D5A5F955A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5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7A1E-1DBF-DF4D-8227-CE2F91729582}" type="datetimeFigureOut">
              <a:rPr lang="en-US" smtClean="0"/>
              <a:t>3/20/18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2FD-86EA-0642-AE3C-D5A5F955A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4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87A1E-1DBF-DF4D-8227-CE2F91729582}" type="datetimeFigureOut">
              <a:rPr lang="en-US" smtClean="0"/>
              <a:t>3/20/18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AB2FD-86EA-0642-AE3C-D5A5F955A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9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26208" y="1177159"/>
            <a:ext cx="9144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O1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118539" y="1177159"/>
            <a:ext cx="9144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O2</a:t>
            </a:r>
            <a:endParaRPr lang="en-US" dirty="0"/>
          </a:p>
        </p:txBody>
      </p:sp>
      <p:sp>
        <p:nvSpPr>
          <p:cNvPr id="7" name="Can 6"/>
          <p:cNvSpPr/>
          <p:nvPr/>
        </p:nvSpPr>
        <p:spPr>
          <a:xfrm>
            <a:off x="3429002" y="3226676"/>
            <a:ext cx="1460937" cy="1216152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External state</a:t>
            </a:r>
            <a:endParaRPr lang="en-US" dirty="0"/>
          </a:p>
        </p:txBody>
      </p:sp>
      <p:cxnSp>
        <p:nvCxnSpPr>
          <p:cNvPr id="9" name="Straight Arrow Connector 8"/>
          <p:cNvCxnSpPr>
            <a:stCxn id="4" idx="2"/>
            <a:endCxn id="7" idx="1"/>
          </p:cNvCxnSpPr>
          <p:nvPr/>
        </p:nvCxnSpPr>
        <p:spPr>
          <a:xfrm>
            <a:off x="2883408" y="2091559"/>
            <a:ext cx="1276063" cy="11351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2"/>
            <a:endCxn id="7" idx="1"/>
          </p:cNvCxnSpPr>
          <p:nvPr/>
        </p:nvCxnSpPr>
        <p:spPr>
          <a:xfrm flipH="1">
            <a:off x="4159471" y="2091559"/>
            <a:ext cx="1416268" cy="11351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Arrow 27"/>
          <p:cNvSpPr/>
          <p:nvPr/>
        </p:nvSpPr>
        <p:spPr>
          <a:xfrm>
            <a:off x="480207" y="1007532"/>
            <a:ext cx="1769854" cy="1138035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ight Arrow 29"/>
          <p:cNvSpPr/>
          <p:nvPr/>
        </p:nvSpPr>
        <p:spPr>
          <a:xfrm>
            <a:off x="3509142" y="1174243"/>
            <a:ext cx="1440863" cy="699516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>
            <a:off x="6201473" y="1174243"/>
            <a:ext cx="1440863" cy="699516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iamond 34"/>
          <p:cNvSpPr/>
          <p:nvPr/>
        </p:nvSpPr>
        <p:spPr>
          <a:xfrm>
            <a:off x="780732" y="1618587"/>
            <a:ext cx="218299" cy="23122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iamond 35"/>
          <p:cNvSpPr/>
          <p:nvPr/>
        </p:nvSpPr>
        <p:spPr>
          <a:xfrm>
            <a:off x="1125732" y="1618586"/>
            <a:ext cx="218299" cy="23122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iamond 36"/>
          <p:cNvSpPr/>
          <p:nvPr/>
        </p:nvSpPr>
        <p:spPr>
          <a:xfrm>
            <a:off x="1483766" y="1618585"/>
            <a:ext cx="218299" cy="23122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5" idx="2"/>
            <a:endCxn id="40" idx="0"/>
          </p:cNvCxnSpPr>
          <p:nvPr/>
        </p:nvCxnSpPr>
        <p:spPr>
          <a:xfrm flipH="1">
            <a:off x="738118" y="1849814"/>
            <a:ext cx="151764" cy="181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08352" y="2031407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tuple</a:t>
            </a:r>
            <a:endParaRPr lang="en-US" dirty="0"/>
          </a:p>
        </p:txBody>
      </p:sp>
      <p:cxnSp>
        <p:nvCxnSpPr>
          <p:cNvPr id="43" name="Straight Connector 42"/>
          <p:cNvCxnSpPr/>
          <p:nvPr/>
        </p:nvCxnSpPr>
        <p:spPr>
          <a:xfrm>
            <a:off x="730605" y="1292772"/>
            <a:ext cx="6440" cy="580987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1409372" y="1292772"/>
            <a:ext cx="6440" cy="580987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Left Brace 45"/>
          <p:cNvSpPr/>
          <p:nvPr/>
        </p:nvSpPr>
        <p:spPr>
          <a:xfrm rot="5400000">
            <a:off x="949449" y="714320"/>
            <a:ext cx="247518" cy="67232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537644" y="52404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An epoch</a:t>
            </a:r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2365830" y="557392"/>
            <a:ext cx="103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Operator</a:t>
            </a:r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5058161" y="524040"/>
            <a:ext cx="103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Operator</a:t>
            </a:r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1451776" y="1292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1082382" y="1292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748743" y="12942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70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DengXian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6</cp:revision>
  <dcterms:created xsi:type="dcterms:W3CDTF">2018-03-20T03:44:09Z</dcterms:created>
  <dcterms:modified xsi:type="dcterms:W3CDTF">2018-03-20T04:16:52Z</dcterms:modified>
</cp:coreProperties>
</file>