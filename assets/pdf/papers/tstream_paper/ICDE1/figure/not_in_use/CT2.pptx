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0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CrossTables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'theta=0.8'!$C$1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pct4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'theta=0.8'!$A$2:$A$7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40.0</c:v>
                </c:pt>
              </c:numCache>
            </c:numRef>
          </c:cat>
          <c:val>
            <c:numRef>
              <c:f>'theta=0.8'!$C$2:$C$7</c:f>
              <c:numCache>
                <c:formatCode>General</c:formatCode>
                <c:ptCount val="6"/>
                <c:pt idx="0">
                  <c:v>64.0686222038803</c:v>
                </c:pt>
                <c:pt idx="1">
                  <c:v>73.61386658488099</c:v>
                </c:pt>
                <c:pt idx="2">
                  <c:v>52.3014451051513</c:v>
                </c:pt>
                <c:pt idx="3">
                  <c:v>41.3451310625743</c:v>
                </c:pt>
                <c:pt idx="4">
                  <c:v>38.4330025318345</c:v>
                </c:pt>
                <c:pt idx="5">
                  <c:v>18.499979445132</c:v>
                </c:pt>
              </c:numCache>
            </c:numRef>
          </c:val>
        </c:ser>
        <c:ser>
          <c:idx val="1"/>
          <c:order val="1"/>
          <c:tx>
            <c:strRef>
              <c:f>'theta=0.8'!$D$1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wd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'theta=0.8'!$A$2:$A$7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40.0</c:v>
                </c:pt>
              </c:numCache>
            </c:numRef>
          </c:cat>
          <c:val>
            <c:numRef>
              <c:f>'theta=0.8'!$D$2:$D$7</c:f>
              <c:numCache>
                <c:formatCode>General</c:formatCode>
                <c:ptCount val="6"/>
                <c:pt idx="0">
                  <c:v>36.8820864555414</c:v>
                </c:pt>
                <c:pt idx="1">
                  <c:v>31.9934779962035</c:v>
                </c:pt>
                <c:pt idx="2">
                  <c:v>27.3621183472327</c:v>
                </c:pt>
                <c:pt idx="3">
                  <c:v>20.5339385859768</c:v>
                </c:pt>
                <c:pt idx="4">
                  <c:v>18.7893379722534</c:v>
                </c:pt>
                <c:pt idx="5">
                  <c:v>16.3365524304829</c:v>
                </c:pt>
              </c:numCache>
            </c:numRef>
          </c:val>
        </c:ser>
        <c:ser>
          <c:idx val="2"/>
          <c:order val="2"/>
          <c:tx>
            <c:strRef>
              <c:f>'theta=0.8'!$E$1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'theta=0.8'!$A$2:$A$7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40.0</c:v>
                </c:pt>
              </c:numCache>
            </c:numRef>
          </c:cat>
          <c:val>
            <c:numRef>
              <c:f>'theta=0.8'!$E$2:$E$7</c:f>
              <c:numCache>
                <c:formatCode>General</c:formatCode>
                <c:ptCount val="6"/>
                <c:pt idx="0">
                  <c:v>26.738103652399</c:v>
                </c:pt>
                <c:pt idx="1">
                  <c:v>94.2384002253422</c:v>
                </c:pt>
                <c:pt idx="2">
                  <c:v>169.484230396004</c:v>
                </c:pt>
                <c:pt idx="3">
                  <c:v>197.899115486128</c:v>
                </c:pt>
                <c:pt idx="4">
                  <c:v>192.234710948991</c:v>
                </c:pt>
                <c:pt idx="5">
                  <c:v>202.306543687319</c:v>
                </c:pt>
              </c:numCache>
            </c:numRef>
          </c:val>
        </c:ser>
        <c:ser>
          <c:idx val="3"/>
          <c:order val="3"/>
          <c:tx>
            <c:strRef>
              <c:f>'theta=0.8'!$F$1</c:f>
              <c:strCache>
                <c:ptCount val="1"/>
                <c:pt idx="0">
                  <c:v>SStore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'theta=0.8'!$A$2:$A$7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40.0</c:v>
                </c:pt>
              </c:numCache>
            </c:numRef>
          </c:cat>
          <c:val>
            <c:numRef>
              <c:f>'theta=0.8'!$F$2:$F$7</c:f>
              <c:numCache>
                <c:formatCode>General</c:formatCode>
                <c:ptCount val="6"/>
                <c:pt idx="0">
                  <c:v>67.4215031517385</c:v>
                </c:pt>
                <c:pt idx="1">
                  <c:v>90.1303952790883</c:v>
                </c:pt>
                <c:pt idx="2">
                  <c:v>75.3430387413959</c:v>
                </c:pt>
                <c:pt idx="3">
                  <c:v>59.2261224999399</c:v>
                </c:pt>
                <c:pt idx="4">
                  <c:v>55.3340523907065</c:v>
                </c:pt>
                <c:pt idx="5">
                  <c:v>42.7245403322783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3"/>
        <c:overlap val="-6"/>
        <c:axId val="-918938880"/>
        <c:axId val="-918935824"/>
      </c:barChart>
      <c:catAx>
        <c:axId val="-918938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 smtClean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Number of Cores</a:t>
                </a:r>
                <a:endParaRPr lang="en-US" sz="2800" dirty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918935824"/>
        <c:crosses val="autoZero"/>
        <c:auto val="1"/>
        <c:lblAlgn val="ctr"/>
        <c:lblOffset val="100"/>
        <c:noMultiLvlLbl val="0"/>
      </c:catAx>
      <c:valAx>
        <c:axId val="-9189358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kern="1200" baseline="0">
                    <a:solidFill>
                      <a:sysClr val="windowText" lastClr="000000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b="0" dirty="0" smtClean="0">
                    <a:latin typeface="Helvetica" charset="0"/>
                    <a:ea typeface="Helvetica" charset="0"/>
                    <a:cs typeface="Helvetica" charset="0"/>
                  </a:rPr>
                  <a:t>Throughput (k events/s)</a:t>
                </a:r>
                <a:endParaRPr lang="en-US" b="0" dirty="0">
                  <a:latin typeface="Helvetica" charset="0"/>
                  <a:ea typeface="Helvetica" charset="0"/>
                  <a:cs typeface="Helvetica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0" i="0" u="none" strike="noStrike" kern="1200" baseline="0">
                  <a:solidFill>
                    <a:sysClr val="windowText" lastClr="000000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918938880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914670"/>
              </p:ext>
            </p:extLst>
          </p:nvPr>
        </p:nvGraphicFramePr>
        <p:xfrm>
          <a:off x="0" y="-1"/>
          <a:ext cx="1079976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Words>8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23</cp:revision>
  <cp:lastPrinted>2018-10-03T01:24:26Z</cp:lastPrinted>
  <dcterms:created xsi:type="dcterms:W3CDTF">2018-09-13T08:59:53Z</dcterms:created>
  <dcterms:modified xsi:type="dcterms:W3CDTF">2018-10-06T01:48:35Z</dcterms:modified>
</cp:coreProperties>
</file>