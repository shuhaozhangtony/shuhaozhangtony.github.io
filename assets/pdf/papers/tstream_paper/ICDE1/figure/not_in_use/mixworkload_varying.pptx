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"/>
  </p:notesMasterIdLst>
  <p:sldIdLst>
    <p:sldId id="256" r:id="rId2"/>
  </p:sldIdLst>
  <p:sldSz cx="6119813" cy="5400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/>
    <p:restoredTop sz="94647"/>
  </p:normalViewPr>
  <p:slideViewPr>
    <p:cSldViewPr snapToGrid="0" snapToObjects="1">
      <p:cViewPr>
        <p:scale>
          <a:sx n="98" d="100"/>
          <a:sy n="98" d="100"/>
        </p:scale>
        <p:origin x="3824" y="1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9448934635253"/>
          <c:y val="0.199163623065635"/>
          <c:w val="0.859628019305034"/>
          <c:h val="0.689501960403098"/>
        </c:manualLayout>
      </c:layout>
      <c:lineChart>
        <c:grouping val="standard"/>
        <c:varyColors val="0"/>
        <c:ser>
          <c:idx val="3"/>
          <c:order val="0"/>
          <c:tx>
            <c:strRef>
              <c:f>'Read_Write_Mix (rtm)'!$A$26</c:f>
              <c:strCache>
                <c:ptCount val="1"/>
                <c:pt idx="0">
                  <c:v>Wait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'Read_Write_Mix (rtm)'!$B$24:$F$24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(rtm)'!$B$26:$F$26</c:f>
              <c:numCache>
                <c:formatCode>0%</c:formatCode>
                <c:ptCount val="5"/>
                <c:pt idx="0">
                  <c:v>0.41</c:v>
                </c:pt>
                <c:pt idx="1">
                  <c:v>0.39</c:v>
                </c:pt>
                <c:pt idx="2">
                  <c:v>0.44</c:v>
                </c:pt>
                <c:pt idx="3">
                  <c:v>0.38</c:v>
                </c:pt>
                <c:pt idx="4">
                  <c:v>0.37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'Read_Write_Mix (rtm)'!$A$27</c:f>
              <c:strCache>
                <c:ptCount val="1"/>
                <c:pt idx="0">
                  <c:v>Lock</c:v>
                </c:pt>
              </c:strCache>
            </c:strRef>
          </c:tx>
          <c:spPr>
            <a:ln w="25400" cap="rnd">
              <a:solidFill>
                <a:srgbClr val="70AD4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'Read_Write_Mix (rtm)'!$B$24:$F$24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(rtm)'!$B$27:$F$27</c:f>
              <c:numCache>
                <c:formatCode>0%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smooth val="0"/>
        </c:ser>
        <c:ser>
          <c:idx val="4"/>
          <c:order val="2"/>
          <c:tx>
            <c:strRef>
              <c:f>'Read_Write_Mix (rtm)'!$A$28</c:f>
              <c:strCache>
                <c:ptCount val="1"/>
                <c:pt idx="0">
                  <c:v>Index</c:v>
                </c:pt>
              </c:strCache>
            </c:strRef>
          </c:tx>
          <c:spPr>
            <a:ln w="25400" cap="rnd">
              <a:solidFill>
                <a:srgbClr val="ED7D3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'Read_Write_Mix (rtm)'!$B$24:$F$24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(rtm)'!$B$28:$F$28</c:f>
              <c:numCache>
                <c:formatCode>0%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smooth val="0"/>
        </c:ser>
        <c:ser>
          <c:idx val="1"/>
          <c:order val="3"/>
          <c:tx>
            <c:strRef>
              <c:f>'Read_Write_Mix (rtm)'!$A$29</c:f>
              <c:strCache>
                <c:ptCount val="1"/>
                <c:pt idx="0">
                  <c:v>Ts Alloc.</c:v>
                </c:pt>
              </c:strCache>
            </c:strRef>
          </c:tx>
          <c:spPr>
            <a:ln w="25400" cap="rnd">
              <a:solidFill>
                <a:srgbClr val="FFC000">
                  <a:lumMod val="60000"/>
                  <a:lumOff val="40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'Read_Write_Mix (rtm)'!$B$24:$F$24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(rtm)'!$B$29:$F$29</c:f>
              <c:numCache>
                <c:formatCode>0%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smooth val="0"/>
        </c:ser>
        <c:ser>
          <c:idx val="0"/>
          <c:order val="4"/>
          <c:tx>
            <c:strRef>
              <c:f>'Read_Write_Mix (rtm)'!$A$30</c:f>
              <c:strCache>
                <c:ptCount val="1"/>
                <c:pt idx="0">
                  <c:v>Abort</c:v>
                </c:pt>
              </c:strCache>
            </c:strRef>
          </c:tx>
          <c:spPr>
            <a:ln w="2540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'Read_Write_Mix (rtm)'!$B$24:$F$24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(rtm)'!$B$30:$F$30</c:f>
              <c:numCache>
                <c:formatCode>0%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'Read_Write_Mix (rtm)'!$A$31</c:f>
              <c:strCache>
                <c:ptCount val="1"/>
                <c:pt idx="0">
                  <c:v>Useful work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triangle"/>
            <c:size val="1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numRef>
              <c:f>'Read_Write_Mix (rtm)'!$B$24:$F$24</c:f>
              <c:numCache>
                <c:formatCode>0%</c:formatCode>
                <c:ptCount val="5"/>
                <c:pt idx="0">
                  <c:v>0.0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1.0</c:v>
                </c:pt>
              </c:numCache>
            </c:numRef>
          </c:cat>
          <c:val>
            <c:numRef>
              <c:f>'Read_Write_Mix (rtm)'!$B$31:$F$31</c:f>
              <c:numCache>
                <c:formatCode>0%</c:formatCode>
                <c:ptCount val="5"/>
                <c:pt idx="0">
                  <c:v>0.18</c:v>
                </c:pt>
                <c:pt idx="1">
                  <c:v>0.18</c:v>
                </c:pt>
                <c:pt idx="2">
                  <c:v>0.18</c:v>
                </c:pt>
                <c:pt idx="3">
                  <c:v>0.2</c:v>
                </c:pt>
                <c:pt idx="4">
                  <c:v>0.3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19753040"/>
        <c:axId val="2019764560"/>
      </c:lineChart>
      <c:catAx>
        <c:axId val="2019753040"/>
        <c:scaling>
          <c:orientation val="minMax"/>
        </c:scaling>
        <c:delete val="0"/>
        <c:axPos val="b"/>
        <c:numFmt formatCode="0%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2019764560"/>
        <c:crosses val="autoZero"/>
        <c:auto val="1"/>
        <c:lblAlgn val="ctr"/>
        <c:lblOffset val="100"/>
        <c:noMultiLvlLbl val="0"/>
      </c:catAx>
      <c:valAx>
        <c:axId val="2019764560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2019753040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ayout/>
      <c:overlay val="0"/>
      <c:spPr>
        <a:pattFill prst="pct5">
          <a:fgClr>
            <a:sysClr val="window" lastClr="FFFFFF"/>
          </a:fgClr>
          <a:bgClr>
            <a:sysClr val="window" lastClr="FFFFFF"/>
          </a:bgClr>
        </a:patt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63FA6-3A14-0348-8108-82E15B076700}" type="datetimeFigureOut">
              <a:rPr lang="en-US" smtClean="0"/>
              <a:t>10/7/18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81163" y="1143000"/>
            <a:ext cx="3495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7EB53-C3CF-BA49-88A0-E9B92E654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8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81163" y="1143000"/>
            <a:ext cx="34956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varying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F7EB53-C3CF-BA49-88A0-E9B92E6543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13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86" y="883861"/>
            <a:ext cx="5201841" cy="1880235"/>
          </a:xfrm>
        </p:spPr>
        <p:txBody>
          <a:bodyPr anchor="b"/>
          <a:lstStyle>
            <a:lvl1pPr algn="ctr">
              <a:defRPr sz="4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2836605"/>
            <a:ext cx="4589860" cy="1303913"/>
          </a:xfrm>
        </p:spPr>
        <p:txBody>
          <a:bodyPr/>
          <a:lstStyle>
            <a:lvl1pPr marL="0" indent="0" algn="ctr">
              <a:buNone/>
              <a:defRPr sz="1606"/>
            </a:lvl1pPr>
            <a:lvl2pPr marL="306004" indent="0" algn="ctr">
              <a:buNone/>
              <a:defRPr sz="1339"/>
            </a:lvl2pPr>
            <a:lvl3pPr marL="612008" indent="0" algn="ctr">
              <a:buNone/>
              <a:defRPr sz="1205"/>
            </a:lvl3pPr>
            <a:lvl4pPr marL="918012" indent="0" algn="ctr">
              <a:buNone/>
              <a:defRPr sz="1071"/>
            </a:lvl4pPr>
            <a:lvl5pPr marL="1224016" indent="0" algn="ctr">
              <a:buNone/>
              <a:defRPr sz="1071"/>
            </a:lvl5pPr>
            <a:lvl6pPr marL="1530020" indent="0" algn="ctr">
              <a:buNone/>
              <a:defRPr sz="1071"/>
            </a:lvl6pPr>
            <a:lvl7pPr marL="1836024" indent="0" algn="ctr">
              <a:buNone/>
              <a:defRPr sz="1071"/>
            </a:lvl7pPr>
            <a:lvl8pPr marL="2142028" indent="0" algn="ctr">
              <a:buNone/>
              <a:defRPr sz="1071"/>
            </a:lvl8pPr>
            <a:lvl9pPr marL="2448032" indent="0" algn="ctr">
              <a:buNone/>
              <a:defRPr sz="1071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1346420"/>
            <a:ext cx="5278339" cy="2246530"/>
          </a:xfrm>
        </p:spPr>
        <p:txBody>
          <a:bodyPr anchor="b"/>
          <a:lstStyle>
            <a:lvl1pPr>
              <a:defRPr sz="4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3614203"/>
            <a:ext cx="5278339" cy="1181397"/>
          </a:xfrm>
        </p:spPr>
        <p:txBody>
          <a:bodyPr/>
          <a:lstStyle>
            <a:lvl1pPr marL="0" indent="0">
              <a:buNone/>
              <a:defRPr sz="1606">
                <a:solidFill>
                  <a:schemeClr val="tx1"/>
                </a:solidFill>
              </a:defRPr>
            </a:lvl1pPr>
            <a:lvl2pPr marL="306004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2pPr>
            <a:lvl3pPr marL="612008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3pPr>
            <a:lvl4pPr marL="91801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4pPr>
            <a:lvl5pPr marL="1224016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5pPr>
            <a:lvl6pPr marL="1530020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6pPr>
            <a:lvl7pPr marL="1836024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7pPr>
            <a:lvl8pPr marL="2142028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8pPr>
            <a:lvl9pPr marL="244803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1437680"/>
            <a:ext cx="2600921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1437680"/>
            <a:ext cx="2600921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87537"/>
            <a:ext cx="5278339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5" y="1323916"/>
            <a:ext cx="2588967" cy="648831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5" y="1972747"/>
            <a:ext cx="2588967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1323916"/>
            <a:ext cx="2601718" cy="648831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1972747"/>
            <a:ext cx="2601718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360045"/>
            <a:ext cx="1973799" cy="1260158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777598"/>
            <a:ext cx="3098155" cy="3837980"/>
          </a:xfrm>
        </p:spPr>
        <p:txBody>
          <a:bodyPr/>
          <a:lstStyle>
            <a:lvl1pPr>
              <a:defRPr sz="2142"/>
            </a:lvl1pPr>
            <a:lvl2pPr>
              <a:defRPr sz="1874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620202"/>
            <a:ext cx="1973799" cy="3001626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360045"/>
            <a:ext cx="1973799" cy="1260158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777598"/>
            <a:ext cx="3098155" cy="3837980"/>
          </a:xfrm>
        </p:spPr>
        <p:txBody>
          <a:bodyPr anchor="t"/>
          <a:lstStyle>
            <a:lvl1pPr marL="0" indent="0">
              <a:buNone/>
              <a:defRPr sz="2142"/>
            </a:lvl1pPr>
            <a:lvl2pPr marL="306004" indent="0">
              <a:buNone/>
              <a:defRPr sz="1874"/>
            </a:lvl2pPr>
            <a:lvl3pPr marL="612008" indent="0">
              <a:buNone/>
              <a:defRPr sz="1606"/>
            </a:lvl3pPr>
            <a:lvl4pPr marL="918012" indent="0">
              <a:buNone/>
              <a:defRPr sz="1339"/>
            </a:lvl4pPr>
            <a:lvl5pPr marL="1224016" indent="0">
              <a:buNone/>
              <a:defRPr sz="1339"/>
            </a:lvl5pPr>
            <a:lvl6pPr marL="1530020" indent="0">
              <a:buNone/>
              <a:defRPr sz="1339"/>
            </a:lvl6pPr>
            <a:lvl7pPr marL="1836024" indent="0">
              <a:buNone/>
              <a:defRPr sz="1339"/>
            </a:lvl7pPr>
            <a:lvl8pPr marL="2142028" indent="0">
              <a:buNone/>
              <a:defRPr sz="1339"/>
            </a:lvl8pPr>
            <a:lvl9pPr marL="2448032" indent="0">
              <a:buNone/>
              <a:defRPr sz="1339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620202"/>
            <a:ext cx="1973799" cy="3001626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287536"/>
            <a:ext cx="1319585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8" y="287536"/>
            <a:ext cx="3882256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287537"/>
            <a:ext cx="5278339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1437680"/>
            <a:ext cx="5278339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5005627"/>
            <a:ext cx="137695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10/7/18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5005627"/>
            <a:ext cx="206543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5005627"/>
            <a:ext cx="137695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8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12008" rtl="0" eaLnBrk="1" latinLnBrk="0" hangingPunct="1">
        <a:lnSpc>
          <a:spcPct val="90000"/>
        </a:lnSpc>
        <a:spcBef>
          <a:spcPct val="0"/>
        </a:spcBef>
        <a:buNone/>
        <a:defRPr sz="29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002" indent="-153002" algn="l" defTabSz="612008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1874" kern="1200">
          <a:solidFill>
            <a:schemeClr val="tx1"/>
          </a:solidFill>
          <a:latin typeface="+mn-lt"/>
          <a:ea typeface="+mn-ea"/>
          <a:cs typeface="+mn-cs"/>
        </a:defRPr>
      </a:lvl1pPr>
      <a:lvl2pPr marL="459006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765010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3pPr>
      <a:lvl4pPr marL="1071014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377018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683022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989026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295030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601034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008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012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016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020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6024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2028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8032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9687123"/>
              </p:ext>
            </p:extLst>
          </p:nvPr>
        </p:nvGraphicFramePr>
        <p:xfrm>
          <a:off x="0" y="1"/>
          <a:ext cx="6119813" cy="5400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2</Words>
  <Application>Microsoft Macintosh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23</cp:revision>
  <dcterms:created xsi:type="dcterms:W3CDTF">2018-09-17T08:10:10Z</dcterms:created>
  <dcterms:modified xsi:type="dcterms:W3CDTF">2018-10-07T06:38:58Z</dcterms:modified>
</cp:coreProperties>
</file>