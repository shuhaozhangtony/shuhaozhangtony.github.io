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heme/themeOverride1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4" r:id="rId1"/>
  </p:sldMasterIdLst>
  <p:sldIdLst>
    <p:sldId id="256" r:id="rId2"/>
  </p:sldIdLst>
  <p:sldSz cx="10799763" cy="4319588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85"/>
    <p:restoredTop sz="94647"/>
  </p:normalViewPr>
  <p:slideViewPr>
    <p:cSldViewPr snapToGrid="0" snapToObjects="1">
      <p:cViewPr>
        <p:scale>
          <a:sx n="98" d="100"/>
          <a:sy n="98" d="100"/>
        </p:scale>
        <p:origin x="2392" y="20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.xml"/><Relationship Id="rId4" Type="http://schemas.openxmlformats.org/officeDocument/2006/relationships/oleObject" Target="file:////Users/shuhaozhang/myworkingonpapers/tsp_experiments/experiments/MB.xlsx" TargetMode="External"/><Relationship Id="rId1" Type="http://schemas.microsoft.com/office/2011/relationships/chartStyle" Target="style1.xml"/><Relationship Id="rId2" Type="http://schemas.microsoft.com/office/2011/relationships/chartColorStyle" Target="colors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barChart>
        <c:barDir val="col"/>
        <c:grouping val="stacked"/>
        <c:varyColors val="0"/>
        <c:ser>
          <c:idx val="6"/>
          <c:order val="0"/>
          <c:tx>
            <c:strRef>
              <c:f>'working_set(rtm)'!$G$17</c:f>
              <c:strCache>
                <c:ptCount val="1"/>
                <c:pt idx="0">
                  <c:v>Manager</c:v>
                </c:pt>
              </c:strCache>
            </c:strRef>
          </c:tx>
          <c:spPr>
            <a:solidFill>
              <a:sysClr val="windowText" lastClr="000000">
                <a:lumMod val="75000"/>
                <a:lumOff val="25000"/>
              </a:sysClr>
            </a:solidFill>
            <a:ln w="25400">
              <a:solidFill>
                <a:sysClr val="windowText" lastClr="000000"/>
              </a:solidFill>
            </a:ln>
            <a:effectLst/>
          </c:spPr>
          <c:invertIfNegative val="0"/>
          <c:cat>
            <c:strRef>
              <c:f>'working_set(rtm)'!$H$16:$K$16</c:f>
              <c:strCache>
                <c:ptCount val="4"/>
                <c:pt idx="0">
                  <c:v>NOCC</c:v>
                </c:pt>
                <c:pt idx="1">
                  <c:v>LAL</c:v>
                </c:pt>
                <c:pt idx="2">
                  <c:v>LWM</c:v>
                </c:pt>
                <c:pt idx="3">
                  <c:v>T-Stream</c:v>
                </c:pt>
              </c:strCache>
            </c:strRef>
          </c:cat>
          <c:val>
            <c:numRef>
              <c:f>'working_set(rtm)'!$H$17:$K$17</c:f>
              <c:numCache>
                <c:formatCode>0%</c:formatCode>
                <c:ptCount val="4"/>
                <c:pt idx="0">
                  <c:v>0.09</c:v>
                </c:pt>
                <c:pt idx="1">
                  <c:v>0.00999999999999989</c:v>
                </c:pt>
                <c:pt idx="2">
                  <c:v>0.02</c:v>
                </c:pt>
                <c:pt idx="3">
                  <c:v>0.36</c:v>
                </c:pt>
              </c:numCache>
            </c:numRef>
          </c:val>
        </c:ser>
        <c:ser>
          <c:idx val="3"/>
          <c:order val="1"/>
          <c:tx>
            <c:strRef>
              <c:f>'working_set(rtm)'!$G$18</c:f>
              <c:strCache>
                <c:ptCount val="1"/>
                <c:pt idx="0">
                  <c:v>Wait</c:v>
                </c:pt>
              </c:strCache>
            </c:strRef>
          </c:tx>
          <c:spPr>
            <a:pattFill prst="wdUpDiag">
              <a:fgClr>
                <a:srgbClr val="4472C4"/>
              </a:fgClr>
              <a:bgClr>
                <a:sysClr val="window" lastClr="FFFFFF"/>
              </a:bgClr>
            </a:pattFill>
            <a:ln w="25400">
              <a:solidFill>
                <a:srgbClr val="5B9BD5"/>
              </a:solidFill>
            </a:ln>
            <a:effectLst/>
          </c:spPr>
          <c:invertIfNegative val="0"/>
          <c:cat>
            <c:strRef>
              <c:f>'working_set(rtm)'!$H$16:$K$16</c:f>
              <c:strCache>
                <c:ptCount val="4"/>
                <c:pt idx="0">
                  <c:v>NOCC</c:v>
                </c:pt>
                <c:pt idx="1">
                  <c:v>LAL</c:v>
                </c:pt>
                <c:pt idx="2">
                  <c:v>LWM</c:v>
                </c:pt>
                <c:pt idx="3">
                  <c:v>T-Stream</c:v>
                </c:pt>
              </c:strCache>
            </c:strRef>
          </c:cat>
          <c:val>
            <c:numRef>
              <c:f>'working_set(rtm)'!$H$18:$K$18</c:f>
              <c:numCache>
                <c:formatCode>0%</c:formatCode>
                <c:ptCount val="4"/>
                <c:pt idx="0">
                  <c:v>0.0</c:v>
                </c:pt>
                <c:pt idx="1">
                  <c:v>0.92</c:v>
                </c:pt>
                <c:pt idx="2">
                  <c:v>0.95</c:v>
                </c:pt>
                <c:pt idx="3">
                  <c:v>0.45</c:v>
                </c:pt>
              </c:numCache>
            </c:numRef>
          </c:val>
        </c:ser>
        <c:ser>
          <c:idx val="2"/>
          <c:order val="2"/>
          <c:tx>
            <c:strRef>
              <c:f>'working_set(rtm)'!$G$19</c:f>
              <c:strCache>
                <c:ptCount val="1"/>
                <c:pt idx="0">
                  <c:v>Lock</c:v>
                </c:pt>
              </c:strCache>
            </c:strRef>
          </c:tx>
          <c:spPr>
            <a:pattFill prst="lgCheck">
              <a:fgClr>
                <a:srgbClr val="00B050"/>
              </a:fgClr>
              <a:bgClr>
                <a:sysClr val="window" lastClr="FFFFFF"/>
              </a:bgClr>
            </a:pattFill>
            <a:ln w="25400">
              <a:solidFill>
                <a:srgbClr val="70AD47"/>
              </a:solidFill>
            </a:ln>
            <a:effectLst/>
          </c:spPr>
          <c:invertIfNegative val="0"/>
          <c:cat>
            <c:strRef>
              <c:f>'working_set(rtm)'!$H$16:$K$16</c:f>
              <c:strCache>
                <c:ptCount val="4"/>
                <c:pt idx="0">
                  <c:v>NOCC</c:v>
                </c:pt>
                <c:pt idx="1">
                  <c:v>LAL</c:v>
                </c:pt>
                <c:pt idx="2">
                  <c:v>LWM</c:v>
                </c:pt>
                <c:pt idx="3">
                  <c:v>T-Stream</c:v>
                </c:pt>
              </c:strCache>
            </c:strRef>
          </c:cat>
          <c:val>
            <c:numRef>
              <c:f>'working_set(rtm)'!$H$19:$K$19</c:f>
              <c:numCache>
                <c:formatCode>0%</c:formatCode>
                <c:ptCount val="4"/>
                <c:pt idx="0">
                  <c:v>0.01</c:v>
                </c:pt>
                <c:pt idx="1">
                  <c:v>0.02</c:v>
                </c:pt>
                <c:pt idx="2">
                  <c:v>0.02</c:v>
                </c:pt>
                <c:pt idx="3">
                  <c:v>0.0</c:v>
                </c:pt>
              </c:numCache>
            </c:numRef>
          </c:val>
        </c:ser>
        <c:ser>
          <c:idx val="4"/>
          <c:order val="3"/>
          <c:tx>
            <c:strRef>
              <c:f>'working_set(rtm)'!$G$20</c:f>
              <c:strCache>
                <c:ptCount val="1"/>
                <c:pt idx="0">
                  <c:v>Index</c:v>
                </c:pt>
              </c:strCache>
            </c:strRef>
          </c:tx>
          <c:spPr>
            <a:pattFill prst="dkHorz">
              <a:fgClr>
                <a:srgbClr val="ED7D31">
                  <a:lumMod val="75000"/>
                </a:srgbClr>
              </a:fgClr>
              <a:bgClr>
                <a:sysClr val="window" lastClr="FFFFFF"/>
              </a:bgClr>
            </a:pattFill>
            <a:ln w="25400">
              <a:solidFill>
                <a:srgbClr val="ED7D31"/>
              </a:solidFill>
            </a:ln>
            <a:effectLst/>
          </c:spPr>
          <c:invertIfNegative val="0"/>
          <c:cat>
            <c:strRef>
              <c:f>'working_set(rtm)'!$H$16:$K$16</c:f>
              <c:strCache>
                <c:ptCount val="4"/>
                <c:pt idx="0">
                  <c:v>NOCC</c:v>
                </c:pt>
                <c:pt idx="1">
                  <c:v>LAL</c:v>
                </c:pt>
                <c:pt idx="2">
                  <c:v>LWM</c:v>
                </c:pt>
                <c:pt idx="3">
                  <c:v>T-Stream</c:v>
                </c:pt>
              </c:strCache>
            </c:strRef>
          </c:cat>
          <c:val>
            <c:numRef>
              <c:f>'working_set(rtm)'!$H$20:$K$20</c:f>
              <c:numCache>
                <c:formatCode>0%</c:formatCode>
                <c:ptCount val="4"/>
                <c:pt idx="0">
                  <c:v>0.01</c:v>
                </c:pt>
                <c:pt idx="1">
                  <c:v>0.0</c:v>
                </c:pt>
                <c:pt idx="2">
                  <c:v>0.0</c:v>
                </c:pt>
                <c:pt idx="3">
                  <c:v>0.0</c:v>
                </c:pt>
              </c:numCache>
            </c:numRef>
          </c:val>
        </c:ser>
        <c:ser>
          <c:idx val="1"/>
          <c:order val="4"/>
          <c:tx>
            <c:strRef>
              <c:f>'working_set(rtm)'!$G$21</c:f>
              <c:strCache>
                <c:ptCount val="1"/>
                <c:pt idx="0">
                  <c:v>Ts Alloc.</c:v>
                </c:pt>
              </c:strCache>
            </c:strRef>
          </c:tx>
          <c:spPr>
            <a:pattFill prst="wdDnDiag">
              <a:fgClr>
                <a:srgbClr val="FFC000"/>
              </a:fgClr>
              <a:bgClr>
                <a:sysClr val="window" lastClr="FFFFFF"/>
              </a:bgClr>
            </a:pattFill>
            <a:ln w="25400">
              <a:solidFill>
                <a:srgbClr val="FFC000">
                  <a:lumMod val="60000"/>
                  <a:lumOff val="40000"/>
                </a:srgbClr>
              </a:solidFill>
            </a:ln>
            <a:effectLst/>
          </c:spPr>
          <c:invertIfNegative val="0"/>
          <c:cat>
            <c:strRef>
              <c:f>'working_set(rtm)'!$H$16:$K$16</c:f>
              <c:strCache>
                <c:ptCount val="4"/>
                <c:pt idx="0">
                  <c:v>NOCC</c:v>
                </c:pt>
                <c:pt idx="1">
                  <c:v>LAL</c:v>
                </c:pt>
                <c:pt idx="2">
                  <c:v>LWM</c:v>
                </c:pt>
                <c:pt idx="3">
                  <c:v>T-Stream</c:v>
                </c:pt>
              </c:strCache>
            </c:strRef>
          </c:cat>
          <c:val>
            <c:numRef>
              <c:f>'working_set(rtm)'!$H$21:$K$21</c:f>
              <c:numCache>
                <c:formatCode>0%</c:formatCode>
                <c:ptCount val="4"/>
                <c:pt idx="0">
                  <c:v>0.0</c:v>
                </c:pt>
                <c:pt idx="1">
                  <c:v>0.0</c:v>
                </c:pt>
                <c:pt idx="2">
                  <c:v>0.0</c:v>
                </c:pt>
                <c:pt idx="3">
                  <c:v>0.0</c:v>
                </c:pt>
              </c:numCache>
            </c:numRef>
          </c:val>
        </c:ser>
        <c:ser>
          <c:idx val="0"/>
          <c:order val="5"/>
          <c:tx>
            <c:strRef>
              <c:f>'working_set(rtm)'!$G$22</c:f>
              <c:strCache>
                <c:ptCount val="1"/>
                <c:pt idx="0">
                  <c:v>Abort</c:v>
                </c:pt>
              </c:strCache>
            </c:strRef>
          </c:tx>
          <c:spPr>
            <a:pattFill prst="wdUpDiag">
              <a:fgClr>
                <a:srgbClr val="7030A0"/>
              </a:fgClr>
              <a:bgClr>
                <a:sysClr val="window" lastClr="FFFFFF"/>
              </a:bgClr>
            </a:pattFill>
            <a:ln w="25400">
              <a:solidFill>
                <a:srgbClr val="7030A0"/>
              </a:solidFill>
            </a:ln>
            <a:effectLst/>
          </c:spPr>
          <c:invertIfNegative val="0"/>
          <c:cat>
            <c:strRef>
              <c:f>'working_set(rtm)'!$H$16:$K$16</c:f>
              <c:strCache>
                <c:ptCount val="4"/>
                <c:pt idx="0">
                  <c:v>NOCC</c:v>
                </c:pt>
                <c:pt idx="1">
                  <c:v>LAL</c:v>
                </c:pt>
                <c:pt idx="2">
                  <c:v>LWM</c:v>
                </c:pt>
                <c:pt idx="3">
                  <c:v>T-Stream</c:v>
                </c:pt>
              </c:strCache>
            </c:strRef>
          </c:cat>
          <c:val>
            <c:numRef>
              <c:f>'working_set(rtm)'!$H$22:$K$22</c:f>
              <c:numCache>
                <c:formatCode>0%</c:formatCode>
                <c:ptCount val="4"/>
                <c:pt idx="0">
                  <c:v>0.65</c:v>
                </c:pt>
                <c:pt idx="1">
                  <c:v>0.0</c:v>
                </c:pt>
                <c:pt idx="2">
                  <c:v>0.0</c:v>
                </c:pt>
                <c:pt idx="3">
                  <c:v>0.0</c:v>
                </c:pt>
              </c:numCache>
            </c:numRef>
          </c:val>
        </c:ser>
        <c:ser>
          <c:idx val="5"/>
          <c:order val="6"/>
          <c:tx>
            <c:strRef>
              <c:f>'working_set(rtm)'!$G$23</c:f>
              <c:strCache>
                <c:ptCount val="1"/>
                <c:pt idx="0">
                  <c:v>Useful work</c:v>
                </c:pt>
              </c:strCache>
            </c:strRef>
          </c:tx>
          <c:spPr>
            <a:pattFill prst="pct40">
              <a:fgClr>
                <a:srgbClr val="FF0000"/>
              </a:fgClr>
              <a:bgClr>
                <a:sysClr val="window" lastClr="FFFFFF"/>
              </a:bgClr>
            </a:pattFill>
            <a:ln w="25400">
              <a:solidFill>
                <a:srgbClr val="FF0000"/>
              </a:solidFill>
            </a:ln>
            <a:effectLst/>
          </c:spPr>
          <c:invertIfNegative val="0"/>
          <c:cat>
            <c:strRef>
              <c:f>'working_set(rtm)'!$H$16:$K$16</c:f>
              <c:strCache>
                <c:ptCount val="4"/>
                <c:pt idx="0">
                  <c:v>NOCC</c:v>
                </c:pt>
                <c:pt idx="1">
                  <c:v>LAL</c:v>
                </c:pt>
                <c:pt idx="2">
                  <c:v>LWM</c:v>
                </c:pt>
                <c:pt idx="3">
                  <c:v>T-Stream</c:v>
                </c:pt>
              </c:strCache>
            </c:strRef>
          </c:cat>
          <c:val>
            <c:numRef>
              <c:f>'working_set(rtm)'!$H$23:$K$23</c:f>
              <c:numCache>
                <c:formatCode>0%</c:formatCode>
                <c:ptCount val="4"/>
                <c:pt idx="0">
                  <c:v>0.24</c:v>
                </c:pt>
                <c:pt idx="1">
                  <c:v>0.05</c:v>
                </c:pt>
                <c:pt idx="2">
                  <c:v>0.01</c:v>
                </c:pt>
                <c:pt idx="3">
                  <c:v>0.19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47"/>
        <c:overlap val="100"/>
        <c:axId val="1565957120"/>
        <c:axId val="1565958896"/>
      </c:barChart>
      <c:catAx>
        <c:axId val="156595712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25400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800" b="0" i="0" u="none" strike="noStrike" kern="1200" baseline="0">
                <a:solidFill>
                  <a:schemeClr val="tx1"/>
                </a:solidFill>
                <a:latin typeface="Helvetica" charset="0"/>
                <a:ea typeface="Helvetica" charset="0"/>
                <a:cs typeface="Helvetica" charset="0"/>
              </a:defRPr>
            </a:pPr>
            <a:endParaRPr lang="en-US"/>
          </a:p>
        </c:txPr>
        <c:crossAx val="1565958896"/>
        <c:crosses val="autoZero"/>
        <c:auto val="1"/>
        <c:lblAlgn val="ctr"/>
        <c:lblOffset val="100"/>
        <c:noMultiLvlLbl val="0"/>
      </c:catAx>
      <c:valAx>
        <c:axId val="1565958896"/>
        <c:scaling>
          <c:orientation val="minMax"/>
          <c:max val="1.0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800" b="0" i="0" u="none" strike="noStrike" kern="1200" baseline="0">
                <a:solidFill>
                  <a:schemeClr val="tx1"/>
                </a:solidFill>
                <a:latin typeface="Helvetica" charset="0"/>
                <a:ea typeface="Helvetica" charset="0"/>
                <a:cs typeface="Helvetica" charset="0"/>
              </a:defRPr>
            </a:pPr>
            <a:endParaRPr lang="en-US"/>
          </a:p>
        </c:txPr>
        <c:crossAx val="1565957120"/>
        <c:crosses val="autoZero"/>
        <c:crossBetween val="between"/>
        <c:majorUnit val="0.2"/>
      </c:valAx>
      <c:spPr>
        <a:noFill/>
        <a:ln w="25400">
          <a:solidFill>
            <a:schemeClr val="tx1"/>
          </a:solidFill>
        </a:ln>
        <a:effectLst/>
      </c:spPr>
    </c:plotArea>
    <c:legend>
      <c:legendPos val="r"/>
      <c:layout/>
      <c:overlay val="0"/>
      <c:spPr>
        <a:pattFill prst="pct5">
          <a:fgClr>
            <a:sysClr val="window" lastClr="FFFFFF"/>
          </a:fgClr>
          <a:bgClr>
            <a:sysClr val="window" lastClr="FFFFFF"/>
          </a:bgClr>
        </a:pattFill>
        <a:ln w="25400">
          <a:solidFill>
            <a:schemeClr val="tx1"/>
          </a:solidFill>
        </a:ln>
        <a:effectLst/>
      </c:spPr>
      <c:txPr>
        <a:bodyPr rot="0" spcFirstLastPara="1" vertOverflow="ellipsis" vert="horz" wrap="square" anchor="ctr" anchorCtr="1"/>
        <a:lstStyle/>
        <a:p>
          <a:pPr>
            <a:defRPr sz="2800" b="0" i="0" u="none" strike="noStrike" kern="1200" baseline="0">
              <a:solidFill>
                <a:schemeClr val="tx1"/>
              </a:solidFill>
              <a:latin typeface="Helvetica" charset="0"/>
              <a:ea typeface="Helvetica" charset="0"/>
              <a:cs typeface="Helvetica" charset="0"/>
            </a:defRPr>
          </a:pPr>
          <a:endParaRPr lang="en-US"/>
        </a:p>
      </c:txPr>
    </c:legend>
    <c:plotVisOnly val="1"/>
    <c:dispBlanksAs val="gap"/>
    <c:showDLblsOverMax val="0"/>
  </c:chart>
  <c:spPr>
    <a:solidFill>
      <a:sysClr val="window" lastClr="FFFFFF"/>
    </a:solidFill>
    <a:ln w="9525" cap="flat" cmpd="sng" algn="ctr">
      <a:noFill/>
      <a:round/>
    </a:ln>
    <a:effectLst/>
  </c:spPr>
  <c:txPr>
    <a:bodyPr/>
    <a:lstStyle/>
    <a:p>
      <a:pPr>
        <a:defRPr>
          <a:latin typeface="Helvetica" charset="0"/>
          <a:ea typeface="Helvetica" charset="0"/>
          <a:cs typeface="Helvetica" charset="0"/>
        </a:defRPr>
      </a:pPr>
      <a:endParaRPr lang="en-US"/>
    </a:p>
  </c:txPr>
  <c:externalData r:id="rId4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49971" y="706933"/>
            <a:ext cx="8099822" cy="1503857"/>
          </a:xfrm>
        </p:spPr>
        <p:txBody>
          <a:bodyPr anchor="b"/>
          <a:lstStyle>
            <a:lvl1pPr algn="ctr">
              <a:defRPr sz="3779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49971" y="2268784"/>
            <a:ext cx="8099822" cy="1042900"/>
          </a:xfrm>
        </p:spPr>
        <p:txBody>
          <a:bodyPr/>
          <a:lstStyle>
            <a:lvl1pPr marL="0" indent="0" algn="ctr">
              <a:buNone/>
              <a:defRPr sz="1512"/>
            </a:lvl1pPr>
            <a:lvl2pPr marL="287990" indent="0" algn="ctr">
              <a:buNone/>
              <a:defRPr sz="1260"/>
            </a:lvl2pPr>
            <a:lvl3pPr marL="575981" indent="0" algn="ctr">
              <a:buNone/>
              <a:defRPr sz="1134"/>
            </a:lvl3pPr>
            <a:lvl4pPr marL="863971" indent="0" algn="ctr">
              <a:buNone/>
              <a:defRPr sz="1008"/>
            </a:lvl4pPr>
            <a:lvl5pPr marL="1151961" indent="0" algn="ctr">
              <a:buNone/>
              <a:defRPr sz="1008"/>
            </a:lvl5pPr>
            <a:lvl6pPr marL="1439951" indent="0" algn="ctr">
              <a:buNone/>
              <a:defRPr sz="1008"/>
            </a:lvl6pPr>
            <a:lvl7pPr marL="1727942" indent="0" algn="ctr">
              <a:buNone/>
              <a:defRPr sz="1008"/>
            </a:lvl7pPr>
            <a:lvl8pPr marL="2015932" indent="0" algn="ctr">
              <a:buNone/>
              <a:defRPr sz="1008"/>
            </a:lvl8pPr>
            <a:lvl9pPr marL="2303922" indent="0" algn="ctr">
              <a:buNone/>
              <a:defRPr sz="1008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2F6AB8-0599-A64D-9DFB-B5EC7F3D77AE}" type="datetimeFigureOut">
              <a:rPr lang="en-US" smtClean="0"/>
              <a:t>10/7/18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4848E7-C4CB-9946-9225-0DDD7C85A4D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2F6AB8-0599-A64D-9DFB-B5EC7F3D77AE}" type="datetimeFigureOut">
              <a:rPr lang="en-US" smtClean="0"/>
              <a:t>10/7/18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4848E7-C4CB-9946-9225-0DDD7C85A4D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859" y="1076898"/>
            <a:ext cx="9314796" cy="1796828"/>
          </a:xfrm>
        </p:spPr>
        <p:txBody>
          <a:bodyPr anchor="b"/>
          <a:lstStyle>
            <a:lvl1pPr>
              <a:defRPr sz="3779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6859" y="2890725"/>
            <a:ext cx="9314796" cy="944910"/>
          </a:xfrm>
        </p:spPr>
        <p:txBody>
          <a:bodyPr/>
          <a:lstStyle>
            <a:lvl1pPr marL="0" indent="0">
              <a:buNone/>
              <a:defRPr sz="1512">
                <a:solidFill>
                  <a:schemeClr val="tx1">
                    <a:tint val="75000"/>
                  </a:schemeClr>
                </a:solidFill>
              </a:defRPr>
            </a:lvl1pPr>
            <a:lvl2pPr marL="287990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2pPr>
            <a:lvl3pPr marL="575981" indent="0">
              <a:buNone/>
              <a:defRPr sz="1134">
                <a:solidFill>
                  <a:schemeClr val="tx1">
                    <a:tint val="75000"/>
                  </a:schemeClr>
                </a:solidFill>
              </a:defRPr>
            </a:lvl3pPr>
            <a:lvl4pPr marL="863971" indent="0">
              <a:buNone/>
              <a:defRPr sz="1008">
                <a:solidFill>
                  <a:schemeClr val="tx1">
                    <a:tint val="75000"/>
                  </a:schemeClr>
                </a:solidFill>
              </a:defRPr>
            </a:lvl4pPr>
            <a:lvl5pPr marL="1151961" indent="0">
              <a:buNone/>
              <a:defRPr sz="1008">
                <a:solidFill>
                  <a:schemeClr val="tx1">
                    <a:tint val="75000"/>
                  </a:schemeClr>
                </a:solidFill>
              </a:defRPr>
            </a:lvl5pPr>
            <a:lvl6pPr marL="1439951" indent="0">
              <a:buNone/>
              <a:defRPr sz="1008">
                <a:solidFill>
                  <a:schemeClr val="tx1">
                    <a:tint val="75000"/>
                  </a:schemeClr>
                </a:solidFill>
              </a:defRPr>
            </a:lvl6pPr>
            <a:lvl7pPr marL="1727942" indent="0">
              <a:buNone/>
              <a:defRPr sz="1008">
                <a:solidFill>
                  <a:schemeClr val="tx1">
                    <a:tint val="75000"/>
                  </a:schemeClr>
                </a:solidFill>
              </a:defRPr>
            </a:lvl7pPr>
            <a:lvl8pPr marL="2015932" indent="0">
              <a:buNone/>
              <a:defRPr sz="1008">
                <a:solidFill>
                  <a:schemeClr val="tx1">
                    <a:tint val="75000"/>
                  </a:schemeClr>
                </a:solidFill>
              </a:defRPr>
            </a:lvl8pPr>
            <a:lvl9pPr marL="2303922" indent="0">
              <a:buNone/>
              <a:defRPr sz="100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2F6AB8-0599-A64D-9DFB-B5EC7F3D77AE}" type="datetimeFigureOut">
              <a:rPr lang="en-US" smtClean="0"/>
              <a:t>10/7/18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4848E7-C4CB-9946-9225-0DDD7C85A4D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42484" y="1149890"/>
            <a:ext cx="4589899" cy="2740739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467380" y="1149890"/>
            <a:ext cx="4589899" cy="2740739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2F6AB8-0599-A64D-9DFB-B5EC7F3D77AE}" type="datetimeFigureOut">
              <a:rPr lang="en-US" smtClean="0"/>
              <a:t>10/7/18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4848E7-C4CB-9946-9225-0DDD7C85A4D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3890" y="229978"/>
            <a:ext cx="9314796" cy="834921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43891" y="1058899"/>
            <a:ext cx="4568806" cy="518950"/>
          </a:xfrm>
        </p:spPr>
        <p:txBody>
          <a:bodyPr anchor="b"/>
          <a:lstStyle>
            <a:lvl1pPr marL="0" indent="0">
              <a:buNone/>
              <a:defRPr sz="1512" b="1"/>
            </a:lvl1pPr>
            <a:lvl2pPr marL="287990" indent="0">
              <a:buNone/>
              <a:defRPr sz="1260" b="1"/>
            </a:lvl2pPr>
            <a:lvl3pPr marL="575981" indent="0">
              <a:buNone/>
              <a:defRPr sz="1134" b="1"/>
            </a:lvl3pPr>
            <a:lvl4pPr marL="863971" indent="0">
              <a:buNone/>
              <a:defRPr sz="1008" b="1"/>
            </a:lvl4pPr>
            <a:lvl5pPr marL="1151961" indent="0">
              <a:buNone/>
              <a:defRPr sz="1008" b="1"/>
            </a:lvl5pPr>
            <a:lvl6pPr marL="1439951" indent="0">
              <a:buNone/>
              <a:defRPr sz="1008" b="1"/>
            </a:lvl6pPr>
            <a:lvl7pPr marL="1727942" indent="0">
              <a:buNone/>
              <a:defRPr sz="1008" b="1"/>
            </a:lvl7pPr>
            <a:lvl8pPr marL="2015932" indent="0">
              <a:buNone/>
              <a:defRPr sz="1008" b="1"/>
            </a:lvl8pPr>
            <a:lvl9pPr marL="2303922" indent="0">
              <a:buNone/>
              <a:defRPr sz="1008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43891" y="1577849"/>
            <a:ext cx="4568806" cy="2320779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467380" y="1058899"/>
            <a:ext cx="4591306" cy="518950"/>
          </a:xfrm>
        </p:spPr>
        <p:txBody>
          <a:bodyPr anchor="b"/>
          <a:lstStyle>
            <a:lvl1pPr marL="0" indent="0">
              <a:buNone/>
              <a:defRPr sz="1512" b="1"/>
            </a:lvl1pPr>
            <a:lvl2pPr marL="287990" indent="0">
              <a:buNone/>
              <a:defRPr sz="1260" b="1"/>
            </a:lvl2pPr>
            <a:lvl3pPr marL="575981" indent="0">
              <a:buNone/>
              <a:defRPr sz="1134" b="1"/>
            </a:lvl3pPr>
            <a:lvl4pPr marL="863971" indent="0">
              <a:buNone/>
              <a:defRPr sz="1008" b="1"/>
            </a:lvl4pPr>
            <a:lvl5pPr marL="1151961" indent="0">
              <a:buNone/>
              <a:defRPr sz="1008" b="1"/>
            </a:lvl5pPr>
            <a:lvl6pPr marL="1439951" indent="0">
              <a:buNone/>
              <a:defRPr sz="1008" b="1"/>
            </a:lvl6pPr>
            <a:lvl7pPr marL="1727942" indent="0">
              <a:buNone/>
              <a:defRPr sz="1008" b="1"/>
            </a:lvl7pPr>
            <a:lvl8pPr marL="2015932" indent="0">
              <a:buNone/>
              <a:defRPr sz="1008" b="1"/>
            </a:lvl8pPr>
            <a:lvl9pPr marL="2303922" indent="0">
              <a:buNone/>
              <a:defRPr sz="1008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467380" y="1577849"/>
            <a:ext cx="4591306" cy="2320779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2F6AB8-0599-A64D-9DFB-B5EC7F3D77AE}" type="datetimeFigureOut">
              <a:rPr lang="en-US" smtClean="0"/>
              <a:t>10/7/18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4848E7-C4CB-9946-9225-0DDD7C85A4D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2F6AB8-0599-A64D-9DFB-B5EC7F3D77AE}" type="datetimeFigureOut">
              <a:rPr lang="en-US" smtClean="0"/>
              <a:t>10/7/18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4848E7-C4CB-9946-9225-0DDD7C85A4D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2F6AB8-0599-A64D-9DFB-B5EC7F3D77AE}" type="datetimeFigureOut">
              <a:rPr lang="en-US" smtClean="0"/>
              <a:t>10/7/18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4848E7-C4CB-9946-9225-0DDD7C85A4D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3891" y="287972"/>
            <a:ext cx="3483204" cy="1007904"/>
          </a:xfrm>
        </p:spPr>
        <p:txBody>
          <a:bodyPr anchor="b"/>
          <a:lstStyle>
            <a:lvl1pPr>
              <a:defRPr sz="2016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91306" y="621941"/>
            <a:ext cx="5467380" cy="3069707"/>
          </a:xfrm>
        </p:spPr>
        <p:txBody>
          <a:bodyPr/>
          <a:lstStyle>
            <a:lvl1pPr>
              <a:defRPr sz="2016"/>
            </a:lvl1pPr>
            <a:lvl2pPr>
              <a:defRPr sz="1764"/>
            </a:lvl2pPr>
            <a:lvl3pPr>
              <a:defRPr sz="1512"/>
            </a:lvl3pPr>
            <a:lvl4pPr>
              <a:defRPr sz="1260"/>
            </a:lvl4pPr>
            <a:lvl5pPr>
              <a:defRPr sz="1260"/>
            </a:lvl5pPr>
            <a:lvl6pPr>
              <a:defRPr sz="1260"/>
            </a:lvl6pPr>
            <a:lvl7pPr>
              <a:defRPr sz="1260"/>
            </a:lvl7pPr>
            <a:lvl8pPr>
              <a:defRPr sz="1260"/>
            </a:lvl8pPr>
            <a:lvl9pPr>
              <a:defRPr sz="126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43891" y="1295877"/>
            <a:ext cx="3483204" cy="2400771"/>
          </a:xfrm>
        </p:spPr>
        <p:txBody>
          <a:bodyPr/>
          <a:lstStyle>
            <a:lvl1pPr marL="0" indent="0">
              <a:buNone/>
              <a:defRPr sz="1008"/>
            </a:lvl1pPr>
            <a:lvl2pPr marL="287990" indent="0">
              <a:buNone/>
              <a:defRPr sz="882"/>
            </a:lvl2pPr>
            <a:lvl3pPr marL="575981" indent="0">
              <a:buNone/>
              <a:defRPr sz="756"/>
            </a:lvl3pPr>
            <a:lvl4pPr marL="863971" indent="0">
              <a:buNone/>
              <a:defRPr sz="630"/>
            </a:lvl4pPr>
            <a:lvl5pPr marL="1151961" indent="0">
              <a:buNone/>
              <a:defRPr sz="630"/>
            </a:lvl5pPr>
            <a:lvl6pPr marL="1439951" indent="0">
              <a:buNone/>
              <a:defRPr sz="630"/>
            </a:lvl6pPr>
            <a:lvl7pPr marL="1727942" indent="0">
              <a:buNone/>
              <a:defRPr sz="630"/>
            </a:lvl7pPr>
            <a:lvl8pPr marL="2015932" indent="0">
              <a:buNone/>
              <a:defRPr sz="630"/>
            </a:lvl8pPr>
            <a:lvl9pPr marL="2303922" indent="0">
              <a:buNone/>
              <a:defRPr sz="63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2F6AB8-0599-A64D-9DFB-B5EC7F3D77AE}" type="datetimeFigureOut">
              <a:rPr lang="en-US" smtClean="0"/>
              <a:t>10/7/18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4848E7-C4CB-9946-9225-0DDD7C85A4D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3891" y="287972"/>
            <a:ext cx="3483204" cy="1007904"/>
          </a:xfrm>
        </p:spPr>
        <p:txBody>
          <a:bodyPr anchor="b"/>
          <a:lstStyle>
            <a:lvl1pPr>
              <a:defRPr sz="2016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591306" y="621941"/>
            <a:ext cx="5467380" cy="3069707"/>
          </a:xfrm>
        </p:spPr>
        <p:txBody>
          <a:bodyPr anchor="t"/>
          <a:lstStyle>
            <a:lvl1pPr marL="0" indent="0">
              <a:buNone/>
              <a:defRPr sz="2016"/>
            </a:lvl1pPr>
            <a:lvl2pPr marL="287990" indent="0">
              <a:buNone/>
              <a:defRPr sz="1764"/>
            </a:lvl2pPr>
            <a:lvl3pPr marL="575981" indent="0">
              <a:buNone/>
              <a:defRPr sz="1512"/>
            </a:lvl3pPr>
            <a:lvl4pPr marL="863971" indent="0">
              <a:buNone/>
              <a:defRPr sz="1260"/>
            </a:lvl4pPr>
            <a:lvl5pPr marL="1151961" indent="0">
              <a:buNone/>
              <a:defRPr sz="1260"/>
            </a:lvl5pPr>
            <a:lvl6pPr marL="1439951" indent="0">
              <a:buNone/>
              <a:defRPr sz="1260"/>
            </a:lvl6pPr>
            <a:lvl7pPr marL="1727942" indent="0">
              <a:buNone/>
              <a:defRPr sz="1260"/>
            </a:lvl7pPr>
            <a:lvl8pPr marL="2015932" indent="0">
              <a:buNone/>
              <a:defRPr sz="1260"/>
            </a:lvl8pPr>
            <a:lvl9pPr marL="2303922" indent="0">
              <a:buNone/>
              <a:defRPr sz="1260"/>
            </a:lvl9pPr>
          </a:lstStyle>
          <a:p>
            <a:r>
              <a:rPr lang="en-US" smtClean="0"/>
              <a:t>Drag picture to placeholder or click icon to add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43891" y="1295877"/>
            <a:ext cx="3483204" cy="2400771"/>
          </a:xfrm>
        </p:spPr>
        <p:txBody>
          <a:bodyPr/>
          <a:lstStyle>
            <a:lvl1pPr marL="0" indent="0">
              <a:buNone/>
              <a:defRPr sz="1008"/>
            </a:lvl1pPr>
            <a:lvl2pPr marL="287990" indent="0">
              <a:buNone/>
              <a:defRPr sz="882"/>
            </a:lvl2pPr>
            <a:lvl3pPr marL="575981" indent="0">
              <a:buNone/>
              <a:defRPr sz="756"/>
            </a:lvl3pPr>
            <a:lvl4pPr marL="863971" indent="0">
              <a:buNone/>
              <a:defRPr sz="630"/>
            </a:lvl4pPr>
            <a:lvl5pPr marL="1151961" indent="0">
              <a:buNone/>
              <a:defRPr sz="630"/>
            </a:lvl5pPr>
            <a:lvl6pPr marL="1439951" indent="0">
              <a:buNone/>
              <a:defRPr sz="630"/>
            </a:lvl6pPr>
            <a:lvl7pPr marL="1727942" indent="0">
              <a:buNone/>
              <a:defRPr sz="630"/>
            </a:lvl7pPr>
            <a:lvl8pPr marL="2015932" indent="0">
              <a:buNone/>
              <a:defRPr sz="630"/>
            </a:lvl8pPr>
            <a:lvl9pPr marL="2303922" indent="0">
              <a:buNone/>
              <a:defRPr sz="63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2F6AB8-0599-A64D-9DFB-B5EC7F3D77AE}" type="datetimeFigureOut">
              <a:rPr lang="en-US" smtClean="0"/>
              <a:t>10/7/18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4848E7-C4CB-9946-9225-0DDD7C85A4D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2F6AB8-0599-A64D-9DFB-B5EC7F3D77AE}" type="datetimeFigureOut">
              <a:rPr lang="en-US" smtClean="0"/>
              <a:t>10/7/18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4848E7-C4CB-9946-9225-0DDD7C85A4D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728580" y="229978"/>
            <a:ext cx="2328699" cy="3660651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42484" y="229978"/>
            <a:ext cx="6851100" cy="3660651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2F6AB8-0599-A64D-9DFB-B5EC7F3D77AE}" type="datetimeFigureOut">
              <a:rPr lang="en-US" smtClean="0"/>
              <a:t>10/7/18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4848E7-C4CB-9946-9225-0DDD7C85A4D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42484" y="229978"/>
            <a:ext cx="9314796" cy="8349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42484" y="1149890"/>
            <a:ext cx="9314796" cy="27407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2484" y="4003618"/>
            <a:ext cx="2429947" cy="2299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92F6AB8-0599-A64D-9DFB-B5EC7F3D77AE}" type="datetimeFigureOut">
              <a:rPr lang="en-US" smtClean="0"/>
              <a:t>10/7/18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577422" y="4003618"/>
            <a:ext cx="3644920" cy="2299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27332" y="4003618"/>
            <a:ext cx="2429947" cy="2299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5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4848E7-C4CB-9946-9225-0DDD7C85A4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34283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575981" rtl="0" eaLnBrk="1" latinLnBrk="0" hangingPunct="1">
        <a:lnSpc>
          <a:spcPct val="90000"/>
        </a:lnSpc>
        <a:spcBef>
          <a:spcPct val="0"/>
        </a:spcBef>
        <a:buNone/>
        <a:defRPr sz="2772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43995" indent="-143995" algn="l" defTabSz="575981" rtl="0" eaLnBrk="1" latinLnBrk="0" hangingPunct="1">
        <a:lnSpc>
          <a:spcPct val="90000"/>
        </a:lnSpc>
        <a:spcBef>
          <a:spcPts val="630"/>
        </a:spcBef>
        <a:buFont typeface="Arial" panose="020B0604020202020204" pitchFamily="34" charset="0"/>
        <a:buChar char="•"/>
        <a:defRPr sz="1764" kern="1200">
          <a:solidFill>
            <a:schemeClr val="tx1"/>
          </a:solidFill>
          <a:latin typeface="+mn-lt"/>
          <a:ea typeface="+mn-ea"/>
          <a:cs typeface="+mn-cs"/>
        </a:defRPr>
      </a:lvl1pPr>
      <a:lvl2pPr marL="431985" indent="-143995" algn="l" defTabSz="575981" rtl="0" eaLnBrk="1" latinLnBrk="0" hangingPunct="1">
        <a:lnSpc>
          <a:spcPct val="90000"/>
        </a:lnSpc>
        <a:spcBef>
          <a:spcPts val="315"/>
        </a:spcBef>
        <a:buFont typeface="Arial" panose="020B0604020202020204" pitchFamily="34" charset="0"/>
        <a:buChar char="•"/>
        <a:defRPr sz="1512" kern="1200">
          <a:solidFill>
            <a:schemeClr val="tx1"/>
          </a:solidFill>
          <a:latin typeface="+mn-lt"/>
          <a:ea typeface="+mn-ea"/>
          <a:cs typeface="+mn-cs"/>
        </a:defRPr>
      </a:lvl2pPr>
      <a:lvl3pPr marL="719976" indent="-143995" algn="l" defTabSz="575981" rtl="0" eaLnBrk="1" latinLnBrk="0" hangingPunct="1">
        <a:lnSpc>
          <a:spcPct val="90000"/>
        </a:lnSpc>
        <a:spcBef>
          <a:spcPts val="315"/>
        </a:spcBef>
        <a:buFont typeface="Arial" panose="020B0604020202020204" pitchFamily="34" charset="0"/>
        <a:buChar char="•"/>
        <a:defRPr sz="1260" kern="1200">
          <a:solidFill>
            <a:schemeClr val="tx1"/>
          </a:solidFill>
          <a:latin typeface="+mn-lt"/>
          <a:ea typeface="+mn-ea"/>
          <a:cs typeface="+mn-cs"/>
        </a:defRPr>
      </a:lvl3pPr>
      <a:lvl4pPr marL="1007966" indent="-143995" algn="l" defTabSz="575981" rtl="0" eaLnBrk="1" latinLnBrk="0" hangingPunct="1">
        <a:lnSpc>
          <a:spcPct val="90000"/>
        </a:lnSpc>
        <a:spcBef>
          <a:spcPts val="315"/>
        </a:spcBef>
        <a:buFont typeface="Arial" panose="020B0604020202020204" pitchFamily="34" charset="0"/>
        <a:buChar char="•"/>
        <a:defRPr sz="1134" kern="1200">
          <a:solidFill>
            <a:schemeClr val="tx1"/>
          </a:solidFill>
          <a:latin typeface="+mn-lt"/>
          <a:ea typeface="+mn-ea"/>
          <a:cs typeface="+mn-cs"/>
        </a:defRPr>
      </a:lvl4pPr>
      <a:lvl5pPr marL="1295956" indent="-143995" algn="l" defTabSz="575981" rtl="0" eaLnBrk="1" latinLnBrk="0" hangingPunct="1">
        <a:lnSpc>
          <a:spcPct val="90000"/>
        </a:lnSpc>
        <a:spcBef>
          <a:spcPts val="315"/>
        </a:spcBef>
        <a:buFont typeface="Arial" panose="020B0604020202020204" pitchFamily="34" charset="0"/>
        <a:buChar char="•"/>
        <a:defRPr sz="1134" kern="1200">
          <a:solidFill>
            <a:schemeClr val="tx1"/>
          </a:solidFill>
          <a:latin typeface="+mn-lt"/>
          <a:ea typeface="+mn-ea"/>
          <a:cs typeface="+mn-cs"/>
        </a:defRPr>
      </a:lvl5pPr>
      <a:lvl6pPr marL="1583947" indent="-143995" algn="l" defTabSz="575981" rtl="0" eaLnBrk="1" latinLnBrk="0" hangingPunct="1">
        <a:lnSpc>
          <a:spcPct val="90000"/>
        </a:lnSpc>
        <a:spcBef>
          <a:spcPts val="315"/>
        </a:spcBef>
        <a:buFont typeface="Arial" panose="020B0604020202020204" pitchFamily="34" charset="0"/>
        <a:buChar char="•"/>
        <a:defRPr sz="1134" kern="1200">
          <a:solidFill>
            <a:schemeClr val="tx1"/>
          </a:solidFill>
          <a:latin typeface="+mn-lt"/>
          <a:ea typeface="+mn-ea"/>
          <a:cs typeface="+mn-cs"/>
        </a:defRPr>
      </a:lvl6pPr>
      <a:lvl7pPr marL="1871937" indent="-143995" algn="l" defTabSz="575981" rtl="0" eaLnBrk="1" latinLnBrk="0" hangingPunct="1">
        <a:lnSpc>
          <a:spcPct val="90000"/>
        </a:lnSpc>
        <a:spcBef>
          <a:spcPts val="315"/>
        </a:spcBef>
        <a:buFont typeface="Arial" panose="020B0604020202020204" pitchFamily="34" charset="0"/>
        <a:buChar char="•"/>
        <a:defRPr sz="1134" kern="1200">
          <a:solidFill>
            <a:schemeClr val="tx1"/>
          </a:solidFill>
          <a:latin typeface="+mn-lt"/>
          <a:ea typeface="+mn-ea"/>
          <a:cs typeface="+mn-cs"/>
        </a:defRPr>
      </a:lvl7pPr>
      <a:lvl8pPr marL="2159927" indent="-143995" algn="l" defTabSz="575981" rtl="0" eaLnBrk="1" latinLnBrk="0" hangingPunct="1">
        <a:lnSpc>
          <a:spcPct val="90000"/>
        </a:lnSpc>
        <a:spcBef>
          <a:spcPts val="315"/>
        </a:spcBef>
        <a:buFont typeface="Arial" panose="020B0604020202020204" pitchFamily="34" charset="0"/>
        <a:buChar char="•"/>
        <a:defRPr sz="1134" kern="1200">
          <a:solidFill>
            <a:schemeClr val="tx1"/>
          </a:solidFill>
          <a:latin typeface="+mn-lt"/>
          <a:ea typeface="+mn-ea"/>
          <a:cs typeface="+mn-cs"/>
        </a:defRPr>
      </a:lvl8pPr>
      <a:lvl9pPr marL="2447917" indent="-143995" algn="l" defTabSz="575981" rtl="0" eaLnBrk="1" latinLnBrk="0" hangingPunct="1">
        <a:lnSpc>
          <a:spcPct val="90000"/>
        </a:lnSpc>
        <a:spcBef>
          <a:spcPts val="315"/>
        </a:spcBef>
        <a:buFont typeface="Arial" panose="020B0604020202020204" pitchFamily="34" charset="0"/>
        <a:buChar char="•"/>
        <a:defRPr sz="113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75981" rtl="0" eaLnBrk="1" latinLnBrk="0" hangingPunct="1">
        <a:defRPr sz="1134" kern="1200">
          <a:solidFill>
            <a:schemeClr val="tx1"/>
          </a:solidFill>
          <a:latin typeface="+mn-lt"/>
          <a:ea typeface="+mn-ea"/>
          <a:cs typeface="+mn-cs"/>
        </a:defRPr>
      </a:lvl1pPr>
      <a:lvl2pPr marL="287990" algn="l" defTabSz="575981" rtl="0" eaLnBrk="1" latinLnBrk="0" hangingPunct="1">
        <a:defRPr sz="1134" kern="1200">
          <a:solidFill>
            <a:schemeClr val="tx1"/>
          </a:solidFill>
          <a:latin typeface="+mn-lt"/>
          <a:ea typeface="+mn-ea"/>
          <a:cs typeface="+mn-cs"/>
        </a:defRPr>
      </a:lvl2pPr>
      <a:lvl3pPr marL="575981" algn="l" defTabSz="575981" rtl="0" eaLnBrk="1" latinLnBrk="0" hangingPunct="1">
        <a:defRPr sz="1134" kern="1200">
          <a:solidFill>
            <a:schemeClr val="tx1"/>
          </a:solidFill>
          <a:latin typeface="+mn-lt"/>
          <a:ea typeface="+mn-ea"/>
          <a:cs typeface="+mn-cs"/>
        </a:defRPr>
      </a:lvl3pPr>
      <a:lvl4pPr marL="863971" algn="l" defTabSz="575981" rtl="0" eaLnBrk="1" latinLnBrk="0" hangingPunct="1">
        <a:defRPr sz="1134" kern="1200">
          <a:solidFill>
            <a:schemeClr val="tx1"/>
          </a:solidFill>
          <a:latin typeface="+mn-lt"/>
          <a:ea typeface="+mn-ea"/>
          <a:cs typeface="+mn-cs"/>
        </a:defRPr>
      </a:lvl4pPr>
      <a:lvl5pPr marL="1151961" algn="l" defTabSz="575981" rtl="0" eaLnBrk="1" latinLnBrk="0" hangingPunct="1">
        <a:defRPr sz="1134" kern="1200">
          <a:solidFill>
            <a:schemeClr val="tx1"/>
          </a:solidFill>
          <a:latin typeface="+mn-lt"/>
          <a:ea typeface="+mn-ea"/>
          <a:cs typeface="+mn-cs"/>
        </a:defRPr>
      </a:lvl5pPr>
      <a:lvl6pPr marL="1439951" algn="l" defTabSz="575981" rtl="0" eaLnBrk="1" latinLnBrk="0" hangingPunct="1">
        <a:defRPr sz="1134" kern="1200">
          <a:solidFill>
            <a:schemeClr val="tx1"/>
          </a:solidFill>
          <a:latin typeface="+mn-lt"/>
          <a:ea typeface="+mn-ea"/>
          <a:cs typeface="+mn-cs"/>
        </a:defRPr>
      </a:lvl6pPr>
      <a:lvl7pPr marL="1727942" algn="l" defTabSz="575981" rtl="0" eaLnBrk="1" latinLnBrk="0" hangingPunct="1">
        <a:defRPr sz="1134" kern="1200">
          <a:solidFill>
            <a:schemeClr val="tx1"/>
          </a:solidFill>
          <a:latin typeface="+mn-lt"/>
          <a:ea typeface="+mn-ea"/>
          <a:cs typeface="+mn-cs"/>
        </a:defRPr>
      </a:lvl7pPr>
      <a:lvl8pPr marL="2015932" algn="l" defTabSz="575981" rtl="0" eaLnBrk="1" latinLnBrk="0" hangingPunct="1">
        <a:defRPr sz="1134" kern="1200">
          <a:solidFill>
            <a:schemeClr val="tx1"/>
          </a:solidFill>
          <a:latin typeface="+mn-lt"/>
          <a:ea typeface="+mn-ea"/>
          <a:cs typeface="+mn-cs"/>
        </a:defRPr>
      </a:lvl8pPr>
      <a:lvl9pPr marL="2303922" algn="l" defTabSz="575981" rtl="0" eaLnBrk="1" latinLnBrk="0" hangingPunct="1">
        <a:defRPr sz="113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Chart 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01142103"/>
              </p:ext>
            </p:extLst>
          </p:nvPr>
        </p:nvGraphicFramePr>
        <p:xfrm>
          <a:off x="0" y="1"/>
          <a:ext cx="10799763" cy="431958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227076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358</TotalTime>
  <Words>0</Words>
  <Application>Microsoft Macintosh PowerPoint</Application>
  <PresentationFormat>Custom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Calibri</vt:lpstr>
      <vt:lpstr>Calibri Light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15.0041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Microsoft Office User</cp:lastModifiedBy>
  <cp:revision>16</cp:revision>
  <cp:lastPrinted>2018-10-07T06:41:44Z</cp:lastPrinted>
  <dcterms:created xsi:type="dcterms:W3CDTF">2018-09-17T08:10:10Z</dcterms:created>
  <dcterms:modified xsi:type="dcterms:W3CDTF">2018-10-07T06:41:58Z</dcterms:modified>
</cp:coreProperties>
</file>