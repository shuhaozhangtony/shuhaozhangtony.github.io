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2"/>
    <p:restoredTop sz="94647"/>
  </p:normalViewPr>
  <p:slideViewPr>
    <p:cSldViewPr snapToGrid="0" snapToObjects="1">
      <p:cViewPr varScale="1">
        <p:scale>
          <a:sx n="143" d="100"/>
          <a:sy n="143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Read_only!$A$17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Read_only!$B$17:$E$17</c:f>
              <c:numCache>
                <c:formatCode>0%</c:formatCode>
                <c:ptCount val="4"/>
                <c:pt idx="0">
                  <c:v>0.546103759714346</c:v>
                </c:pt>
                <c:pt idx="1">
                  <c:v>4.63537744679332E-5</c:v>
                </c:pt>
                <c:pt idx="2">
                  <c:v>2.68184129416094E-5</c:v>
                </c:pt>
                <c:pt idx="3">
                  <c:v>0.406602641056422</c:v>
                </c:pt>
              </c:numCache>
            </c:numRef>
          </c:val>
        </c:ser>
        <c:ser>
          <c:idx val="3"/>
          <c:order val="1"/>
          <c:tx>
            <c:strRef>
              <c:f>Read_only!$A$19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Read_only!$B$19:$E$19</c:f>
              <c:numCache>
                <c:formatCode>0%</c:formatCode>
                <c:ptCount val="4"/>
                <c:pt idx="0">
                  <c:v>0.0</c:v>
                </c:pt>
                <c:pt idx="1">
                  <c:v>0.999950759667287</c:v>
                </c:pt>
                <c:pt idx="2">
                  <c:v>0.99997023440568</c:v>
                </c:pt>
                <c:pt idx="3">
                  <c:v>0.11672669067627</c:v>
                </c:pt>
              </c:numCache>
            </c:numRef>
          </c:val>
        </c:ser>
        <c:ser>
          <c:idx val="2"/>
          <c:order val="2"/>
          <c:tx>
            <c:strRef>
              <c:f>Read_only!$A$20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Vert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Read_only!$B$20:$E$20</c:f>
              <c:numCache>
                <c:formatCode>0%</c:formatCode>
                <c:ptCount val="4"/>
                <c:pt idx="0">
                  <c:v>0.114261709724848</c:v>
                </c:pt>
                <c:pt idx="1">
                  <c:v>1.06500686645319E-6</c:v>
                </c:pt>
                <c:pt idx="2">
                  <c:v>9.93853317263913E-7</c:v>
                </c:pt>
                <c:pt idx="3">
                  <c:v>0.0154661864745898</c:v>
                </c:pt>
              </c:numCache>
            </c:numRef>
          </c:val>
        </c:ser>
        <c:ser>
          <c:idx val="4"/>
          <c:order val="3"/>
          <c:tx>
            <c:strRef>
              <c:f>Read_only!$A$21</c:f>
              <c:strCache>
                <c:ptCount val="1"/>
                <c:pt idx="0">
                  <c:v>Ts Alloc.</c:v>
                </c:pt>
              </c:strCache>
            </c:strRef>
          </c:tx>
          <c:spPr>
            <a:solidFill>
              <a:srgbClr val="ED7D31">
                <a:lumMod val="75000"/>
              </a:srgb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Read_only!$B$21:$E$21</c:f>
              <c:numCache>
                <c:formatCode>0%</c:formatCode>
                <c:ptCount val="4"/>
                <c:pt idx="0">
                  <c:v>0.0140726738080235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Read_only!$A$22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DnDiag">
              <a:fgClr>
                <a:srgbClr val="FFC000">
                  <a:lumMod val="60000"/>
                  <a:lumOff val="40000"/>
                </a:srgbClr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Read_only!$B$22:$E$22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Read_only!$A$23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kHorz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Read_only!$B$23:$E$23</c:f>
              <c:numCache>
                <c:formatCode>0%</c:formatCode>
                <c:ptCount val="4"/>
                <c:pt idx="0">
                  <c:v>0.325561856752783</c:v>
                </c:pt>
                <c:pt idx="1">
                  <c:v>1.82155137829341E-6</c:v>
                </c:pt>
                <c:pt idx="2">
                  <c:v>1.95332806066021E-6</c:v>
                </c:pt>
                <c:pt idx="3">
                  <c:v>0.461204481792717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-537527280"/>
        <c:axId val="-537791632"/>
      </c:barChart>
      <c:catAx>
        <c:axId val="-537527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37791632"/>
        <c:crosses val="autoZero"/>
        <c:auto val="1"/>
        <c:lblAlgn val="ctr"/>
        <c:lblOffset val="100"/>
        <c:noMultiLvlLbl val="0"/>
      </c:catAx>
      <c:valAx>
        <c:axId val="-537791632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37527280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4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6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0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5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9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7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4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4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23CCE-1525-4C4B-AADE-04682EA943CF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E9E0-2435-8742-B0AC-46B389BF6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9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2294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549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2018-09-16T06:44:45Z</dcterms:created>
  <dcterms:modified xsi:type="dcterms:W3CDTF">2018-09-16T06:45:21Z</dcterms:modified>
</cp:coreProperties>
</file>