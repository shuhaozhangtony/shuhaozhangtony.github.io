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>
        <p:scale>
          <a:sx n="78" d="100"/>
          <a:sy n="78" d="100"/>
        </p:scale>
        <p:origin x="300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'working_set(rtm)'!$B$1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pct9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'working_set(rtm)'!$A$2:$A$10</c:f>
              <c:numCache>
                <c:formatCode>General</c:formatCode>
                <c:ptCount val="9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6.0</c:v>
                </c:pt>
                <c:pt idx="4">
                  <c:v>8.0</c:v>
                </c:pt>
                <c:pt idx="5">
                  <c:v>10.0</c:v>
                </c:pt>
                <c:pt idx="6">
                  <c:v>12.0</c:v>
                </c:pt>
                <c:pt idx="7">
                  <c:v>14.0</c:v>
                </c:pt>
                <c:pt idx="8">
                  <c:v>16.0</c:v>
                </c:pt>
              </c:numCache>
            </c:numRef>
          </c:cat>
          <c:val>
            <c:numRef>
              <c:f>'working_set(rtm)'!$B$2:$B$10</c:f>
              <c:numCache>
                <c:formatCode>General</c:formatCode>
                <c:ptCount val="9"/>
                <c:pt idx="0">
                  <c:v>505.030183725888</c:v>
                </c:pt>
                <c:pt idx="1">
                  <c:v>1784.220160530094</c:v>
                </c:pt>
                <c:pt idx="2">
                  <c:v>1987.219471731284</c:v>
                </c:pt>
                <c:pt idx="3">
                  <c:v>1910.501795876976</c:v>
                </c:pt>
                <c:pt idx="4">
                  <c:v>2237.982054577336</c:v>
                </c:pt>
                <c:pt idx="5">
                  <c:v>2222.17766170119</c:v>
                </c:pt>
                <c:pt idx="6">
                  <c:v>2208.240192608496</c:v>
                </c:pt>
                <c:pt idx="7">
                  <c:v>2145.213666993432</c:v>
                </c:pt>
                <c:pt idx="8">
                  <c:v>1787.452701233008</c:v>
                </c:pt>
              </c:numCache>
            </c:numRef>
          </c:val>
        </c:ser>
        <c:ser>
          <c:idx val="1"/>
          <c:order val="1"/>
          <c:tx>
            <c:strRef>
              <c:f>'working_set(rtm)'!$C$1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pct4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'working_set(rtm)'!$A$2:$A$10</c:f>
              <c:numCache>
                <c:formatCode>General</c:formatCode>
                <c:ptCount val="9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6.0</c:v>
                </c:pt>
                <c:pt idx="4">
                  <c:v>8.0</c:v>
                </c:pt>
                <c:pt idx="5">
                  <c:v>10.0</c:v>
                </c:pt>
                <c:pt idx="6">
                  <c:v>12.0</c:v>
                </c:pt>
                <c:pt idx="7">
                  <c:v>14.0</c:v>
                </c:pt>
                <c:pt idx="8">
                  <c:v>16.0</c:v>
                </c:pt>
              </c:numCache>
            </c:numRef>
          </c:cat>
          <c:val>
            <c:numRef>
              <c:f>'working_set(rtm)'!$C$2:$C$10</c:f>
              <c:numCache>
                <c:formatCode>General</c:formatCode>
                <c:ptCount val="9"/>
                <c:pt idx="0">
                  <c:v>69.4062742326211</c:v>
                </c:pt>
                <c:pt idx="1">
                  <c:v>108.8492866381944</c:v>
                </c:pt>
                <c:pt idx="2">
                  <c:v>176.725509779066</c:v>
                </c:pt>
                <c:pt idx="3">
                  <c:v>265.088264668599</c:v>
                </c:pt>
                <c:pt idx="4">
                  <c:v>259.4468674246624</c:v>
                </c:pt>
                <c:pt idx="5">
                  <c:v>324.271450704393</c:v>
                </c:pt>
                <c:pt idx="6">
                  <c:v>269.0683906500348</c:v>
                </c:pt>
                <c:pt idx="7">
                  <c:v>312.7603738425964</c:v>
                </c:pt>
                <c:pt idx="8">
                  <c:v>294.4211335398544</c:v>
                </c:pt>
              </c:numCache>
            </c:numRef>
          </c:val>
        </c:ser>
        <c:ser>
          <c:idx val="2"/>
          <c:order val="2"/>
          <c:tx>
            <c:strRef>
              <c:f>'working_set(rtm)'!$D$1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wd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'working_set(rtm)'!$A$2:$A$10</c:f>
              <c:numCache>
                <c:formatCode>General</c:formatCode>
                <c:ptCount val="9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6.0</c:v>
                </c:pt>
                <c:pt idx="4">
                  <c:v>8.0</c:v>
                </c:pt>
                <c:pt idx="5">
                  <c:v>10.0</c:v>
                </c:pt>
                <c:pt idx="6">
                  <c:v>12.0</c:v>
                </c:pt>
                <c:pt idx="7">
                  <c:v>14.0</c:v>
                </c:pt>
                <c:pt idx="8">
                  <c:v>16.0</c:v>
                </c:pt>
              </c:numCache>
            </c:numRef>
          </c:cat>
          <c:val>
            <c:numRef>
              <c:f>'working_set(rtm)'!$D$2:$D$10</c:f>
              <c:numCache>
                <c:formatCode>General</c:formatCode>
                <c:ptCount val="9"/>
                <c:pt idx="0">
                  <c:v>53.9511748240874</c:v>
                </c:pt>
                <c:pt idx="1">
                  <c:v>82.49237188202299</c:v>
                </c:pt>
                <c:pt idx="2">
                  <c:v>125.9752171326236</c:v>
                </c:pt>
                <c:pt idx="3">
                  <c:v>132.8601425625732</c:v>
                </c:pt>
                <c:pt idx="4">
                  <c:v>80.962198317748</c:v>
                </c:pt>
                <c:pt idx="5">
                  <c:v>123.282622481264</c:v>
                </c:pt>
                <c:pt idx="6">
                  <c:v>68.77767284043144</c:v>
                </c:pt>
                <c:pt idx="7">
                  <c:v>123.6570528769999</c:v>
                </c:pt>
                <c:pt idx="8">
                  <c:v>143.849585042731</c:v>
                </c:pt>
              </c:numCache>
            </c:numRef>
          </c:val>
        </c:ser>
        <c:ser>
          <c:idx val="3"/>
          <c:order val="3"/>
          <c:tx>
            <c:strRef>
              <c:f>'working_set(rtm)'!$E$1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numRef>
              <c:f>'working_set(rtm)'!$A$2:$A$10</c:f>
              <c:numCache>
                <c:formatCode>General</c:formatCode>
                <c:ptCount val="9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6.0</c:v>
                </c:pt>
                <c:pt idx="4">
                  <c:v>8.0</c:v>
                </c:pt>
                <c:pt idx="5">
                  <c:v>10.0</c:v>
                </c:pt>
                <c:pt idx="6">
                  <c:v>12.0</c:v>
                </c:pt>
                <c:pt idx="7">
                  <c:v>14.0</c:v>
                </c:pt>
                <c:pt idx="8">
                  <c:v>16.0</c:v>
                </c:pt>
              </c:numCache>
            </c:numRef>
          </c:cat>
          <c:val>
            <c:numRef>
              <c:f>'working_set(rtm)'!$E$2:$E$10</c:f>
              <c:numCache>
                <c:formatCode>General</c:formatCode>
                <c:ptCount val="9"/>
                <c:pt idx="0">
                  <c:v>1005.81245425954</c:v>
                </c:pt>
                <c:pt idx="1">
                  <c:v>1796.7654114285</c:v>
                </c:pt>
                <c:pt idx="2">
                  <c:v>2059.119942086616</c:v>
                </c:pt>
                <c:pt idx="3">
                  <c:v>2159.674706695806</c:v>
                </c:pt>
                <c:pt idx="4">
                  <c:v>2120.80115102608</c:v>
                </c:pt>
                <c:pt idx="5">
                  <c:v>2190.68037722889</c:v>
                </c:pt>
                <c:pt idx="6">
                  <c:v>2071.94575069344</c:v>
                </c:pt>
                <c:pt idx="7">
                  <c:v>1707.542108349196</c:v>
                </c:pt>
                <c:pt idx="8">
                  <c:v>1508.153361108904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3"/>
        <c:overlap val="-6"/>
        <c:axId val="1676285632"/>
        <c:axId val="1675766880"/>
      </c:barChart>
      <c:catAx>
        <c:axId val="1676285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b="1" i="0" baseline="0" dirty="0">
                    <a:solidFill>
                      <a:schemeClr val="tx1"/>
                    </a:solidFill>
                    <a:effectLst/>
                  </a:rPr>
                  <a:t>Number of </a:t>
                </a:r>
                <a:r>
                  <a:rPr lang="en-US" sz="2800" b="1" i="0" baseline="0" dirty="0" smtClean="0">
                    <a:solidFill>
                      <a:schemeClr val="tx1"/>
                    </a:solidFill>
                    <a:effectLst/>
                  </a:rPr>
                  <a:t>Rows Accessed per Transaction</a:t>
                </a:r>
                <a:endParaRPr lang="en-US" sz="1200" dirty="0">
                  <a:solidFill>
                    <a:schemeClr val="tx1"/>
                  </a:solidFill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5766880"/>
        <c:crosses val="autoZero"/>
        <c:auto val="1"/>
        <c:lblAlgn val="ctr"/>
        <c:lblOffset val="100"/>
        <c:noMultiLvlLbl val="0"/>
      </c:catAx>
      <c:valAx>
        <c:axId val="16757668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b="1" i="0" baseline="0">
                    <a:effectLst/>
                  </a:rPr>
                  <a:t>Througput (k </a:t>
                </a:r>
                <a:r>
                  <a:rPr lang="en-US" altLang="zh-CN" sz="2800" b="1" i="0" baseline="0">
                    <a:effectLst/>
                  </a:rPr>
                  <a:t>accesses</a:t>
                </a:r>
                <a:r>
                  <a:rPr lang="en-US" sz="2800" b="1" i="0" baseline="0">
                    <a:effectLst/>
                  </a:rPr>
                  <a:t>/s)</a:t>
                </a:r>
                <a:endParaRPr lang="en-US" sz="4000"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285632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925073"/>
              </p:ext>
            </p:extLst>
          </p:nvPr>
        </p:nvGraphicFramePr>
        <p:xfrm>
          <a:off x="-1" y="-1"/>
          <a:ext cx="10799763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2884</TotalTime>
  <Words>11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22</cp:revision>
  <cp:lastPrinted>2018-09-26T06:24:42Z</cp:lastPrinted>
  <dcterms:created xsi:type="dcterms:W3CDTF">2018-09-13T08:59:53Z</dcterms:created>
  <dcterms:modified xsi:type="dcterms:W3CDTF">2018-09-26T08:25:52Z</dcterms:modified>
</cp:coreProperties>
</file>