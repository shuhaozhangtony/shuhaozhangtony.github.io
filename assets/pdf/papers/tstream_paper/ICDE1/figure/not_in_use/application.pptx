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8" r:id="rId1"/>
  </p:sldMasterIdLst>
  <p:sldIdLst>
    <p:sldId id="256" r:id="rId2"/>
  </p:sldIdLst>
  <p:sldSz cx="14400213" cy="3887788"/>
  <p:notesSz cx="6858000" cy="9144000"/>
  <p:defaultTextStyle>
    <a:defPPr>
      <a:defRPr lang="en-US"/>
    </a:defPPr>
    <a:lvl1pPr marL="0" algn="l" defTabSz="812079" rtl="0" eaLnBrk="1" latinLnBrk="0" hangingPunct="1">
      <a:defRPr sz="1599" kern="1200">
        <a:solidFill>
          <a:schemeClr val="tx1"/>
        </a:solidFill>
        <a:latin typeface="+mn-lt"/>
        <a:ea typeface="+mn-ea"/>
        <a:cs typeface="+mn-cs"/>
      </a:defRPr>
    </a:lvl1pPr>
    <a:lvl2pPr marL="406039" algn="l" defTabSz="812079" rtl="0" eaLnBrk="1" latinLnBrk="0" hangingPunct="1">
      <a:defRPr sz="1599" kern="1200">
        <a:solidFill>
          <a:schemeClr val="tx1"/>
        </a:solidFill>
        <a:latin typeface="+mn-lt"/>
        <a:ea typeface="+mn-ea"/>
        <a:cs typeface="+mn-cs"/>
      </a:defRPr>
    </a:lvl2pPr>
    <a:lvl3pPr marL="812079" algn="l" defTabSz="812079" rtl="0" eaLnBrk="1" latinLnBrk="0" hangingPunct="1">
      <a:defRPr sz="1599" kern="1200">
        <a:solidFill>
          <a:schemeClr val="tx1"/>
        </a:solidFill>
        <a:latin typeface="+mn-lt"/>
        <a:ea typeface="+mn-ea"/>
        <a:cs typeface="+mn-cs"/>
      </a:defRPr>
    </a:lvl3pPr>
    <a:lvl4pPr marL="1218118" algn="l" defTabSz="812079" rtl="0" eaLnBrk="1" latinLnBrk="0" hangingPunct="1">
      <a:defRPr sz="1599" kern="1200">
        <a:solidFill>
          <a:schemeClr val="tx1"/>
        </a:solidFill>
        <a:latin typeface="+mn-lt"/>
        <a:ea typeface="+mn-ea"/>
        <a:cs typeface="+mn-cs"/>
      </a:defRPr>
    </a:lvl4pPr>
    <a:lvl5pPr marL="1624157" algn="l" defTabSz="812079" rtl="0" eaLnBrk="1" latinLnBrk="0" hangingPunct="1">
      <a:defRPr sz="1599" kern="1200">
        <a:solidFill>
          <a:schemeClr val="tx1"/>
        </a:solidFill>
        <a:latin typeface="+mn-lt"/>
        <a:ea typeface="+mn-ea"/>
        <a:cs typeface="+mn-cs"/>
      </a:defRPr>
    </a:lvl5pPr>
    <a:lvl6pPr marL="2030197" algn="l" defTabSz="812079" rtl="0" eaLnBrk="1" latinLnBrk="0" hangingPunct="1">
      <a:defRPr sz="1599" kern="1200">
        <a:solidFill>
          <a:schemeClr val="tx1"/>
        </a:solidFill>
        <a:latin typeface="+mn-lt"/>
        <a:ea typeface="+mn-ea"/>
        <a:cs typeface="+mn-cs"/>
      </a:defRPr>
    </a:lvl6pPr>
    <a:lvl7pPr marL="2436236" algn="l" defTabSz="812079" rtl="0" eaLnBrk="1" latinLnBrk="0" hangingPunct="1">
      <a:defRPr sz="1599" kern="1200">
        <a:solidFill>
          <a:schemeClr val="tx1"/>
        </a:solidFill>
        <a:latin typeface="+mn-lt"/>
        <a:ea typeface="+mn-ea"/>
        <a:cs typeface="+mn-cs"/>
      </a:defRPr>
    </a:lvl7pPr>
    <a:lvl8pPr marL="2842275" algn="l" defTabSz="812079" rtl="0" eaLnBrk="1" latinLnBrk="0" hangingPunct="1">
      <a:defRPr sz="1599" kern="1200">
        <a:solidFill>
          <a:schemeClr val="tx1"/>
        </a:solidFill>
        <a:latin typeface="+mn-lt"/>
        <a:ea typeface="+mn-ea"/>
        <a:cs typeface="+mn-cs"/>
      </a:defRPr>
    </a:lvl8pPr>
    <a:lvl9pPr marL="3248315" algn="l" defTabSz="812079" rtl="0" eaLnBrk="1" latinLnBrk="0" hangingPunct="1">
      <a:defRPr sz="159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8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8147"/>
    <p:restoredTop sz="94647"/>
  </p:normalViewPr>
  <p:slideViewPr>
    <p:cSldViewPr snapToGrid="0" snapToObjects="1">
      <p:cViewPr>
        <p:scale>
          <a:sx n="119" d="100"/>
          <a:sy n="119" d="100"/>
        </p:scale>
        <p:origin x="1344" y="20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00027" y="636266"/>
            <a:ext cx="10800160" cy="1353526"/>
          </a:xfrm>
        </p:spPr>
        <p:txBody>
          <a:bodyPr anchor="b"/>
          <a:lstStyle>
            <a:lvl1pPr algn="ctr">
              <a:defRPr sz="340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0027" y="2041989"/>
            <a:ext cx="10800160" cy="938649"/>
          </a:xfrm>
        </p:spPr>
        <p:txBody>
          <a:bodyPr/>
          <a:lstStyle>
            <a:lvl1pPr marL="0" indent="0" algn="ctr">
              <a:buNone/>
              <a:defRPr sz="1361"/>
            </a:lvl1pPr>
            <a:lvl2pPr marL="259187" indent="0" algn="ctr">
              <a:buNone/>
              <a:defRPr sz="1134"/>
            </a:lvl2pPr>
            <a:lvl3pPr marL="518373" indent="0" algn="ctr">
              <a:buNone/>
              <a:defRPr sz="1020"/>
            </a:lvl3pPr>
            <a:lvl4pPr marL="777560" indent="0" algn="ctr">
              <a:buNone/>
              <a:defRPr sz="907"/>
            </a:lvl4pPr>
            <a:lvl5pPr marL="1036747" indent="0" algn="ctr">
              <a:buNone/>
              <a:defRPr sz="907"/>
            </a:lvl5pPr>
            <a:lvl6pPr marL="1295933" indent="0" algn="ctr">
              <a:buNone/>
              <a:defRPr sz="907"/>
            </a:lvl6pPr>
            <a:lvl7pPr marL="1555120" indent="0" algn="ctr">
              <a:buNone/>
              <a:defRPr sz="907"/>
            </a:lvl7pPr>
            <a:lvl8pPr marL="1814307" indent="0" algn="ctr">
              <a:buNone/>
              <a:defRPr sz="907"/>
            </a:lvl8pPr>
            <a:lvl9pPr marL="2073493" indent="0" algn="ctr">
              <a:buNone/>
              <a:defRPr sz="907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61EC6-4F1A-A144-BC02-FF70272CC234}" type="datetimeFigureOut">
              <a:rPr lang="en-US" smtClean="0"/>
              <a:t>10/13/18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82991-B071-DF4C-881C-5AEE28A01E0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61EC6-4F1A-A144-BC02-FF70272CC234}" type="datetimeFigureOut">
              <a:rPr lang="en-US" smtClean="0"/>
              <a:t>10/13/18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82991-B071-DF4C-881C-5AEE28A01E0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514" y="969247"/>
            <a:ext cx="12420184" cy="1617212"/>
          </a:xfrm>
        </p:spPr>
        <p:txBody>
          <a:bodyPr anchor="b"/>
          <a:lstStyle>
            <a:lvl1pPr>
              <a:defRPr sz="340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514" y="2601759"/>
            <a:ext cx="12420184" cy="850453"/>
          </a:xfrm>
        </p:spPr>
        <p:txBody>
          <a:bodyPr/>
          <a:lstStyle>
            <a:lvl1pPr marL="0" indent="0">
              <a:buNone/>
              <a:defRPr sz="1361">
                <a:solidFill>
                  <a:schemeClr val="tx1">
                    <a:tint val="75000"/>
                  </a:schemeClr>
                </a:solidFill>
              </a:defRPr>
            </a:lvl1pPr>
            <a:lvl2pPr marL="259187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2pPr>
            <a:lvl3pPr marL="518373" indent="0">
              <a:buNone/>
              <a:defRPr sz="1020">
                <a:solidFill>
                  <a:schemeClr val="tx1">
                    <a:tint val="75000"/>
                  </a:schemeClr>
                </a:solidFill>
              </a:defRPr>
            </a:lvl3pPr>
            <a:lvl4pPr marL="777560" indent="0">
              <a:buNone/>
              <a:defRPr sz="907">
                <a:solidFill>
                  <a:schemeClr val="tx1">
                    <a:tint val="75000"/>
                  </a:schemeClr>
                </a:solidFill>
              </a:defRPr>
            </a:lvl4pPr>
            <a:lvl5pPr marL="1036747" indent="0">
              <a:buNone/>
              <a:defRPr sz="907">
                <a:solidFill>
                  <a:schemeClr val="tx1">
                    <a:tint val="75000"/>
                  </a:schemeClr>
                </a:solidFill>
              </a:defRPr>
            </a:lvl5pPr>
            <a:lvl6pPr marL="1295933" indent="0">
              <a:buNone/>
              <a:defRPr sz="907">
                <a:solidFill>
                  <a:schemeClr val="tx1">
                    <a:tint val="75000"/>
                  </a:schemeClr>
                </a:solidFill>
              </a:defRPr>
            </a:lvl6pPr>
            <a:lvl7pPr marL="1555120" indent="0">
              <a:buNone/>
              <a:defRPr sz="907">
                <a:solidFill>
                  <a:schemeClr val="tx1">
                    <a:tint val="75000"/>
                  </a:schemeClr>
                </a:solidFill>
              </a:defRPr>
            </a:lvl7pPr>
            <a:lvl8pPr marL="1814307" indent="0">
              <a:buNone/>
              <a:defRPr sz="907">
                <a:solidFill>
                  <a:schemeClr val="tx1">
                    <a:tint val="75000"/>
                  </a:schemeClr>
                </a:solidFill>
              </a:defRPr>
            </a:lvl8pPr>
            <a:lvl9pPr marL="2073493" indent="0">
              <a:buNone/>
              <a:defRPr sz="90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61EC6-4F1A-A144-BC02-FF70272CC234}" type="datetimeFigureOut">
              <a:rPr lang="en-US" smtClean="0"/>
              <a:t>10/13/18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82991-B071-DF4C-881C-5AEE28A01E0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014" y="1034943"/>
            <a:ext cx="6120091" cy="246676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90108" y="1034943"/>
            <a:ext cx="6120091" cy="246676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61EC6-4F1A-A144-BC02-FF70272CC234}" type="datetimeFigureOut">
              <a:rPr lang="en-US" smtClean="0"/>
              <a:t>10/13/18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82991-B071-DF4C-881C-5AEE28A01E0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206989"/>
            <a:ext cx="12420184" cy="75145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1891" y="953048"/>
            <a:ext cx="6091965" cy="467074"/>
          </a:xfrm>
        </p:spPr>
        <p:txBody>
          <a:bodyPr anchor="b"/>
          <a:lstStyle>
            <a:lvl1pPr marL="0" indent="0">
              <a:buNone/>
              <a:defRPr sz="1361" b="1"/>
            </a:lvl1pPr>
            <a:lvl2pPr marL="259187" indent="0">
              <a:buNone/>
              <a:defRPr sz="1134" b="1"/>
            </a:lvl2pPr>
            <a:lvl3pPr marL="518373" indent="0">
              <a:buNone/>
              <a:defRPr sz="1020" b="1"/>
            </a:lvl3pPr>
            <a:lvl4pPr marL="777560" indent="0">
              <a:buNone/>
              <a:defRPr sz="907" b="1"/>
            </a:lvl4pPr>
            <a:lvl5pPr marL="1036747" indent="0">
              <a:buNone/>
              <a:defRPr sz="907" b="1"/>
            </a:lvl5pPr>
            <a:lvl6pPr marL="1295933" indent="0">
              <a:buNone/>
              <a:defRPr sz="907" b="1"/>
            </a:lvl6pPr>
            <a:lvl7pPr marL="1555120" indent="0">
              <a:buNone/>
              <a:defRPr sz="907" b="1"/>
            </a:lvl7pPr>
            <a:lvl8pPr marL="1814307" indent="0">
              <a:buNone/>
              <a:defRPr sz="907" b="1"/>
            </a:lvl8pPr>
            <a:lvl9pPr marL="2073493" indent="0">
              <a:buNone/>
              <a:defRPr sz="907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1891" y="1420123"/>
            <a:ext cx="6091965" cy="208878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90108" y="953048"/>
            <a:ext cx="6121966" cy="467074"/>
          </a:xfrm>
        </p:spPr>
        <p:txBody>
          <a:bodyPr anchor="b"/>
          <a:lstStyle>
            <a:lvl1pPr marL="0" indent="0">
              <a:buNone/>
              <a:defRPr sz="1361" b="1"/>
            </a:lvl1pPr>
            <a:lvl2pPr marL="259187" indent="0">
              <a:buNone/>
              <a:defRPr sz="1134" b="1"/>
            </a:lvl2pPr>
            <a:lvl3pPr marL="518373" indent="0">
              <a:buNone/>
              <a:defRPr sz="1020" b="1"/>
            </a:lvl3pPr>
            <a:lvl4pPr marL="777560" indent="0">
              <a:buNone/>
              <a:defRPr sz="907" b="1"/>
            </a:lvl4pPr>
            <a:lvl5pPr marL="1036747" indent="0">
              <a:buNone/>
              <a:defRPr sz="907" b="1"/>
            </a:lvl5pPr>
            <a:lvl6pPr marL="1295933" indent="0">
              <a:buNone/>
              <a:defRPr sz="907" b="1"/>
            </a:lvl6pPr>
            <a:lvl7pPr marL="1555120" indent="0">
              <a:buNone/>
              <a:defRPr sz="907" b="1"/>
            </a:lvl7pPr>
            <a:lvl8pPr marL="1814307" indent="0">
              <a:buNone/>
              <a:defRPr sz="907" b="1"/>
            </a:lvl8pPr>
            <a:lvl9pPr marL="2073493" indent="0">
              <a:buNone/>
              <a:defRPr sz="907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90108" y="1420123"/>
            <a:ext cx="6121966" cy="208878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61EC6-4F1A-A144-BC02-FF70272CC234}" type="datetimeFigureOut">
              <a:rPr lang="en-US" smtClean="0"/>
              <a:t>10/13/18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82991-B071-DF4C-881C-5AEE28A01E0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61EC6-4F1A-A144-BC02-FF70272CC234}" type="datetimeFigureOut">
              <a:rPr lang="en-US" smtClean="0"/>
              <a:t>10/13/18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82991-B071-DF4C-881C-5AEE28A01E0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61EC6-4F1A-A144-BC02-FF70272CC234}" type="datetimeFigureOut">
              <a:rPr lang="en-US" smtClean="0"/>
              <a:t>10/13/18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82991-B071-DF4C-881C-5AEE28A01E0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1" y="259186"/>
            <a:ext cx="4644443" cy="907151"/>
          </a:xfrm>
        </p:spPr>
        <p:txBody>
          <a:bodyPr anchor="b"/>
          <a:lstStyle>
            <a:lvl1pPr>
              <a:defRPr sz="1814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1966" y="559770"/>
            <a:ext cx="7290108" cy="2762849"/>
          </a:xfrm>
        </p:spPr>
        <p:txBody>
          <a:bodyPr/>
          <a:lstStyle>
            <a:lvl1pPr>
              <a:defRPr sz="1814"/>
            </a:lvl1pPr>
            <a:lvl2pPr>
              <a:defRPr sz="1587"/>
            </a:lvl2pPr>
            <a:lvl3pPr>
              <a:defRPr sz="1361"/>
            </a:lvl3pPr>
            <a:lvl4pPr>
              <a:defRPr sz="1134"/>
            </a:lvl4pPr>
            <a:lvl5pPr>
              <a:defRPr sz="1134"/>
            </a:lvl5pPr>
            <a:lvl6pPr>
              <a:defRPr sz="1134"/>
            </a:lvl6pPr>
            <a:lvl7pPr>
              <a:defRPr sz="1134"/>
            </a:lvl7pPr>
            <a:lvl8pPr>
              <a:defRPr sz="1134"/>
            </a:lvl8pPr>
            <a:lvl9pPr>
              <a:defRPr sz="1134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1" y="1166337"/>
            <a:ext cx="4644443" cy="2160782"/>
          </a:xfrm>
        </p:spPr>
        <p:txBody>
          <a:bodyPr/>
          <a:lstStyle>
            <a:lvl1pPr marL="0" indent="0">
              <a:buNone/>
              <a:defRPr sz="907"/>
            </a:lvl1pPr>
            <a:lvl2pPr marL="259187" indent="0">
              <a:buNone/>
              <a:defRPr sz="794"/>
            </a:lvl2pPr>
            <a:lvl3pPr marL="518373" indent="0">
              <a:buNone/>
              <a:defRPr sz="680"/>
            </a:lvl3pPr>
            <a:lvl4pPr marL="777560" indent="0">
              <a:buNone/>
              <a:defRPr sz="567"/>
            </a:lvl4pPr>
            <a:lvl5pPr marL="1036747" indent="0">
              <a:buNone/>
              <a:defRPr sz="567"/>
            </a:lvl5pPr>
            <a:lvl6pPr marL="1295933" indent="0">
              <a:buNone/>
              <a:defRPr sz="567"/>
            </a:lvl6pPr>
            <a:lvl7pPr marL="1555120" indent="0">
              <a:buNone/>
              <a:defRPr sz="567"/>
            </a:lvl7pPr>
            <a:lvl8pPr marL="1814307" indent="0">
              <a:buNone/>
              <a:defRPr sz="567"/>
            </a:lvl8pPr>
            <a:lvl9pPr marL="2073493" indent="0">
              <a:buNone/>
              <a:defRPr sz="567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61EC6-4F1A-A144-BC02-FF70272CC234}" type="datetimeFigureOut">
              <a:rPr lang="en-US" smtClean="0"/>
              <a:t>10/13/18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82991-B071-DF4C-881C-5AEE28A01E0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1" y="259186"/>
            <a:ext cx="4644443" cy="907151"/>
          </a:xfrm>
        </p:spPr>
        <p:txBody>
          <a:bodyPr anchor="b"/>
          <a:lstStyle>
            <a:lvl1pPr>
              <a:defRPr sz="1814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21966" y="559770"/>
            <a:ext cx="7290108" cy="2762849"/>
          </a:xfrm>
        </p:spPr>
        <p:txBody>
          <a:bodyPr anchor="t"/>
          <a:lstStyle>
            <a:lvl1pPr marL="0" indent="0">
              <a:buNone/>
              <a:defRPr sz="1814"/>
            </a:lvl1pPr>
            <a:lvl2pPr marL="259187" indent="0">
              <a:buNone/>
              <a:defRPr sz="1587"/>
            </a:lvl2pPr>
            <a:lvl3pPr marL="518373" indent="0">
              <a:buNone/>
              <a:defRPr sz="1361"/>
            </a:lvl3pPr>
            <a:lvl4pPr marL="777560" indent="0">
              <a:buNone/>
              <a:defRPr sz="1134"/>
            </a:lvl4pPr>
            <a:lvl5pPr marL="1036747" indent="0">
              <a:buNone/>
              <a:defRPr sz="1134"/>
            </a:lvl5pPr>
            <a:lvl6pPr marL="1295933" indent="0">
              <a:buNone/>
              <a:defRPr sz="1134"/>
            </a:lvl6pPr>
            <a:lvl7pPr marL="1555120" indent="0">
              <a:buNone/>
              <a:defRPr sz="1134"/>
            </a:lvl7pPr>
            <a:lvl8pPr marL="1814307" indent="0">
              <a:buNone/>
              <a:defRPr sz="1134"/>
            </a:lvl8pPr>
            <a:lvl9pPr marL="2073493" indent="0">
              <a:buNone/>
              <a:defRPr sz="1134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1" y="1166337"/>
            <a:ext cx="4644443" cy="2160782"/>
          </a:xfrm>
        </p:spPr>
        <p:txBody>
          <a:bodyPr/>
          <a:lstStyle>
            <a:lvl1pPr marL="0" indent="0">
              <a:buNone/>
              <a:defRPr sz="907"/>
            </a:lvl1pPr>
            <a:lvl2pPr marL="259187" indent="0">
              <a:buNone/>
              <a:defRPr sz="794"/>
            </a:lvl2pPr>
            <a:lvl3pPr marL="518373" indent="0">
              <a:buNone/>
              <a:defRPr sz="680"/>
            </a:lvl3pPr>
            <a:lvl4pPr marL="777560" indent="0">
              <a:buNone/>
              <a:defRPr sz="567"/>
            </a:lvl4pPr>
            <a:lvl5pPr marL="1036747" indent="0">
              <a:buNone/>
              <a:defRPr sz="567"/>
            </a:lvl5pPr>
            <a:lvl6pPr marL="1295933" indent="0">
              <a:buNone/>
              <a:defRPr sz="567"/>
            </a:lvl6pPr>
            <a:lvl7pPr marL="1555120" indent="0">
              <a:buNone/>
              <a:defRPr sz="567"/>
            </a:lvl7pPr>
            <a:lvl8pPr marL="1814307" indent="0">
              <a:buNone/>
              <a:defRPr sz="567"/>
            </a:lvl8pPr>
            <a:lvl9pPr marL="2073493" indent="0">
              <a:buNone/>
              <a:defRPr sz="567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61EC6-4F1A-A144-BC02-FF70272CC234}" type="datetimeFigureOut">
              <a:rPr lang="en-US" smtClean="0"/>
              <a:t>10/13/18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82991-B071-DF4C-881C-5AEE28A01E0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61EC6-4F1A-A144-BC02-FF70272CC234}" type="datetimeFigureOut">
              <a:rPr lang="en-US" smtClean="0"/>
              <a:t>10/13/18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82991-B071-DF4C-881C-5AEE28A01E0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5152" y="206989"/>
            <a:ext cx="3105046" cy="32947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015" y="206989"/>
            <a:ext cx="9135135" cy="329472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61EC6-4F1A-A144-BC02-FF70272CC234}" type="datetimeFigureOut">
              <a:rPr lang="en-US" smtClean="0"/>
              <a:t>10/13/18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82991-B071-DF4C-881C-5AEE28A01E0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0015" y="206989"/>
            <a:ext cx="12420184" cy="7514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015" y="1034943"/>
            <a:ext cx="12420184" cy="24667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015" y="3603404"/>
            <a:ext cx="3240048" cy="2069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361EC6-4F1A-A144-BC02-FF70272CC234}" type="datetimeFigureOut">
              <a:rPr lang="en-US" smtClean="0"/>
              <a:t>10/13/18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70071" y="3603404"/>
            <a:ext cx="4860072" cy="2069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70150" y="3603404"/>
            <a:ext cx="3240048" cy="2069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782991-B071-DF4C-881C-5AEE28A01E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49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518373" rtl="0" eaLnBrk="1" latinLnBrk="0" hangingPunct="1">
        <a:lnSpc>
          <a:spcPct val="90000"/>
        </a:lnSpc>
        <a:spcBef>
          <a:spcPct val="0"/>
        </a:spcBef>
        <a:buNone/>
        <a:defRPr sz="249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9593" indent="-129593" algn="l" defTabSz="518373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1587" kern="1200">
          <a:solidFill>
            <a:schemeClr val="tx1"/>
          </a:solidFill>
          <a:latin typeface="+mn-lt"/>
          <a:ea typeface="+mn-ea"/>
          <a:cs typeface="+mn-cs"/>
        </a:defRPr>
      </a:lvl1pPr>
      <a:lvl2pPr marL="388780" indent="-129593" algn="l" defTabSz="518373" rtl="0" eaLnBrk="1" latinLnBrk="0" hangingPunct="1">
        <a:lnSpc>
          <a:spcPct val="90000"/>
        </a:lnSpc>
        <a:spcBef>
          <a:spcPts val="283"/>
        </a:spcBef>
        <a:buFont typeface="Arial" panose="020B0604020202020204" pitchFamily="34" charset="0"/>
        <a:buChar char="•"/>
        <a:defRPr sz="1361" kern="1200">
          <a:solidFill>
            <a:schemeClr val="tx1"/>
          </a:solidFill>
          <a:latin typeface="+mn-lt"/>
          <a:ea typeface="+mn-ea"/>
          <a:cs typeface="+mn-cs"/>
        </a:defRPr>
      </a:lvl2pPr>
      <a:lvl3pPr marL="647967" indent="-129593" algn="l" defTabSz="518373" rtl="0" eaLnBrk="1" latinLnBrk="0" hangingPunct="1">
        <a:lnSpc>
          <a:spcPct val="90000"/>
        </a:lnSpc>
        <a:spcBef>
          <a:spcPts val="283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3pPr>
      <a:lvl4pPr marL="907153" indent="-129593" algn="l" defTabSz="518373" rtl="0" eaLnBrk="1" latinLnBrk="0" hangingPunct="1">
        <a:lnSpc>
          <a:spcPct val="90000"/>
        </a:lnSpc>
        <a:spcBef>
          <a:spcPts val="283"/>
        </a:spcBef>
        <a:buFont typeface="Arial" panose="020B0604020202020204" pitchFamily="34" charset="0"/>
        <a:buChar char="•"/>
        <a:defRPr sz="1020" kern="1200">
          <a:solidFill>
            <a:schemeClr val="tx1"/>
          </a:solidFill>
          <a:latin typeface="+mn-lt"/>
          <a:ea typeface="+mn-ea"/>
          <a:cs typeface="+mn-cs"/>
        </a:defRPr>
      </a:lvl4pPr>
      <a:lvl5pPr marL="1166340" indent="-129593" algn="l" defTabSz="518373" rtl="0" eaLnBrk="1" latinLnBrk="0" hangingPunct="1">
        <a:lnSpc>
          <a:spcPct val="90000"/>
        </a:lnSpc>
        <a:spcBef>
          <a:spcPts val="283"/>
        </a:spcBef>
        <a:buFont typeface="Arial" panose="020B0604020202020204" pitchFamily="34" charset="0"/>
        <a:buChar char="•"/>
        <a:defRPr sz="1020" kern="1200">
          <a:solidFill>
            <a:schemeClr val="tx1"/>
          </a:solidFill>
          <a:latin typeface="+mn-lt"/>
          <a:ea typeface="+mn-ea"/>
          <a:cs typeface="+mn-cs"/>
        </a:defRPr>
      </a:lvl5pPr>
      <a:lvl6pPr marL="1425527" indent="-129593" algn="l" defTabSz="518373" rtl="0" eaLnBrk="1" latinLnBrk="0" hangingPunct="1">
        <a:lnSpc>
          <a:spcPct val="90000"/>
        </a:lnSpc>
        <a:spcBef>
          <a:spcPts val="283"/>
        </a:spcBef>
        <a:buFont typeface="Arial" panose="020B0604020202020204" pitchFamily="34" charset="0"/>
        <a:buChar char="•"/>
        <a:defRPr sz="1020" kern="1200">
          <a:solidFill>
            <a:schemeClr val="tx1"/>
          </a:solidFill>
          <a:latin typeface="+mn-lt"/>
          <a:ea typeface="+mn-ea"/>
          <a:cs typeface="+mn-cs"/>
        </a:defRPr>
      </a:lvl6pPr>
      <a:lvl7pPr marL="1684713" indent="-129593" algn="l" defTabSz="518373" rtl="0" eaLnBrk="1" latinLnBrk="0" hangingPunct="1">
        <a:lnSpc>
          <a:spcPct val="90000"/>
        </a:lnSpc>
        <a:spcBef>
          <a:spcPts val="283"/>
        </a:spcBef>
        <a:buFont typeface="Arial" panose="020B0604020202020204" pitchFamily="34" charset="0"/>
        <a:buChar char="•"/>
        <a:defRPr sz="1020" kern="1200">
          <a:solidFill>
            <a:schemeClr val="tx1"/>
          </a:solidFill>
          <a:latin typeface="+mn-lt"/>
          <a:ea typeface="+mn-ea"/>
          <a:cs typeface="+mn-cs"/>
        </a:defRPr>
      </a:lvl7pPr>
      <a:lvl8pPr marL="1943900" indent="-129593" algn="l" defTabSz="518373" rtl="0" eaLnBrk="1" latinLnBrk="0" hangingPunct="1">
        <a:lnSpc>
          <a:spcPct val="90000"/>
        </a:lnSpc>
        <a:spcBef>
          <a:spcPts val="283"/>
        </a:spcBef>
        <a:buFont typeface="Arial" panose="020B0604020202020204" pitchFamily="34" charset="0"/>
        <a:buChar char="•"/>
        <a:defRPr sz="1020" kern="1200">
          <a:solidFill>
            <a:schemeClr val="tx1"/>
          </a:solidFill>
          <a:latin typeface="+mn-lt"/>
          <a:ea typeface="+mn-ea"/>
          <a:cs typeface="+mn-cs"/>
        </a:defRPr>
      </a:lvl8pPr>
      <a:lvl9pPr marL="2203087" indent="-129593" algn="l" defTabSz="518373" rtl="0" eaLnBrk="1" latinLnBrk="0" hangingPunct="1">
        <a:lnSpc>
          <a:spcPct val="90000"/>
        </a:lnSpc>
        <a:spcBef>
          <a:spcPts val="283"/>
        </a:spcBef>
        <a:buFont typeface="Arial" panose="020B0604020202020204" pitchFamily="34" charset="0"/>
        <a:buChar char="•"/>
        <a:defRPr sz="10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8373" rtl="0" eaLnBrk="1" latinLnBrk="0" hangingPunct="1">
        <a:defRPr sz="1020" kern="1200">
          <a:solidFill>
            <a:schemeClr val="tx1"/>
          </a:solidFill>
          <a:latin typeface="+mn-lt"/>
          <a:ea typeface="+mn-ea"/>
          <a:cs typeface="+mn-cs"/>
        </a:defRPr>
      </a:lvl1pPr>
      <a:lvl2pPr marL="259187" algn="l" defTabSz="518373" rtl="0" eaLnBrk="1" latinLnBrk="0" hangingPunct="1">
        <a:defRPr sz="1020" kern="1200">
          <a:solidFill>
            <a:schemeClr val="tx1"/>
          </a:solidFill>
          <a:latin typeface="+mn-lt"/>
          <a:ea typeface="+mn-ea"/>
          <a:cs typeface="+mn-cs"/>
        </a:defRPr>
      </a:lvl2pPr>
      <a:lvl3pPr marL="518373" algn="l" defTabSz="518373" rtl="0" eaLnBrk="1" latinLnBrk="0" hangingPunct="1">
        <a:defRPr sz="1020" kern="1200">
          <a:solidFill>
            <a:schemeClr val="tx1"/>
          </a:solidFill>
          <a:latin typeface="+mn-lt"/>
          <a:ea typeface="+mn-ea"/>
          <a:cs typeface="+mn-cs"/>
        </a:defRPr>
      </a:lvl3pPr>
      <a:lvl4pPr marL="777560" algn="l" defTabSz="518373" rtl="0" eaLnBrk="1" latinLnBrk="0" hangingPunct="1">
        <a:defRPr sz="1020" kern="1200">
          <a:solidFill>
            <a:schemeClr val="tx1"/>
          </a:solidFill>
          <a:latin typeface="+mn-lt"/>
          <a:ea typeface="+mn-ea"/>
          <a:cs typeface="+mn-cs"/>
        </a:defRPr>
      </a:lvl4pPr>
      <a:lvl5pPr marL="1036747" algn="l" defTabSz="518373" rtl="0" eaLnBrk="1" latinLnBrk="0" hangingPunct="1">
        <a:defRPr sz="1020" kern="1200">
          <a:solidFill>
            <a:schemeClr val="tx1"/>
          </a:solidFill>
          <a:latin typeface="+mn-lt"/>
          <a:ea typeface="+mn-ea"/>
          <a:cs typeface="+mn-cs"/>
        </a:defRPr>
      </a:lvl5pPr>
      <a:lvl6pPr marL="1295933" algn="l" defTabSz="518373" rtl="0" eaLnBrk="1" latinLnBrk="0" hangingPunct="1">
        <a:defRPr sz="1020" kern="1200">
          <a:solidFill>
            <a:schemeClr val="tx1"/>
          </a:solidFill>
          <a:latin typeface="+mn-lt"/>
          <a:ea typeface="+mn-ea"/>
          <a:cs typeface="+mn-cs"/>
        </a:defRPr>
      </a:lvl6pPr>
      <a:lvl7pPr marL="1555120" algn="l" defTabSz="518373" rtl="0" eaLnBrk="1" latinLnBrk="0" hangingPunct="1">
        <a:defRPr sz="1020" kern="1200">
          <a:solidFill>
            <a:schemeClr val="tx1"/>
          </a:solidFill>
          <a:latin typeface="+mn-lt"/>
          <a:ea typeface="+mn-ea"/>
          <a:cs typeface="+mn-cs"/>
        </a:defRPr>
      </a:lvl7pPr>
      <a:lvl8pPr marL="1814307" algn="l" defTabSz="518373" rtl="0" eaLnBrk="1" latinLnBrk="0" hangingPunct="1">
        <a:defRPr sz="1020" kern="1200">
          <a:solidFill>
            <a:schemeClr val="tx1"/>
          </a:solidFill>
          <a:latin typeface="+mn-lt"/>
          <a:ea typeface="+mn-ea"/>
          <a:cs typeface="+mn-cs"/>
        </a:defRPr>
      </a:lvl8pPr>
      <a:lvl9pPr marL="2073493" algn="l" defTabSz="518373" rtl="0" eaLnBrk="1" latinLnBrk="0" hangingPunct="1">
        <a:defRPr sz="10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2" name="Curved Connector 71"/>
          <p:cNvCxnSpPr>
            <a:stCxn id="10" idx="6"/>
            <a:endCxn id="70" idx="2"/>
          </p:cNvCxnSpPr>
          <p:nvPr/>
        </p:nvCxnSpPr>
        <p:spPr>
          <a:xfrm flipV="1">
            <a:off x="1322485" y="294032"/>
            <a:ext cx="951958" cy="1690561"/>
          </a:xfrm>
          <a:prstGeom prst="curvedConnector2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98" name="Table 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1661221"/>
              </p:ext>
            </p:extLst>
          </p:nvPr>
        </p:nvGraphicFramePr>
        <p:xfrm>
          <a:off x="1809692" y="849421"/>
          <a:ext cx="1614034" cy="95394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tableStyleId>{1FECB4D8-DB02-4DC6-A0A2-4F2EBAE1DC90}</a:tableStyleId>
              </a:tblPr>
              <a:tblGrid>
                <a:gridCol w="807017"/>
                <a:gridCol w="807017"/>
              </a:tblGrid>
              <a:tr h="31798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1798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798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352" y="21759"/>
            <a:ext cx="1266539" cy="272273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/>
              <a:t>Event stream</a:t>
            </a:r>
          </a:p>
        </p:txBody>
      </p:sp>
      <p:sp>
        <p:nvSpPr>
          <p:cNvPr id="8" name="Oval 7"/>
          <p:cNvSpPr/>
          <p:nvPr/>
        </p:nvSpPr>
        <p:spPr>
          <a:xfrm>
            <a:off x="967949" y="491526"/>
            <a:ext cx="360000" cy="360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9" name="Oval 8"/>
          <p:cNvSpPr/>
          <p:nvPr/>
        </p:nvSpPr>
        <p:spPr>
          <a:xfrm>
            <a:off x="962485" y="1176025"/>
            <a:ext cx="360000" cy="360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10" name="Oval 9"/>
          <p:cNvSpPr/>
          <p:nvPr/>
        </p:nvSpPr>
        <p:spPr>
          <a:xfrm>
            <a:off x="962485" y="1804593"/>
            <a:ext cx="360000" cy="360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/>
              <a:t>C</a:t>
            </a:r>
            <a:endParaRPr lang="en-US" dirty="0"/>
          </a:p>
        </p:txBody>
      </p:sp>
      <p:cxnSp>
        <p:nvCxnSpPr>
          <p:cNvPr id="15" name="Curved Connector 14"/>
          <p:cNvCxnSpPr>
            <a:endCxn id="8" idx="2"/>
          </p:cNvCxnSpPr>
          <p:nvPr/>
        </p:nvCxnSpPr>
        <p:spPr>
          <a:xfrm rot="16200000" flipH="1">
            <a:off x="577432" y="280998"/>
            <a:ext cx="342249" cy="438806"/>
          </a:xfrm>
          <a:prstGeom prst="curvedConnector2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Curved Connector 22"/>
          <p:cNvCxnSpPr>
            <a:endCxn id="10" idx="2"/>
          </p:cNvCxnSpPr>
          <p:nvPr/>
        </p:nvCxnSpPr>
        <p:spPr>
          <a:xfrm rot="16200000" flipH="1">
            <a:off x="-81844" y="940264"/>
            <a:ext cx="1655316" cy="433342"/>
          </a:xfrm>
          <a:prstGeom prst="curvedConnector2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37" name="Table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6657315"/>
              </p:ext>
            </p:extLst>
          </p:nvPr>
        </p:nvGraphicFramePr>
        <p:xfrm>
          <a:off x="1716630" y="747467"/>
          <a:ext cx="1614034" cy="95394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tableStyleId>{1FECB4D8-DB02-4DC6-A0A2-4F2EBAE1DC90}</a:tableStyleId>
              </a:tblPr>
              <a:tblGrid>
                <a:gridCol w="807017"/>
                <a:gridCol w="807017"/>
              </a:tblGrid>
              <a:tr h="31798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p-id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status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1798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No.1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safe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798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No.2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warning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41" name="Straight Arrow Connector 40"/>
          <p:cNvCxnSpPr>
            <a:stCxn id="8" idx="4"/>
            <a:endCxn id="9" idx="0"/>
          </p:cNvCxnSpPr>
          <p:nvPr/>
        </p:nvCxnSpPr>
        <p:spPr>
          <a:xfrm flipH="1">
            <a:off x="1142485" y="851538"/>
            <a:ext cx="5464" cy="324499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0" name="Curved Connector 99"/>
          <p:cNvCxnSpPr>
            <a:stCxn id="8" idx="0"/>
            <a:endCxn id="37" idx="0"/>
          </p:cNvCxnSpPr>
          <p:nvPr/>
        </p:nvCxnSpPr>
        <p:spPr>
          <a:xfrm rot="16200000" flipH="1">
            <a:off x="1707843" y="-68359"/>
            <a:ext cx="255929" cy="1375698"/>
          </a:xfrm>
          <a:prstGeom prst="curvedConnector3">
            <a:avLst>
              <a:gd name="adj1" fmla="val -21727"/>
            </a:avLst>
          </a:prstGeom>
          <a:ln w="28575">
            <a:solidFill>
              <a:srgbClr val="FF581B"/>
            </a:solidFill>
            <a:prstDash val="solid"/>
            <a:headEnd type="triangle" w="lg" len="lg"/>
            <a:tailEnd type="triangle" w="lg" len="lg"/>
          </a:ln>
          <a:effectLst>
            <a:softEdge rad="0"/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1" name="Curved Connector 100"/>
          <p:cNvCxnSpPr>
            <a:stCxn id="10" idx="4"/>
          </p:cNvCxnSpPr>
          <p:nvPr/>
        </p:nvCxnSpPr>
        <p:spPr>
          <a:xfrm rot="5400000" flipH="1" flipV="1">
            <a:off x="1486525" y="1254910"/>
            <a:ext cx="565654" cy="1253735"/>
          </a:xfrm>
          <a:prstGeom prst="curvedConnector3">
            <a:avLst>
              <a:gd name="adj1" fmla="val -40413"/>
            </a:avLst>
          </a:prstGeom>
          <a:ln w="28575">
            <a:solidFill>
              <a:srgbClr val="FF581B"/>
            </a:solidFill>
            <a:prstDash val="solid"/>
            <a:headEnd type="triangle" w="lg" len="lg"/>
            <a:tailEnd type="triangle" w="lg" len="lg"/>
          </a:ln>
          <a:effectLst>
            <a:softEdge rad="0"/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4" name="Curved Connector 103"/>
          <p:cNvCxnSpPr>
            <a:stCxn id="9" idx="4"/>
          </p:cNvCxnSpPr>
          <p:nvPr/>
        </p:nvCxnSpPr>
        <p:spPr>
          <a:xfrm rot="16200000" flipH="1">
            <a:off x="1597974" y="1080547"/>
            <a:ext cx="125830" cy="1036809"/>
          </a:xfrm>
          <a:prstGeom prst="curvedConnector3">
            <a:avLst>
              <a:gd name="adj1" fmla="val 281674"/>
            </a:avLst>
          </a:prstGeom>
          <a:ln w="28575">
            <a:solidFill>
              <a:srgbClr val="FF581B"/>
            </a:solidFill>
            <a:prstDash val="solid"/>
            <a:headEnd type="triangle" w="lg" len="lg"/>
            <a:tailEnd type="triangle" w="lg" len="lg"/>
          </a:ln>
          <a:effectLst>
            <a:softEdge rad="0"/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111" name="Table 1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786213"/>
              </p:ext>
            </p:extLst>
          </p:nvPr>
        </p:nvGraphicFramePr>
        <p:xfrm>
          <a:off x="27907" y="2790508"/>
          <a:ext cx="3563569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63569"/>
              </a:tblGrid>
              <a:tr h="0">
                <a:tc>
                  <a:txBody>
                    <a:bodyPr/>
                    <a:lstStyle/>
                    <a:p>
                      <a:r>
                        <a:rPr lang="en-US" sz="1800" b="1" dirty="0" smtClean="0">
                          <a:solidFill>
                            <a:schemeClr val="tx1"/>
                          </a:solidFill>
                        </a:rPr>
                        <a:t>(a) </a:t>
                      </a:r>
                      <a:r>
                        <a:rPr lang="en-US" sz="1800" b="1" dirty="0" smtClean="0">
                          <a:solidFill>
                            <a:schemeClr val="tx1"/>
                          </a:solidFill>
                        </a:rPr>
                        <a:t>Hospital Infection Control</a:t>
                      </a:r>
                      <a:endParaRPr 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(A) : sanitize monitoring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(B) : status update in</a:t>
                      </a:r>
                      <a:r>
                        <a:rPr lang="en-US" sz="1800" baseline="0" dirty="0" smtClean="0">
                          <a:solidFill>
                            <a:schemeClr val="tx1"/>
                          </a:solidFill>
                        </a:rPr>
                        <a:t> missing sanitize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de-DE" sz="1800" baseline="0" dirty="0" smtClean="0">
                          <a:solidFill>
                            <a:schemeClr val="tx1"/>
                          </a:solidFill>
                        </a:rPr>
                        <a:t>(C)</a:t>
                      </a:r>
                      <a:r>
                        <a:rPr lang="en-US" sz="180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: wearing mask monitoring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  <p:sp>
        <p:nvSpPr>
          <p:cNvPr id="112" name="TextBox 111"/>
          <p:cNvSpPr txBox="1"/>
          <p:nvPr/>
        </p:nvSpPr>
        <p:spPr>
          <a:xfrm>
            <a:off x="2043070" y="1879292"/>
            <a:ext cx="1293618" cy="272273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pPr algn="ctr"/>
            <a:r>
              <a:rPr lang="en-US" smtClean="0"/>
              <a:t>Status Table</a:t>
            </a:r>
            <a:endParaRPr lang="en-US" dirty="0"/>
          </a:p>
        </p:txBody>
      </p:sp>
      <p:graphicFrame>
        <p:nvGraphicFramePr>
          <p:cNvPr id="136" name="Table 1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236990"/>
              </p:ext>
            </p:extLst>
          </p:nvPr>
        </p:nvGraphicFramePr>
        <p:xfrm>
          <a:off x="5248395" y="849421"/>
          <a:ext cx="1794312" cy="95394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tableStyleId>{1FECB4D8-DB02-4DC6-A0A2-4F2EBAE1DC90}</a:tableStyleId>
              </a:tblPr>
              <a:tblGrid>
                <a:gridCol w="897156"/>
                <a:gridCol w="897156"/>
              </a:tblGrid>
              <a:tr h="31798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1798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798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3621866" y="26210"/>
            <a:ext cx="1266539" cy="272273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/>
              <a:t>Sensor Input</a:t>
            </a:r>
          </a:p>
        </p:txBody>
      </p:sp>
      <p:sp>
        <p:nvSpPr>
          <p:cNvPr id="138" name="Oval 137"/>
          <p:cNvSpPr/>
          <p:nvPr/>
        </p:nvSpPr>
        <p:spPr>
          <a:xfrm>
            <a:off x="4619694" y="484998"/>
            <a:ext cx="360000" cy="360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139" name="Oval 138"/>
          <p:cNvSpPr/>
          <p:nvPr/>
        </p:nvSpPr>
        <p:spPr>
          <a:xfrm>
            <a:off x="4614230" y="1169497"/>
            <a:ext cx="360000" cy="360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/>
              <a:t>B</a:t>
            </a:r>
          </a:p>
        </p:txBody>
      </p:sp>
      <p:cxnSp>
        <p:nvCxnSpPr>
          <p:cNvPr id="141" name="Curved Connector 140"/>
          <p:cNvCxnSpPr>
            <a:stCxn id="137" idx="2"/>
            <a:endCxn id="138" idx="2"/>
          </p:cNvCxnSpPr>
          <p:nvPr/>
        </p:nvCxnSpPr>
        <p:spPr>
          <a:xfrm rot="16200000" flipH="1">
            <a:off x="4254158" y="299461"/>
            <a:ext cx="366523" cy="364567"/>
          </a:xfrm>
          <a:prstGeom prst="curvedConnector2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144" name="Table 1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5114299"/>
              </p:ext>
            </p:extLst>
          </p:nvPr>
        </p:nvGraphicFramePr>
        <p:xfrm>
          <a:off x="5174863" y="783852"/>
          <a:ext cx="1791386" cy="95394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tableStyleId>{1FECB4D8-DB02-4DC6-A0A2-4F2EBAE1DC90}</a:tableStyleId>
              </a:tblPr>
              <a:tblGrid>
                <a:gridCol w="745374"/>
                <a:gridCol w="1046012"/>
              </a:tblGrid>
              <a:tr h="31798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m-id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spec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1798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M1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Celsius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798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M2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Fahrenheit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148" name="Curved Connector 147"/>
          <p:cNvCxnSpPr>
            <a:stCxn id="138" idx="7"/>
            <a:endCxn id="144" idx="0"/>
          </p:cNvCxnSpPr>
          <p:nvPr/>
        </p:nvCxnSpPr>
        <p:spPr>
          <a:xfrm rot="16200000" flipH="1">
            <a:off x="5375697" y="88994"/>
            <a:ext cx="246133" cy="1143583"/>
          </a:xfrm>
          <a:prstGeom prst="curvedConnector3">
            <a:avLst>
              <a:gd name="adj1" fmla="val -39995"/>
            </a:avLst>
          </a:prstGeom>
          <a:ln w="28575">
            <a:solidFill>
              <a:srgbClr val="FF581B"/>
            </a:solidFill>
            <a:prstDash val="solid"/>
            <a:headEnd type="triangle" w="lg" len="lg"/>
            <a:tailEnd type="triangle" w="lg" len="lg"/>
          </a:ln>
          <a:effectLst>
            <a:softEdge rad="0"/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0" name="Curved Connector 149"/>
          <p:cNvCxnSpPr>
            <a:stCxn id="139" idx="4"/>
            <a:endCxn id="144" idx="2"/>
          </p:cNvCxnSpPr>
          <p:nvPr/>
        </p:nvCxnSpPr>
        <p:spPr>
          <a:xfrm rot="16200000" flipH="1">
            <a:off x="5328261" y="995477"/>
            <a:ext cx="208287" cy="1276326"/>
          </a:xfrm>
          <a:prstGeom prst="curvedConnector3">
            <a:avLst>
              <a:gd name="adj1" fmla="val 156893"/>
            </a:avLst>
          </a:prstGeom>
          <a:ln w="28575">
            <a:solidFill>
              <a:srgbClr val="FF581B"/>
            </a:solidFill>
            <a:prstDash val="solid"/>
            <a:headEnd type="triangle" w="lg" len="lg"/>
            <a:tailEnd type="triangle" w="lg" len="lg"/>
          </a:ln>
          <a:effectLst>
            <a:softEdge rad="0"/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151" name="Table 1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19570"/>
              </p:ext>
            </p:extLst>
          </p:nvPr>
        </p:nvGraphicFramePr>
        <p:xfrm>
          <a:off x="3693237" y="2788287"/>
          <a:ext cx="3424787" cy="822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24787"/>
              </a:tblGrid>
              <a:tr h="0">
                <a:tc>
                  <a:txBody>
                    <a:bodyPr/>
                    <a:lstStyle/>
                    <a:p>
                      <a:r>
                        <a:rPr lang="en-US" sz="1800" b="1" dirty="0" smtClean="0">
                          <a:solidFill>
                            <a:schemeClr val="tx1"/>
                          </a:solidFill>
                        </a:rPr>
                        <a:t>(b) </a:t>
                      </a:r>
                      <a:r>
                        <a:rPr lang="en-US" sz="1800" b="1" dirty="0" smtClean="0">
                          <a:solidFill>
                            <a:schemeClr val="tx1"/>
                          </a:solidFill>
                        </a:rPr>
                        <a:t>Sensor Monitoring</a:t>
                      </a:r>
                      <a:endParaRPr 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(A) : streaming join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(B) : upgrade specification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2" name="TextBox 151"/>
          <p:cNvSpPr txBox="1"/>
          <p:nvPr/>
        </p:nvSpPr>
        <p:spPr>
          <a:xfrm>
            <a:off x="5575720" y="1879292"/>
            <a:ext cx="1293618" cy="272273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/>
              <a:t>Spec Table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3617921" y="1968950"/>
            <a:ext cx="1352086" cy="272273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pPr algn="ctr"/>
            <a:r>
              <a:rPr lang="en-US"/>
              <a:t>User requests</a:t>
            </a:r>
            <a:endParaRPr lang="en-US" dirty="0"/>
          </a:p>
        </p:txBody>
      </p:sp>
      <p:cxnSp>
        <p:nvCxnSpPr>
          <p:cNvPr id="158" name="Curved Connector 157"/>
          <p:cNvCxnSpPr>
            <a:stCxn id="153" idx="0"/>
            <a:endCxn id="139" idx="2"/>
          </p:cNvCxnSpPr>
          <p:nvPr/>
        </p:nvCxnSpPr>
        <p:spPr>
          <a:xfrm rot="5400000" flipH="1" flipV="1">
            <a:off x="4144376" y="1499085"/>
            <a:ext cx="619442" cy="320266"/>
          </a:xfrm>
          <a:prstGeom prst="curvedConnector2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1" name="TextBox 170"/>
          <p:cNvSpPr txBox="1"/>
          <p:nvPr/>
        </p:nvSpPr>
        <p:spPr>
          <a:xfrm>
            <a:off x="7161419" y="30840"/>
            <a:ext cx="1266539" cy="272273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/>
              <a:t>Votes stream</a:t>
            </a:r>
          </a:p>
        </p:txBody>
      </p:sp>
      <p:sp>
        <p:nvSpPr>
          <p:cNvPr id="172" name="Oval 171"/>
          <p:cNvSpPr/>
          <p:nvPr/>
        </p:nvSpPr>
        <p:spPr>
          <a:xfrm>
            <a:off x="8242229" y="465736"/>
            <a:ext cx="360000" cy="360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173" name="Oval 172"/>
          <p:cNvSpPr/>
          <p:nvPr/>
        </p:nvSpPr>
        <p:spPr>
          <a:xfrm>
            <a:off x="10076553" y="472247"/>
            <a:ext cx="360000" cy="360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/>
              <a:t>B</a:t>
            </a:r>
          </a:p>
        </p:txBody>
      </p:sp>
      <p:cxnSp>
        <p:nvCxnSpPr>
          <p:cNvPr id="174" name="Curved Connector 173"/>
          <p:cNvCxnSpPr/>
          <p:nvPr/>
        </p:nvCxnSpPr>
        <p:spPr>
          <a:xfrm rot="16200000" flipH="1">
            <a:off x="7864235" y="267751"/>
            <a:ext cx="308436" cy="447549"/>
          </a:xfrm>
          <a:prstGeom prst="curvedConnector2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6" name="Straight Arrow Connector 175"/>
          <p:cNvCxnSpPr>
            <a:stCxn id="172" idx="6"/>
            <a:endCxn id="173" idx="2"/>
          </p:cNvCxnSpPr>
          <p:nvPr/>
        </p:nvCxnSpPr>
        <p:spPr>
          <a:xfrm>
            <a:off x="8602229" y="645738"/>
            <a:ext cx="1474324" cy="651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179" name="Table 1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1041257"/>
              </p:ext>
            </p:extLst>
          </p:nvPr>
        </p:nvGraphicFramePr>
        <p:xfrm>
          <a:off x="7314266" y="2784242"/>
          <a:ext cx="3639522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39522"/>
              </a:tblGrid>
              <a:tr h="0">
                <a:tc>
                  <a:txBody>
                    <a:bodyPr/>
                    <a:lstStyle/>
                    <a:p>
                      <a:r>
                        <a:rPr lang="en-US" sz="1800" b="1" smtClean="0">
                          <a:solidFill>
                            <a:schemeClr val="tx1"/>
                          </a:solidFill>
                        </a:rPr>
                        <a:t>(c) </a:t>
                      </a:r>
                      <a:r>
                        <a:rPr lang="en-US" sz="1800" b="1" dirty="0" smtClean="0">
                          <a:solidFill>
                            <a:schemeClr val="tx1"/>
                          </a:solidFill>
                        </a:rPr>
                        <a:t>Leaderboard Maintenance</a:t>
                      </a:r>
                      <a:endParaRPr 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(A)</a:t>
                      </a:r>
                      <a:r>
                        <a:rPr lang="en-US" sz="180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: validate &amp; record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(B)</a:t>
                      </a:r>
                      <a:r>
                        <a:rPr lang="en-US" sz="180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: update leaderboard</a:t>
                      </a:r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(C)</a:t>
                      </a:r>
                      <a:r>
                        <a:rPr lang="en-US" sz="180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: remove lowest votes candidate</a:t>
                      </a:r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3" name="Oval 182"/>
          <p:cNvSpPr/>
          <p:nvPr/>
        </p:nvSpPr>
        <p:spPr>
          <a:xfrm>
            <a:off x="11730420" y="472247"/>
            <a:ext cx="360000" cy="360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/>
              <a:t>C</a:t>
            </a:r>
          </a:p>
        </p:txBody>
      </p:sp>
      <p:cxnSp>
        <p:nvCxnSpPr>
          <p:cNvPr id="184" name="Straight Arrow Connector 183"/>
          <p:cNvCxnSpPr>
            <a:stCxn id="173" idx="6"/>
            <a:endCxn id="183" idx="2"/>
          </p:cNvCxnSpPr>
          <p:nvPr/>
        </p:nvCxnSpPr>
        <p:spPr>
          <a:xfrm>
            <a:off x="10436555" y="652247"/>
            <a:ext cx="1293867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189" name="Table 18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3424246"/>
              </p:ext>
            </p:extLst>
          </p:nvPr>
        </p:nvGraphicFramePr>
        <p:xfrm>
          <a:off x="7314266" y="1369248"/>
          <a:ext cx="2985196" cy="95394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tableStyleId>{1FECB4D8-DB02-4DC6-A0A2-4F2EBAE1DC90}</a:tableStyleId>
              </a:tblPr>
              <a:tblGrid>
                <a:gridCol w="404903"/>
                <a:gridCol w="524079"/>
                <a:gridCol w="709683"/>
                <a:gridCol w="630284"/>
                <a:gridCol w="716247"/>
              </a:tblGrid>
              <a:tr h="31798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v-id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c-id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phone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state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time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1798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c11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08xxx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UA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20:09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798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c2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sz="18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9xxx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NW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20:12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0" name="TextBox 189"/>
          <p:cNvSpPr txBox="1"/>
          <p:nvPr/>
        </p:nvSpPr>
        <p:spPr>
          <a:xfrm>
            <a:off x="8160055" y="2400874"/>
            <a:ext cx="1293618" cy="272273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/>
              <a:t>Votes Table</a:t>
            </a:r>
          </a:p>
        </p:txBody>
      </p:sp>
      <p:graphicFrame>
        <p:nvGraphicFramePr>
          <p:cNvPr id="191" name="Table 19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860124"/>
              </p:ext>
            </p:extLst>
          </p:nvPr>
        </p:nvGraphicFramePr>
        <p:xfrm>
          <a:off x="10498959" y="1356026"/>
          <a:ext cx="1482044" cy="95394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tableStyleId>{1FECB4D8-DB02-4DC6-A0A2-4F2EBAE1DC90}</a:tableStyleId>
              </a:tblPr>
              <a:tblGrid>
                <a:gridCol w="357835"/>
                <a:gridCol w="1124209"/>
              </a:tblGrid>
              <a:tr h="31798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c-id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 smtClean="0">
                          <a:solidFill>
                            <a:schemeClr val="tx1"/>
                          </a:solidFill>
                        </a:rPr>
                        <a:t>num_votes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1798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c9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4223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798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c2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2116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2" name="TextBox 191"/>
          <p:cNvSpPr txBox="1"/>
          <p:nvPr/>
        </p:nvSpPr>
        <p:spPr>
          <a:xfrm>
            <a:off x="10443759" y="2421065"/>
            <a:ext cx="1592447" cy="272273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/>
              <a:t>Leaderboard Table</a:t>
            </a:r>
          </a:p>
        </p:txBody>
      </p:sp>
      <p:graphicFrame>
        <p:nvGraphicFramePr>
          <p:cNvPr id="193" name="Table 19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768623"/>
              </p:ext>
            </p:extLst>
          </p:nvPr>
        </p:nvGraphicFramePr>
        <p:xfrm>
          <a:off x="12180502" y="1343306"/>
          <a:ext cx="1387831" cy="95394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tableStyleId>{1FECB4D8-DB02-4DC6-A0A2-4F2EBAE1DC90}</a:tableStyleId>
              </a:tblPr>
              <a:tblGrid>
                <a:gridCol w="577211"/>
                <a:gridCol w="810620"/>
              </a:tblGrid>
              <a:tr h="31798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c-id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 smtClean="0">
                          <a:solidFill>
                            <a:schemeClr val="tx1"/>
                          </a:solidFill>
                        </a:rPr>
                        <a:t>c_name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1798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c9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Tom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798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c2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Jerry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4" name="TextBox 193"/>
          <p:cNvSpPr txBox="1"/>
          <p:nvPr/>
        </p:nvSpPr>
        <p:spPr>
          <a:xfrm>
            <a:off x="12080751" y="2421065"/>
            <a:ext cx="1587328" cy="272273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/>
              <a:t>Contestants Table</a:t>
            </a:r>
          </a:p>
        </p:txBody>
      </p:sp>
      <p:cxnSp>
        <p:nvCxnSpPr>
          <p:cNvPr id="202" name="Curved Connector 201"/>
          <p:cNvCxnSpPr/>
          <p:nvPr/>
        </p:nvCxnSpPr>
        <p:spPr>
          <a:xfrm rot="10800000" flipV="1">
            <a:off x="7926740" y="794344"/>
            <a:ext cx="394086" cy="606030"/>
          </a:xfrm>
          <a:prstGeom prst="curvedConnector2">
            <a:avLst/>
          </a:prstGeom>
          <a:ln w="28575">
            <a:solidFill>
              <a:srgbClr val="FF581B"/>
            </a:solidFill>
            <a:prstDash val="solid"/>
            <a:headEnd type="triangle" w="lg" len="lg"/>
            <a:tailEnd type="triangle" w="lg" len="lg"/>
          </a:ln>
          <a:effectLst>
            <a:softEdge rad="0"/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3" name="Curved Connector 212"/>
          <p:cNvCxnSpPr>
            <a:stCxn id="172" idx="5"/>
          </p:cNvCxnSpPr>
          <p:nvPr/>
        </p:nvCxnSpPr>
        <p:spPr>
          <a:xfrm rot="16200000" flipH="1">
            <a:off x="10285471" y="-962949"/>
            <a:ext cx="579148" cy="4051075"/>
          </a:xfrm>
          <a:prstGeom prst="curvedConnector3">
            <a:avLst>
              <a:gd name="adj1" fmla="val 50000"/>
            </a:avLst>
          </a:prstGeom>
          <a:ln w="28575">
            <a:solidFill>
              <a:srgbClr val="FF581B"/>
            </a:solidFill>
            <a:prstDash val="solid"/>
            <a:headEnd type="triangle" w="lg" len="lg"/>
            <a:tailEnd type="triangle" w="lg" len="lg"/>
          </a:ln>
          <a:effectLst>
            <a:softEdge rad="0"/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1" name="Curved Connector 240"/>
          <p:cNvCxnSpPr/>
          <p:nvPr/>
        </p:nvCxnSpPr>
        <p:spPr>
          <a:xfrm>
            <a:off x="12061726" y="741343"/>
            <a:ext cx="1071126" cy="604821"/>
          </a:xfrm>
          <a:prstGeom prst="curvedConnector2">
            <a:avLst/>
          </a:prstGeom>
          <a:ln w="28575">
            <a:solidFill>
              <a:srgbClr val="FF581B"/>
            </a:solidFill>
            <a:prstDash val="solid"/>
            <a:headEnd type="triangle" w="lg" len="lg"/>
            <a:tailEnd type="triangle" w="lg" len="lg"/>
          </a:ln>
          <a:effectLst>
            <a:softEdge rad="0"/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2" name="Curved Connector 251"/>
          <p:cNvCxnSpPr>
            <a:stCxn id="183" idx="3"/>
          </p:cNvCxnSpPr>
          <p:nvPr/>
        </p:nvCxnSpPr>
        <p:spPr>
          <a:xfrm rot="5400000">
            <a:off x="10203373" y="-207608"/>
            <a:ext cx="592634" cy="2566903"/>
          </a:xfrm>
          <a:prstGeom prst="curvedConnector3">
            <a:avLst>
              <a:gd name="adj1" fmla="val 50000"/>
            </a:avLst>
          </a:prstGeom>
          <a:ln w="28575">
            <a:solidFill>
              <a:srgbClr val="FF581B"/>
            </a:solidFill>
            <a:prstDash val="solid"/>
            <a:headEnd type="triangle" w="lg" len="lg"/>
            <a:tailEnd type="triangle" w="lg" len="lg"/>
          </a:ln>
          <a:effectLst>
            <a:softEdge rad="0"/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4" name="TextBox 283"/>
          <p:cNvSpPr txBox="1"/>
          <p:nvPr/>
        </p:nvSpPr>
        <p:spPr>
          <a:xfrm>
            <a:off x="11838632" y="25054"/>
            <a:ext cx="1266539" cy="272273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dirty="0"/>
              <a:t>Output </a:t>
            </a:r>
            <a:r>
              <a:rPr lang="en-US" dirty="0"/>
              <a:t>stream</a:t>
            </a:r>
          </a:p>
        </p:txBody>
      </p:sp>
      <p:cxnSp>
        <p:nvCxnSpPr>
          <p:cNvPr id="286" name="Curved Connector 285"/>
          <p:cNvCxnSpPr>
            <a:stCxn id="183" idx="6"/>
            <a:endCxn id="284" idx="2"/>
          </p:cNvCxnSpPr>
          <p:nvPr/>
        </p:nvCxnSpPr>
        <p:spPr>
          <a:xfrm flipV="1">
            <a:off x="12090420" y="297325"/>
            <a:ext cx="381480" cy="354922"/>
          </a:xfrm>
          <a:prstGeom prst="curvedConnector2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11625851" y="3108690"/>
            <a:ext cx="2724521" cy="739448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8" name="Straight Arrow Connector 57"/>
          <p:cNvCxnSpPr/>
          <p:nvPr/>
        </p:nvCxnSpPr>
        <p:spPr>
          <a:xfrm>
            <a:off x="11708779" y="3315156"/>
            <a:ext cx="540000" cy="0"/>
          </a:xfrm>
          <a:prstGeom prst="straightConnector1">
            <a:avLst/>
          </a:prstGeom>
          <a:ln w="412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>
            <a:off x="11731243" y="3652080"/>
            <a:ext cx="540000" cy="0"/>
          </a:xfrm>
          <a:prstGeom prst="straightConnector1">
            <a:avLst/>
          </a:prstGeom>
          <a:ln w="41275">
            <a:solidFill>
              <a:srgbClr val="FF581B"/>
            </a:solidFill>
            <a:prstDash val="solid"/>
            <a:headEnd type="triangl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2353464" y="3108690"/>
            <a:ext cx="1899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Stream Data Flow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353464" y="3464985"/>
            <a:ext cx="2073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Shared </a:t>
            </a:r>
            <a:r>
              <a:rPr lang="en-US" sz="1800"/>
              <a:t>State Access</a:t>
            </a:r>
            <a:endParaRPr lang="en-US" sz="1800" dirty="0"/>
          </a:p>
        </p:txBody>
      </p:sp>
      <p:sp>
        <p:nvSpPr>
          <p:cNvPr id="70" name="TextBox 69"/>
          <p:cNvSpPr txBox="1"/>
          <p:nvPr/>
        </p:nvSpPr>
        <p:spPr>
          <a:xfrm>
            <a:off x="1731714" y="21759"/>
            <a:ext cx="1085458" cy="272273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 smtClean="0"/>
              <a:t>Notifications</a:t>
            </a:r>
            <a:endParaRPr lang="en-US" dirty="0"/>
          </a:p>
        </p:txBody>
      </p:sp>
      <p:cxnSp>
        <p:nvCxnSpPr>
          <p:cNvPr id="71" name="Curved Connector 70"/>
          <p:cNvCxnSpPr>
            <a:stCxn id="8" idx="6"/>
          </p:cNvCxnSpPr>
          <p:nvPr/>
        </p:nvCxnSpPr>
        <p:spPr>
          <a:xfrm flipV="1">
            <a:off x="1327949" y="287383"/>
            <a:ext cx="481743" cy="384143"/>
          </a:xfrm>
          <a:prstGeom prst="curvedConnector2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5156476" y="23249"/>
            <a:ext cx="1344157" cy="272273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 smtClean="0"/>
              <a:t>Status report</a:t>
            </a:r>
            <a:endParaRPr lang="en-US" dirty="0"/>
          </a:p>
        </p:txBody>
      </p:sp>
      <p:cxnSp>
        <p:nvCxnSpPr>
          <p:cNvPr id="80" name="Curved Connector 79"/>
          <p:cNvCxnSpPr>
            <a:stCxn id="138" idx="6"/>
            <a:endCxn id="79" idx="2"/>
          </p:cNvCxnSpPr>
          <p:nvPr/>
        </p:nvCxnSpPr>
        <p:spPr>
          <a:xfrm flipV="1">
            <a:off x="4979694" y="295522"/>
            <a:ext cx="848861" cy="369476"/>
          </a:xfrm>
          <a:prstGeom prst="curvedConnector2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183" idx="4"/>
          </p:cNvCxnSpPr>
          <p:nvPr/>
        </p:nvCxnSpPr>
        <p:spPr>
          <a:xfrm flipH="1">
            <a:off x="11665663" y="832247"/>
            <a:ext cx="244757" cy="523778"/>
          </a:xfrm>
          <a:prstGeom prst="straightConnector1">
            <a:avLst/>
          </a:prstGeom>
          <a:ln w="28575">
            <a:solidFill>
              <a:srgbClr val="FF581B"/>
            </a:solidFill>
            <a:prstDash val="solid"/>
            <a:headEnd type="triangle" w="lg" len="lg"/>
            <a:tailEnd type="triangle" w="lg" len="lg"/>
          </a:ln>
          <a:effectLst>
            <a:softEdge rad="0"/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>
            <a:stCxn id="173" idx="4"/>
          </p:cNvCxnSpPr>
          <p:nvPr/>
        </p:nvCxnSpPr>
        <p:spPr>
          <a:xfrm>
            <a:off x="10256553" y="832247"/>
            <a:ext cx="534447" cy="508550"/>
          </a:xfrm>
          <a:prstGeom prst="straightConnector1">
            <a:avLst/>
          </a:prstGeom>
          <a:ln w="28575">
            <a:solidFill>
              <a:srgbClr val="FF581B"/>
            </a:solidFill>
            <a:prstDash val="solid"/>
            <a:headEnd type="triangle" w="lg" len="lg"/>
            <a:tailEnd type="triangle" w="lg" len="lg"/>
          </a:ln>
          <a:effectLst>
            <a:softEdge rad="0"/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20344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257</TotalTime>
  <Words>147</Words>
  <Application>Microsoft Macintosh PowerPoint</Application>
  <PresentationFormat>Custom</PresentationFormat>
  <Paragraphs>72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Calibri</vt:lpstr>
      <vt:lpstr>Calibri Light</vt:lpstr>
      <vt:lpstr>等线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15.0041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108</cp:revision>
  <cp:lastPrinted>2018-10-03T13:43:46Z</cp:lastPrinted>
  <dcterms:created xsi:type="dcterms:W3CDTF">2018-10-03T08:39:01Z</dcterms:created>
  <dcterms:modified xsi:type="dcterms:W3CDTF">2018-10-13T04:51:44Z</dcterms:modified>
</cp:coreProperties>
</file>