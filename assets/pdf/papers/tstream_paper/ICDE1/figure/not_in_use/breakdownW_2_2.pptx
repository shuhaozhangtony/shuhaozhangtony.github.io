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0799763" cy="4319588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6"/>
    <p:restoredTop sz="94647"/>
  </p:normalViewPr>
  <p:slideViewPr>
    <p:cSldViewPr snapToGrid="0" snapToObjects="1">
      <p:cViewPr>
        <p:scale>
          <a:sx n="98" d="100"/>
          <a:sy n="98" d="100"/>
        </p:scale>
        <p:origin x="2544" y="2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4" Type="http://schemas.openxmlformats.org/officeDocument/2006/relationships/oleObject" Target="file:////Users/shuhaozhang/myworkingonpapers/tsp_experiments/experiments/MB.xlsx" TargetMode="External"/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6"/>
          <c:order val="0"/>
          <c:tx>
            <c:strRef>
              <c:f>'Write_only (rtm)'!$H$17</c:f>
              <c:strCache>
                <c:ptCount val="1"/>
                <c:pt idx="0">
                  <c:v>Manager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(rtm)'!$O$16:$R$16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(rtm)'!$O$17:$R$17</c:f>
              <c:numCache>
                <c:formatCode>0%</c:formatCode>
                <c:ptCount val="4"/>
                <c:pt idx="0">
                  <c:v>0.527320270206152</c:v>
                </c:pt>
                <c:pt idx="1">
                  <c:v>0.36646324753451</c:v>
                </c:pt>
                <c:pt idx="2">
                  <c:v>0.225413697730268</c:v>
                </c:pt>
                <c:pt idx="3">
                  <c:v>0.0849969872419326</c:v>
                </c:pt>
              </c:numCache>
            </c:numRef>
          </c:val>
        </c:ser>
        <c:ser>
          <c:idx val="3"/>
          <c:order val="1"/>
          <c:tx>
            <c:strRef>
              <c:f>'Write_only (rtm)'!$H$18</c:f>
              <c:strCache>
                <c:ptCount val="1"/>
                <c:pt idx="0">
                  <c:v>Wait</c:v>
                </c:pt>
              </c:strCache>
            </c:strRef>
          </c:tx>
          <c:spPr>
            <a:pattFill prst="wdUpDiag">
              <a:fgClr>
                <a:srgbClr val="4472C4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(rtm)'!$O$16:$R$16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(rtm)'!$O$18:$R$18</c:f>
              <c:numCache>
                <c:formatCode>0%</c:formatCode>
                <c:ptCount val="4"/>
                <c:pt idx="0">
                  <c:v>0.0</c:v>
                </c:pt>
                <c:pt idx="1">
                  <c:v>0.564964699412628</c:v>
                </c:pt>
                <c:pt idx="2">
                  <c:v>0.751688034178987</c:v>
                </c:pt>
                <c:pt idx="3">
                  <c:v>0.860785730189216</c:v>
                </c:pt>
              </c:numCache>
            </c:numRef>
          </c:val>
        </c:ser>
        <c:ser>
          <c:idx val="2"/>
          <c:order val="2"/>
          <c:tx>
            <c:strRef>
              <c:f>'Write_only (rtm)'!$H$19</c:f>
              <c:strCache>
                <c:ptCount val="1"/>
                <c:pt idx="0">
                  <c:v>Index</c:v>
                </c:pt>
              </c:strCache>
            </c:strRef>
          </c:tx>
          <c:spPr>
            <a:pattFill prst="dkVert">
              <a:fgClr>
                <a:srgbClr val="00B05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(rtm)'!$O$16:$R$16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(rtm)'!$O$19:$R$19</c:f>
              <c:numCache>
                <c:formatCode>0%</c:formatCode>
                <c:ptCount val="4"/>
                <c:pt idx="0">
                  <c:v>0.0199375453641437</c:v>
                </c:pt>
                <c:pt idx="1">
                  <c:v>0.00379225545741683</c:v>
                </c:pt>
                <c:pt idx="2">
                  <c:v>0.00147720210689758</c:v>
                </c:pt>
                <c:pt idx="3">
                  <c:v>0.0250840860841932</c:v>
                </c:pt>
              </c:numCache>
            </c:numRef>
          </c:val>
        </c:ser>
        <c:ser>
          <c:idx val="4"/>
          <c:order val="3"/>
          <c:tx>
            <c:strRef>
              <c:f>'Write_only (rtm)'!$H$20</c:f>
              <c:strCache>
                <c:ptCount val="1"/>
                <c:pt idx="0">
                  <c:v>Ts Alloc.</c:v>
                </c:pt>
              </c:strCache>
            </c:strRef>
          </c:tx>
          <c:spPr>
            <a:solidFill>
              <a:srgbClr val="ED7D31">
                <a:lumMod val="75000"/>
              </a:srgbClr>
            </a:solid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(rtm)'!$O$16:$R$16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(rtm)'!$O$20:$R$20</c:f>
              <c:numCache>
                <c:formatCode>0%</c:formatCode>
                <c:ptCount val="4"/>
                <c:pt idx="0">
                  <c:v>0.00759589821496392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4"/>
          <c:tx>
            <c:strRef>
              <c:f>'Write_only (rtm)'!$H$21</c:f>
              <c:strCache>
                <c:ptCount val="1"/>
                <c:pt idx="0">
                  <c:v>Abort</c:v>
                </c:pt>
              </c:strCache>
            </c:strRef>
          </c:tx>
          <c:spPr>
            <a:pattFill prst="wdDnDiag">
              <a:fgClr>
                <a:srgbClr val="FFC000">
                  <a:lumMod val="60000"/>
                  <a:lumOff val="40000"/>
                </a:srgbClr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(rtm)'!$O$16:$R$16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(rtm)'!$O$21:$R$21</c:f>
              <c:numCache>
                <c:formatCode>0%</c:formatCode>
                <c:ptCount val="4"/>
                <c:pt idx="0">
                  <c:v>0.280459371646266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0"/>
          <c:order val="5"/>
          <c:tx>
            <c:strRef>
              <c:f>'Write_only (rtm)'!$H$22</c:f>
              <c:strCache>
                <c:ptCount val="1"/>
                <c:pt idx="0">
                  <c:v>Useful work</c:v>
                </c:pt>
              </c:strCache>
            </c:strRef>
          </c:tx>
          <c:spPr>
            <a:pattFill prst="dkHorz">
              <a:fgClr>
                <a:srgbClr val="FF0000"/>
              </a:fgClr>
              <a:bgClr>
                <a:sysClr val="window" lastClr="FFFFFF"/>
              </a:bgClr>
            </a:pattFill>
            <a:ln w="25400">
              <a:solidFill>
                <a:sysClr val="windowText" lastClr="000000"/>
              </a:solidFill>
            </a:ln>
            <a:effectLst/>
          </c:spPr>
          <c:invertIfNegative val="0"/>
          <c:cat>
            <c:strRef>
              <c:f>'Write_only (rtm)'!$O$16:$R$16</c:f>
              <c:strCache>
                <c:ptCount val="4"/>
                <c:pt idx="0">
                  <c:v>NOCC</c:v>
                </c:pt>
                <c:pt idx="1">
                  <c:v>LAL</c:v>
                </c:pt>
                <c:pt idx="2">
                  <c:v>LWM</c:v>
                </c:pt>
                <c:pt idx="3">
                  <c:v>T-Stream</c:v>
                </c:pt>
              </c:strCache>
            </c:strRef>
          </c:cat>
          <c:val>
            <c:numRef>
              <c:f>'Write_only (rtm)'!$O$22:$R$22</c:f>
              <c:numCache>
                <c:formatCode>0%</c:formatCode>
                <c:ptCount val="4"/>
                <c:pt idx="0">
                  <c:v>0.164686914568474</c:v>
                </c:pt>
                <c:pt idx="1">
                  <c:v>0.0647797975954451</c:v>
                </c:pt>
                <c:pt idx="2">
                  <c:v>0.0214210659838473</c:v>
                </c:pt>
                <c:pt idx="3">
                  <c:v>0.0291331964846582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7"/>
        <c:overlap val="100"/>
        <c:axId val="1237945536"/>
        <c:axId val="1237947312"/>
      </c:barChart>
      <c:catAx>
        <c:axId val="12379455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7947312"/>
        <c:crosses val="autoZero"/>
        <c:auto val="1"/>
        <c:lblAlgn val="ctr"/>
        <c:lblOffset val="100"/>
        <c:noMultiLvlLbl val="0"/>
      </c:catAx>
      <c:valAx>
        <c:axId val="1237947312"/>
        <c:scaling>
          <c:orientation val="minMax"/>
          <c:max val="1.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7945536"/>
        <c:crosses val="autoZero"/>
        <c:crossBetween val="between"/>
        <c:majorUnit val="0.2"/>
      </c:valAx>
      <c:spPr>
        <a:noFill/>
        <a:ln w="25400">
          <a:solidFill>
            <a:schemeClr val="tx1"/>
          </a:solidFill>
        </a:ln>
        <a:effectLst/>
      </c:spPr>
    </c:plotArea>
    <c:legend>
      <c:legendPos val="r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706933"/>
            <a:ext cx="8099822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2268784"/>
            <a:ext cx="8099822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076898"/>
            <a:ext cx="9314796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2890725"/>
            <a:ext cx="9314796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75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149890"/>
            <a:ext cx="4589899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149890"/>
            <a:ext cx="4589899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229978"/>
            <a:ext cx="9314796" cy="83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058899"/>
            <a:ext cx="456880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1577849"/>
            <a:ext cx="456880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058899"/>
            <a:ext cx="459130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1577849"/>
            <a:ext cx="459130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87972"/>
            <a:ext cx="348320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621941"/>
            <a:ext cx="5467380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295877"/>
            <a:ext cx="348320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287972"/>
            <a:ext cx="3483204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621941"/>
            <a:ext cx="5467380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1295877"/>
            <a:ext cx="3483204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229978"/>
            <a:ext cx="2328699" cy="36606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229978"/>
            <a:ext cx="6851100" cy="36606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229978"/>
            <a:ext cx="9314796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149890"/>
            <a:ext cx="9314796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4003618"/>
            <a:ext cx="242994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F6AB8-0599-A64D-9DFB-B5EC7F3D77AE}" type="datetimeFigureOut">
              <a:rPr lang="en-US" smtClean="0"/>
              <a:t>9/19/18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4003618"/>
            <a:ext cx="3644920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4003618"/>
            <a:ext cx="2429947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848E7-C4CB-9946-9225-0DDD7C85A4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290627"/>
              </p:ext>
            </p:extLst>
          </p:nvPr>
        </p:nvGraphicFramePr>
        <p:xfrm>
          <a:off x="-1" y="-1"/>
          <a:ext cx="10799763" cy="43195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270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15.0041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11</cp:revision>
  <cp:lastPrinted>2018-09-18T06:02:07Z</cp:lastPrinted>
  <dcterms:created xsi:type="dcterms:W3CDTF">2018-09-17T08:10:10Z</dcterms:created>
  <dcterms:modified xsi:type="dcterms:W3CDTF">2018-09-19T08:35:58Z</dcterms:modified>
</cp:coreProperties>
</file>