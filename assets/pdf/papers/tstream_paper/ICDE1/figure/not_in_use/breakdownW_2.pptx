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0799763" cy="4319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7"/>
    <p:restoredTop sz="94647"/>
  </p:normalViewPr>
  <p:slideViewPr>
    <p:cSldViewPr snapToGrid="0" snapToObjects="1">
      <p:cViewPr>
        <p:scale>
          <a:sx n="98" d="100"/>
          <a:sy n="98" d="100"/>
        </p:scale>
        <p:origin x="2680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'Write_only (rtm)'!$A$17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(rtm)'!$U$16:$X$16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(rtm)'!$U$17:$X$17</c:f>
              <c:numCache>
                <c:formatCode>0%</c:formatCode>
                <c:ptCount val="4"/>
                <c:pt idx="0">
                  <c:v>0.924396969059892</c:v>
                </c:pt>
                <c:pt idx="1">
                  <c:v>0.31488799275039</c:v>
                </c:pt>
                <c:pt idx="2">
                  <c:v>0.218327704668711</c:v>
                </c:pt>
                <c:pt idx="3">
                  <c:v>0.0849969872419326</c:v>
                </c:pt>
              </c:numCache>
            </c:numRef>
          </c:val>
        </c:ser>
        <c:ser>
          <c:idx val="3"/>
          <c:order val="1"/>
          <c:tx>
            <c:strRef>
              <c:f>'Write_only (rtm)'!$A$18</c:f>
              <c:strCache>
                <c:ptCount val="1"/>
                <c:pt idx="0">
                  <c:v>Wait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(rtm)'!$U$16:$X$16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(rtm)'!$U$18:$X$18</c:f>
              <c:numCache>
                <c:formatCode>0%</c:formatCode>
                <c:ptCount val="4"/>
                <c:pt idx="0">
                  <c:v>0.0</c:v>
                </c:pt>
                <c:pt idx="1">
                  <c:v>0.612439714838736</c:v>
                </c:pt>
                <c:pt idx="2">
                  <c:v>0.752030773064174</c:v>
                </c:pt>
                <c:pt idx="3">
                  <c:v>0.860785730189216</c:v>
                </c:pt>
              </c:numCache>
            </c:numRef>
          </c:val>
        </c:ser>
        <c:ser>
          <c:idx val="2"/>
          <c:order val="2"/>
          <c:tx>
            <c:strRef>
              <c:f>'Write_only (rtm)'!$A$19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Vert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(rtm)'!$U$16:$X$16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(rtm)'!$U$19:$X$19</c:f>
              <c:numCache>
                <c:formatCode>0%</c:formatCode>
                <c:ptCount val="4"/>
                <c:pt idx="0">
                  <c:v>0.0264452318222208</c:v>
                </c:pt>
                <c:pt idx="1">
                  <c:v>0.00256463280031308</c:v>
                </c:pt>
                <c:pt idx="2">
                  <c:v>0.00215408144325716</c:v>
                </c:pt>
                <c:pt idx="3">
                  <c:v>0.0250840860841932</c:v>
                </c:pt>
              </c:numCache>
            </c:numRef>
          </c:val>
        </c:ser>
        <c:ser>
          <c:idx val="4"/>
          <c:order val="3"/>
          <c:tx>
            <c:strRef>
              <c:f>'Write_only (rtm)'!$A$20</c:f>
              <c:strCache>
                <c:ptCount val="1"/>
                <c:pt idx="0">
                  <c:v>Ts Alloc.</c:v>
                </c:pt>
              </c:strCache>
            </c:strRef>
          </c:tx>
          <c:spPr>
            <a:solidFill>
              <a:srgbClr val="ED7D31">
                <a:lumMod val="75000"/>
              </a:srgb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(rtm)'!$U$16:$X$16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(rtm)'!$U$20:$X$20</c:f>
              <c:numCache>
                <c:formatCode>0%</c:formatCode>
                <c:ptCount val="4"/>
                <c:pt idx="0">
                  <c:v>0.00336547589826801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4"/>
          <c:tx>
            <c:strRef>
              <c:f>'Write_only (rtm)'!$A$21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wdDnDiag">
              <a:fgClr>
                <a:srgbClr val="FFC000">
                  <a:lumMod val="60000"/>
                  <a:lumOff val="40000"/>
                </a:srgbClr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(rtm)'!$U$16:$X$16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(rtm)'!$U$21:$X$21</c:f>
              <c:numCache>
                <c:formatCode>0%</c:formatCode>
                <c:ptCount val="4"/>
                <c:pt idx="0">
                  <c:v>0.00101900649914657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0"/>
          <c:order val="5"/>
          <c:tx>
            <c:strRef>
              <c:f>'Write_only (rtm)'!$A$22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dkHorz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(rtm)'!$U$16:$X$16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(rtm)'!$U$22:$X$22</c:f>
              <c:numCache>
                <c:formatCode>0%</c:formatCode>
                <c:ptCount val="4"/>
                <c:pt idx="0">
                  <c:v>0.0447733167204729</c:v>
                </c:pt>
                <c:pt idx="1">
                  <c:v>0.0701076596105605</c:v>
                </c:pt>
                <c:pt idx="2">
                  <c:v>0.0274874408238577</c:v>
                </c:pt>
                <c:pt idx="3">
                  <c:v>0.0291331964846582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1684668544"/>
        <c:axId val="1684670320"/>
      </c:barChart>
      <c:catAx>
        <c:axId val="1684668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4670320"/>
        <c:crosses val="autoZero"/>
        <c:auto val="1"/>
        <c:lblAlgn val="ctr"/>
        <c:lblOffset val="100"/>
        <c:noMultiLvlLbl val="0"/>
      </c:catAx>
      <c:valAx>
        <c:axId val="1684670320"/>
        <c:scaling>
          <c:orientation val="minMax"/>
          <c:max val="1.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4668544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706933"/>
            <a:ext cx="8099822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268784"/>
            <a:ext cx="8099822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076898"/>
            <a:ext cx="9314796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2890725"/>
            <a:ext cx="9314796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149890"/>
            <a:ext cx="4589899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149890"/>
            <a:ext cx="4589899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29978"/>
            <a:ext cx="9314796" cy="83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058899"/>
            <a:ext cx="456880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577849"/>
            <a:ext cx="456880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058899"/>
            <a:ext cx="459130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577849"/>
            <a:ext cx="459130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87972"/>
            <a:ext cx="348320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621941"/>
            <a:ext cx="5467380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295877"/>
            <a:ext cx="348320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87972"/>
            <a:ext cx="348320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621941"/>
            <a:ext cx="5467380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295877"/>
            <a:ext cx="348320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29978"/>
            <a:ext cx="2328699" cy="36606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29978"/>
            <a:ext cx="6851100" cy="36606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29978"/>
            <a:ext cx="9314796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149890"/>
            <a:ext cx="9314796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4003618"/>
            <a:ext cx="242994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4003618"/>
            <a:ext cx="364492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4003618"/>
            <a:ext cx="242994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2470607"/>
              </p:ext>
            </p:extLst>
          </p:nvPr>
        </p:nvGraphicFramePr>
        <p:xfrm>
          <a:off x="1" y="0"/>
          <a:ext cx="10799762" cy="431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70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</cp:revision>
  <dcterms:created xsi:type="dcterms:W3CDTF">2018-09-17T08:10:10Z</dcterms:created>
  <dcterms:modified xsi:type="dcterms:W3CDTF">2018-09-19T10:26:34Z</dcterms:modified>
</cp:coreProperties>
</file>