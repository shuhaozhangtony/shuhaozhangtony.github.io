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0799763" cy="5400675"/>
  <p:notesSz cx="6858000" cy="9144000"/>
  <p:defaultTextStyle>
    <a:defPPr>
      <a:defRPr lang="en-US"/>
    </a:defPPr>
    <a:lvl1pPr marL="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1pPr>
    <a:lvl2pPr marL="36283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2pPr>
    <a:lvl3pPr marL="725668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3pPr>
    <a:lvl4pPr marL="1088502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4pPr>
    <a:lvl5pPr marL="1451336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5pPr>
    <a:lvl6pPr marL="181417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217700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2539837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2902671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47"/>
  </p:normalViewPr>
  <p:slideViewPr>
    <p:cSldViewPr snapToGrid="0" snapToObjects="1">
      <p:cViewPr>
        <p:scale>
          <a:sx n="78" d="100"/>
          <a:sy n="78" d="100"/>
        </p:scale>
        <p:origin x="3008" y="2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4" Type="http://schemas.openxmlformats.org/officeDocument/2006/relationships/oleObject" Target="file:////Users/shuhaozhang/myworkingonpapers/tsp_experiments/experiments/MB.xlsx" TargetMode="External"/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'mix_workloads (rtm)'!$A$6</c:f>
              <c:strCache>
                <c:ptCount val="1"/>
                <c:pt idx="0">
                  <c:v>T-Stream</c:v>
                </c:pt>
              </c:strCache>
            </c:strRef>
          </c:tx>
          <c:spPr>
            <a:pattFill prst="pct90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  <a:effectLst/>
          </c:spPr>
          <c:invertIfNegative val="0"/>
          <c:cat>
            <c:numRef>
              <c:f>'mix_workloads (rtm)'!$B$2:$F$2</c:f>
              <c:numCache>
                <c:formatCode>General</c:formatCode>
                <c:ptCount val="5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</c:numCache>
            </c:numRef>
          </c:cat>
          <c:val>
            <c:numRef>
              <c:f>'mix_workloads (rtm)'!$B$6:$F$6</c:f>
              <c:numCache>
                <c:formatCode>General</c:formatCode>
                <c:ptCount val="5"/>
                <c:pt idx="0">
                  <c:v>190.096508600525</c:v>
                </c:pt>
                <c:pt idx="1">
                  <c:v>126.293638421313</c:v>
                </c:pt>
                <c:pt idx="2">
                  <c:v>84.4808702373833</c:v>
                </c:pt>
                <c:pt idx="3">
                  <c:v>40.6268496507521</c:v>
                </c:pt>
                <c:pt idx="4">
                  <c:v>762.594149901206</c:v>
                </c:pt>
              </c:numCache>
            </c:numRef>
          </c:val>
        </c:ser>
        <c:ser>
          <c:idx val="1"/>
          <c:order val="1"/>
          <c:tx>
            <c:strRef>
              <c:f>'mix_workloads (rtm)'!$A$7</c:f>
              <c:strCache>
                <c:ptCount val="1"/>
                <c:pt idx="0">
                  <c:v>T-Stream (w/ speculative)</c:v>
                </c:pt>
              </c:strCache>
            </c:strRef>
          </c:tx>
          <c:spPr>
            <a:pattFill prst="pct40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  <a:effectLst/>
          </c:spPr>
          <c:invertIfNegative val="0"/>
          <c:cat>
            <c:numRef>
              <c:f>'mix_workloads (rtm)'!$B$2:$F$2</c:f>
              <c:numCache>
                <c:formatCode>General</c:formatCode>
                <c:ptCount val="5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</c:numCache>
            </c:numRef>
          </c:cat>
          <c:val>
            <c:numRef>
              <c:f>'mix_workloads (rtm)'!$B$7:$F$7</c:f>
              <c:numCache>
                <c:formatCode>General</c:formatCode>
                <c:ptCount val="5"/>
                <c:pt idx="0">
                  <c:v>190.096508600525</c:v>
                </c:pt>
                <c:pt idx="1">
                  <c:v>184.344999468173</c:v>
                </c:pt>
                <c:pt idx="2">
                  <c:v>142.265819248393</c:v>
                </c:pt>
                <c:pt idx="3">
                  <c:v>116.75113188823</c:v>
                </c:pt>
                <c:pt idx="4">
                  <c:v>762.594149901206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3"/>
        <c:overlap val="-6"/>
        <c:axId val="1675991392"/>
        <c:axId val="1675994784"/>
      </c:barChart>
      <c:catAx>
        <c:axId val="16759913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 b="1" i="0" baseline="0">
                    <a:solidFill>
                      <a:schemeClr val="tx1"/>
                    </a:solidFill>
                    <a:effectLst/>
                  </a:rPr>
                  <a:t>﻿Percentage of Read Requests</a:t>
                </a:r>
                <a:endParaRPr lang="en-US" sz="1200">
                  <a:solidFill>
                    <a:schemeClr val="tx1"/>
                  </a:solidFill>
                  <a:effectLst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5994784"/>
        <c:crosses val="autoZero"/>
        <c:auto val="1"/>
        <c:lblAlgn val="ctr"/>
        <c:lblOffset val="100"/>
        <c:noMultiLvlLbl val="0"/>
      </c:catAx>
      <c:valAx>
        <c:axId val="167599478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8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 b="1" i="0" baseline="0">
                    <a:effectLst/>
                  </a:rPr>
                  <a:t>Throughput (k events /s)</a:t>
                </a:r>
                <a:endParaRPr lang="en-US" sz="4000">
                  <a:effectLst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8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5991392"/>
        <c:crosses val="autoZero"/>
        <c:crossBetween val="between"/>
      </c:valAx>
      <c:spPr>
        <a:noFill/>
        <a:ln w="25400">
          <a:solidFill>
            <a:schemeClr val="tx1"/>
          </a:solidFill>
        </a:ln>
        <a:effectLst/>
      </c:spPr>
    </c:plotArea>
    <c:legend>
      <c:legendPos val="t"/>
      <c:layout/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883861"/>
            <a:ext cx="8099822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836605"/>
            <a:ext cx="8099822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9/20/18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9/20/18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346419"/>
            <a:ext cx="9314796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3614203"/>
            <a:ext cx="9314796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9/20/18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437680"/>
            <a:ext cx="4589899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437680"/>
            <a:ext cx="4589899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9/20/18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87536"/>
            <a:ext cx="9314796" cy="10438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323916"/>
            <a:ext cx="45688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972747"/>
            <a:ext cx="456880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323916"/>
            <a:ext cx="45913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972747"/>
            <a:ext cx="459130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9/20/18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9/20/18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9/20/18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777597"/>
            <a:ext cx="5467380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9/20/18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777597"/>
            <a:ext cx="5467380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9/20/18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9/20/18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87536"/>
            <a:ext cx="2328699" cy="457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87536"/>
            <a:ext cx="6851100" cy="45768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9/20/18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87536"/>
            <a:ext cx="9314796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437680"/>
            <a:ext cx="9314796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0B612-410D-A34A-8CD0-A05228050CA6}" type="datetimeFigureOut">
              <a:rPr lang="en-US" smtClean="0"/>
              <a:t>9/20/18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5005626"/>
            <a:ext cx="364492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4400544"/>
              </p:ext>
            </p:extLst>
          </p:nvPr>
        </p:nvGraphicFramePr>
        <p:xfrm>
          <a:off x="1" y="0"/>
          <a:ext cx="10799762" cy="5400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0545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2516</TotalTime>
  <Words>7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19</cp:revision>
  <cp:lastPrinted>2018-09-18T03:56:26Z</cp:lastPrinted>
  <dcterms:created xsi:type="dcterms:W3CDTF">2018-09-13T08:59:53Z</dcterms:created>
  <dcterms:modified xsi:type="dcterms:W3CDTF">2018-09-20T03:27:19Z</dcterms:modified>
</cp:coreProperties>
</file>