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/>
    <p:restoredTop sz="94647"/>
  </p:normalViewPr>
  <p:slideViewPr>
    <p:cSldViewPr snapToGrid="0" snapToObjects="1">
      <p:cViewPr>
        <p:scale>
          <a:sx n="78" d="100"/>
          <a:sy n="78" d="100"/>
        </p:scale>
        <p:origin x="180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PK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'varying theta'!$B$1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9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'varying theta'!$A$3:$A$7</c:f>
              <c:numCache>
                <c:formatCode>General</c:formatCode>
                <c:ptCount val="5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1.0</c:v>
                </c:pt>
              </c:numCache>
            </c:numRef>
          </c:cat>
          <c:val>
            <c:numRef>
              <c:f>'varying theta'!$B$3:$B$7</c:f>
              <c:numCache>
                <c:formatCode>General</c:formatCode>
                <c:ptCount val="5"/>
                <c:pt idx="3">
                  <c:v>197.399269484615</c:v>
                </c:pt>
              </c:numCache>
            </c:numRef>
          </c:val>
        </c:ser>
        <c:ser>
          <c:idx val="1"/>
          <c:order val="1"/>
          <c:tx>
            <c:strRef>
              <c:f>'varying theta'!$C$1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pct4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'varying theta'!$A$3:$A$7</c:f>
              <c:numCache>
                <c:formatCode>General</c:formatCode>
                <c:ptCount val="5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1.0</c:v>
                </c:pt>
              </c:numCache>
            </c:numRef>
          </c:cat>
          <c:val>
            <c:numRef>
              <c:f>'varying theta'!$C$3:$C$7</c:f>
              <c:numCache>
                <c:formatCode>General</c:formatCode>
                <c:ptCount val="5"/>
                <c:pt idx="3">
                  <c:v>46.5776321983415</c:v>
                </c:pt>
              </c:numCache>
            </c:numRef>
          </c:val>
        </c:ser>
        <c:ser>
          <c:idx val="2"/>
          <c:order val="2"/>
          <c:tx>
            <c:strRef>
              <c:f>'varying theta'!$D$1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wd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'varying theta'!$A$3:$A$7</c:f>
              <c:numCache>
                <c:formatCode>General</c:formatCode>
                <c:ptCount val="5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1.0</c:v>
                </c:pt>
              </c:numCache>
            </c:numRef>
          </c:cat>
          <c:val>
            <c:numRef>
              <c:f>'varying theta'!$D$3:$D$7</c:f>
              <c:numCache>
                <c:formatCode>General</c:formatCode>
                <c:ptCount val="5"/>
                <c:pt idx="3">
                  <c:v>64.8851788197403</c:v>
                </c:pt>
              </c:numCache>
            </c:numRef>
          </c:val>
        </c:ser>
        <c:ser>
          <c:idx val="3"/>
          <c:order val="3"/>
          <c:tx>
            <c:strRef>
              <c:f>'varying theta'!$E$1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numRef>
              <c:f>'varying theta'!$A$3:$A$7</c:f>
              <c:numCache>
                <c:formatCode>General</c:formatCode>
                <c:ptCount val="5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1.0</c:v>
                </c:pt>
              </c:numCache>
            </c:numRef>
          </c:cat>
          <c:val>
            <c:numRef>
              <c:f>'varying theta'!$E$3:$E$7</c:f>
              <c:numCache>
                <c:formatCode>General</c:formatCode>
                <c:ptCount val="5"/>
                <c:pt idx="3">
                  <c:v>540.205211353171</c:v>
                </c:pt>
              </c:numCache>
            </c:numRef>
          </c:val>
        </c:ser>
        <c:ser>
          <c:idx val="4"/>
          <c:order val="4"/>
          <c:tx>
            <c:strRef>
              <c:f>'varying theta'!$F$1</c:f>
              <c:strCache>
                <c:ptCount val="1"/>
                <c:pt idx="0">
                  <c:v>SStore</c:v>
                </c:pt>
              </c:strCache>
            </c:strRef>
          </c:tx>
          <c:spPr>
            <a:pattFill prst="solidDmnd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numRef>
              <c:f>'varying theta'!$A$3:$A$7</c:f>
              <c:numCache>
                <c:formatCode>General</c:formatCode>
                <c:ptCount val="5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1.0</c:v>
                </c:pt>
              </c:numCache>
            </c:numRef>
          </c:cat>
          <c:val>
            <c:numRef>
              <c:f>'varying theta'!$F$3:$F$7</c:f>
              <c:numCache>
                <c:formatCode>General</c:formatCode>
                <c:ptCount val="5"/>
                <c:pt idx="3">
                  <c:v>187.42753786732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3"/>
        <c:overlap val="-6"/>
        <c:axId val="604321056"/>
        <c:axId val="604021936"/>
      </c:barChart>
      <c:catAx>
        <c:axId val="604321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 i="0" baseline="0" dirty="0" smtClean="0">
                    <a:solidFill>
                      <a:schemeClr val="tx1"/>
                    </a:solidFill>
                    <a:effectLst/>
                  </a:rPr>
                  <a:t>Number of Cores</a:t>
                </a:r>
                <a:endParaRPr lang="en-US" sz="1200" dirty="0" smtClean="0">
                  <a:solidFill>
                    <a:schemeClr val="tx1"/>
                  </a:solidFill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4021936"/>
        <c:crosses val="autoZero"/>
        <c:auto val="1"/>
        <c:lblAlgn val="ctr"/>
        <c:lblOffset val="100"/>
        <c:noMultiLvlLbl val="0"/>
      </c:catAx>
      <c:valAx>
        <c:axId val="60402193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4321056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0602801"/>
              </p:ext>
            </p:extLst>
          </p:nvPr>
        </p:nvGraphicFramePr>
        <p:xfrm>
          <a:off x="0" y="0"/>
          <a:ext cx="1079976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3166</TotalTime>
  <Words>8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26</cp:revision>
  <cp:lastPrinted>2018-10-03T02:30:28Z</cp:lastPrinted>
  <dcterms:created xsi:type="dcterms:W3CDTF">2018-09-13T08:59:53Z</dcterms:created>
  <dcterms:modified xsi:type="dcterms:W3CDTF">2018-10-03T12:16:50Z</dcterms:modified>
</cp:coreProperties>
</file>