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</p:sldIdLst>
  <p:sldSz cx="4859338" cy="32400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78"/>
    <p:restoredTop sz="94643"/>
  </p:normalViewPr>
  <p:slideViewPr>
    <p:cSldViewPr snapToGrid="0" snapToObjects="1">
      <p:cViewPr>
        <p:scale>
          <a:sx n="206" d="100"/>
          <a:sy n="206" d="100"/>
        </p:scale>
        <p:origin x="46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51" y="530264"/>
            <a:ext cx="4130437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417" y="1701796"/>
            <a:ext cx="3644504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549" y="807773"/>
            <a:ext cx="4191179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549" y="2168310"/>
            <a:ext cx="4191179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/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079" y="862523"/>
            <a:ext cx="2065219" cy="2055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0040" y="862523"/>
            <a:ext cx="2065219" cy="2055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12" y="172506"/>
            <a:ext cx="4191179" cy="62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713" y="794272"/>
            <a:ext cx="2055727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4713" y="1183532"/>
            <a:ext cx="2055727" cy="17407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0040" y="794272"/>
            <a:ext cx="2065852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0040" y="1183532"/>
            <a:ext cx="2065852" cy="17407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12" y="216006"/>
            <a:ext cx="1567263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5852" y="466513"/>
            <a:ext cx="2460040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712" y="972026"/>
            <a:ext cx="1567263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12" y="216006"/>
            <a:ext cx="1567263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65852" y="466513"/>
            <a:ext cx="2460040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712" y="972026"/>
            <a:ext cx="1567263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77464" y="172505"/>
            <a:ext cx="1047795" cy="2745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4080" y="172505"/>
            <a:ext cx="3082643" cy="2745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080" y="172506"/>
            <a:ext cx="4191179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080" y="862523"/>
            <a:ext cx="4191179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080" y="3003082"/>
            <a:ext cx="109335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4B22B-5B71-274E-866D-B32B858BEF9C}" type="datetimeFigureOut">
              <a:rPr lang="en-US" smtClean="0"/>
              <a:t>9/9/18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9656" y="3003082"/>
            <a:ext cx="1640027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31907" y="3003082"/>
            <a:ext cx="109335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FE8DB-249F-8344-8EC0-8056733FA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5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560143" y="46139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altLang="zh-CN" dirty="0"/>
              <a:t>x</a:t>
            </a:r>
            <a:r>
              <a:rPr lang="en-US" dirty="0"/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142" y="1044689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3</a:t>
            </a:r>
            <a:r>
              <a:rPr lang="en-US" dirty="0"/>
              <a:t>(x)</a:t>
            </a:r>
          </a:p>
        </p:txBody>
      </p:sp>
      <p:cxnSp>
        <p:nvCxnSpPr>
          <p:cNvPr id="18" name="Straight Arrow Connector 17"/>
          <p:cNvCxnSpPr>
            <a:stCxn id="25" idx="2"/>
            <a:endCxn id="17" idx="0"/>
          </p:cNvCxnSpPr>
          <p:nvPr/>
        </p:nvCxnSpPr>
        <p:spPr>
          <a:xfrm flipH="1">
            <a:off x="911847" y="826579"/>
            <a:ext cx="1" cy="218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0748" y="1518530"/>
            <a:ext cx="702782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4</a:t>
            </a:r>
            <a:r>
              <a:rPr lang="en-US" dirty="0"/>
              <a:t>(x)</a:t>
            </a:r>
          </a:p>
        </p:txBody>
      </p:sp>
      <p:cxnSp>
        <p:nvCxnSpPr>
          <p:cNvPr id="20" name="Straight Arrow Connector 19"/>
          <p:cNvCxnSpPr>
            <a:stCxn id="17" idx="2"/>
            <a:endCxn id="19" idx="0"/>
          </p:cNvCxnSpPr>
          <p:nvPr/>
        </p:nvCxnSpPr>
        <p:spPr>
          <a:xfrm>
            <a:off x="911847" y="1321676"/>
            <a:ext cx="303" cy="196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0143" y="2441508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7</a:t>
            </a:r>
            <a:r>
              <a:rPr lang="en-US" dirty="0"/>
              <a:t>(x)</a:t>
            </a:r>
          </a:p>
        </p:txBody>
      </p:sp>
      <p:cxnSp>
        <p:nvCxnSpPr>
          <p:cNvPr id="22" name="Straight Arrow Connector 21"/>
          <p:cNvCxnSpPr>
            <a:stCxn id="23" idx="2"/>
            <a:endCxn id="21" idx="0"/>
          </p:cNvCxnSpPr>
          <p:nvPr/>
        </p:nvCxnSpPr>
        <p:spPr>
          <a:xfrm flipH="1">
            <a:off x="911843" y="2244665"/>
            <a:ext cx="5" cy="1968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0153" y="1967666"/>
            <a:ext cx="703387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5</a:t>
            </a:r>
            <a:r>
              <a:rPr lang="en-US" dirty="0"/>
              <a:t>(x)</a:t>
            </a:r>
          </a:p>
        </p:txBody>
      </p:sp>
      <p:cxnSp>
        <p:nvCxnSpPr>
          <p:cNvPr id="24" name="Straight Arrow Connector 23"/>
          <p:cNvCxnSpPr>
            <a:stCxn id="19" idx="2"/>
            <a:endCxn id="23" idx="0"/>
          </p:cNvCxnSpPr>
          <p:nvPr/>
        </p:nvCxnSpPr>
        <p:spPr>
          <a:xfrm flipH="1">
            <a:off x="911837" y="1795529"/>
            <a:ext cx="302" cy="172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60143" y="549592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(x)</a:t>
            </a:r>
          </a:p>
        </p:txBody>
      </p:sp>
      <p:cxnSp>
        <p:nvCxnSpPr>
          <p:cNvPr id="26" name="Straight Arrow Connector 25"/>
          <p:cNvCxnSpPr>
            <a:stCxn id="16" idx="2"/>
            <a:endCxn id="25" idx="0"/>
          </p:cNvCxnSpPr>
          <p:nvPr/>
        </p:nvCxnSpPr>
        <p:spPr>
          <a:xfrm>
            <a:off x="911837" y="323141"/>
            <a:ext cx="0" cy="226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ight Arrow 50"/>
          <p:cNvSpPr/>
          <p:nvPr/>
        </p:nvSpPr>
        <p:spPr>
          <a:xfrm>
            <a:off x="1242472" y="1146189"/>
            <a:ext cx="394780" cy="36210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338120" y="40639"/>
            <a:ext cx="4273" cy="27980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 rot="16200000">
            <a:off x="-815922" y="1230397"/>
            <a:ext cx="1951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Execution ordering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2016" y="1044689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3</a:t>
            </a:r>
            <a:r>
              <a:rPr lang="en-US" dirty="0"/>
              <a:t>(x)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1993722" y="826579"/>
            <a:ext cx="1" cy="218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2173938" y="1541662"/>
            <a:ext cx="702782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4</a:t>
            </a:r>
            <a:r>
              <a:rPr lang="en-US" dirty="0"/>
              <a:t>(x)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2017" y="2015504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7</a:t>
            </a:r>
            <a:r>
              <a:rPr lang="en-US" dirty="0"/>
              <a:t>(x)</a:t>
            </a:r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1993711" y="1818661"/>
            <a:ext cx="0" cy="1968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642029" y="1541662"/>
            <a:ext cx="703387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5</a:t>
            </a:r>
            <a:r>
              <a:rPr lang="en-US" dirty="0"/>
              <a:t>(x)</a:t>
            </a:r>
          </a:p>
        </p:txBody>
      </p:sp>
      <p:cxnSp>
        <p:nvCxnSpPr>
          <p:cNvPr id="88" name="Straight Arrow Connector 87"/>
          <p:cNvCxnSpPr>
            <a:stCxn id="81" idx="2"/>
          </p:cNvCxnSpPr>
          <p:nvPr/>
        </p:nvCxnSpPr>
        <p:spPr>
          <a:xfrm>
            <a:off x="1993722" y="1321676"/>
            <a:ext cx="1" cy="219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642017" y="549592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(x)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63151" y="40639"/>
            <a:ext cx="518660" cy="2677856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403563" y="2784886"/>
            <a:ext cx="160019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Naïve </a:t>
            </a:r>
            <a:r>
              <a:rPr lang="en-US" sz="1600" dirty="0"/>
              <a:t>operation chain</a:t>
            </a:r>
            <a:endParaRPr lang="en-US" sz="16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771441" y="2744530"/>
            <a:ext cx="1252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Parallelizing read</a:t>
            </a:r>
            <a:endParaRPr lang="en-US" sz="1600" dirty="0"/>
          </a:p>
        </p:txBody>
      </p:sp>
      <p:sp>
        <p:nvSpPr>
          <p:cNvPr id="94" name="Rectangle 93"/>
          <p:cNvSpPr/>
          <p:nvPr/>
        </p:nvSpPr>
        <p:spPr>
          <a:xfrm>
            <a:off x="3645062" y="137435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(x)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2466" y="1280527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3</a:t>
            </a:r>
            <a:r>
              <a:rPr lang="en-US" dirty="0"/>
              <a:t>(x)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 flipH="1">
            <a:off x="3452055" y="421772"/>
            <a:ext cx="1" cy="218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3906460" y="1777500"/>
            <a:ext cx="702782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4</a:t>
            </a:r>
            <a:r>
              <a:rPr lang="en-US" dirty="0"/>
              <a:t>(x)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89903" y="140130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7</a:t>
            </a:r>
            <a:r>
              <a:rPr lang="en-US" dirty="0"/>
              <a:t>(x)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2474" y="1777500"/>
            <a:ext cx="703387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5</a:t>
            </a:r>
            <a:r>
              <a:rPr lang="en-US" dirty="0"/>
              <a:t>(x)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3554167" y="1557519"/>
            <a:ext cx="1" cy="219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3100355" y="131415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(x)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33282" y="71692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x@2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05" name="Straight Arrow Connector 104"/>
          <p:cNvCxnSpPr>
            <a:stCxn id="100" idx="2"/>
          </p:cNvCxnSpPr>
          <p:nvPr/>
        </p:nvCxnSpPr>
        <p:spPr>
          <a:xfrm>
            <a:off x="3554168" y="2054499"/>
            <a:ext cx="1127" cy="2553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3236521" y="238684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x@3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08" name="Straight Arrow Connector 107"/>
          <p:cNvCxnSpPr>
            <a:stCxn id="98" idx="2"/>
            <a:endCxn id="109" idx="0"/>
          </p:cNvCxnSpPr>
          <p:nvPr/>
        </p:nvCxnSpPr>
        <p:spPr>
          <a:xfrm>
            <a:off x="4541598" y="417128"/>
            <a:ext cx="373" cy="3312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4238041" y="74837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x@7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3162938" y="40642"/>
            <a:ext cx="1026155" cy="1048345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Rounded Rectangle 117"/>
          <p:cNvSpPr/>
          <p:nvPr/>
        </p:nvSpPr>
        <p:spPr>
          <a:xfrm>
            <a:off x="3281659" y="1190661"/>
            <a:ext cx="1200811" cy="1552461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9" name="Rounded Rectangle 118"/>
          <p:cNvSpPr/>
          <p:nvPr/>
        </p:nvSpPr>
        <p:spPr>
          <a:xfrm>
            <a:off x="4238767" y="38291"/>
            <a:ext cx="607130" cy="1055208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3014742" y="2757303"/>
            <a:ext cx="1719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Parallelizing write</a:t>
            </a:r>
            <a:endParaRPr lang="en-US" sz="1600" dirty="0"/>
          </a:p>
        </p:txBody>
      </p:sp>
      <p:cxnSp>
        <p:nvCxnSpPr>
          <p:cNvPr id="47" name="Straight Arrow Connector 46"/>
          <p:cNvCxnSpPr>
            <a:stCxn id="80" idx="2"/>
            <a:endCxn id="81" idx="0"/>
          </p:cNvCxnSpPr>
          <p:nvPr/>
        </p:nvCxnSpPr>
        <p:spPr>
          <a:xfrm flipH="1">
            <a:off x="1993710" y="829568"/>
            <a:ext cx="530614" cy="2151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83" idx="2"/>
            <a:endCxn id="85" idx="0"/>
          </p:cNvCxnSpPr>
          <p:nvPr/>
        </p:nvCxnSpPr>
        <p:spPr>
          <a:xfrm flipH="1">
            <a:off x="1993711" y="1818661"/>
            <a:ext cx="531618" cy="1968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94" idx="2"/>
            <a:endCxn id="104" idx="0"/>
          </p:cNvCxnSpPr>
          <p:nvPr/>
        </p:nvCxnSpPr>
        <p:spPr>
          <a:xfrm flipH="1">
            <a:off x="3437212" y="414433"/>
            <a:ext cx="559545" cy="3024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97" idx="2"/>
          </p:cNvCxnSpPr>
          <p:nvPr/>
        </p:nvCxnSpPr>
        <p:spPr>
          <a:xfrm flipH="1">
            <a:off x="3554167" y="2054499"/>
            <a:ext cx="703685" cy="2553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ight Arrow 92"/>
          <p:cNvSpPr/>
          <p:nvPr/>
        </p:nvSpPr>
        <p:spPr>
          <a:xfrm>
            <a:off x="2831165" y="1156415"/>
            <a:ext cx="394780" cy="36210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2172630" y="552570"/>
            <a:ext cx="703388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r1(x)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716438" y="546190"/>
            <a:ext cx="1059015" cy="1746308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3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48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等线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36</cp:revision>
  <cp:lastPrinted>2018-08-11T14:49:09Z</cp:lastPrinted>
  <dcterms:created xsi:type="dcterms:W3CDTF">2018-08-07T01:38:19Z</dcterms:created>
  <dcterms:modified xsi:type="dcterms:W3CDTF">2018-09-09T02:06:19Z</dcterms:modified>
</cp:coreProperties>
</file>