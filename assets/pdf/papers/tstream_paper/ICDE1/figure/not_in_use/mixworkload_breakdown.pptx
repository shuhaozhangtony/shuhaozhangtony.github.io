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10799763" cy="4319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/>
    <p:restoredTop sz="94647"/>
  </p:normalViewPr>
  <p:slideViewPr>
    <p:cSldViewPr snapToGrid="0" snapToObjects="1">
      <p:cViewPr>
        <p:scale>
          <a:sx n="98" d="100"/>
          <a:sy n="98" d="100"/>
        </p:scale>
        <p:origin x="2392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'Read_Write_Mix (rtm)'!$A$15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'Read_Write_Mix (rtm)'!$B$14:$E$14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'Read_Write_Mix (rtm)'!$B$15:$E$15</c:f>
              <c:numCache>
                <c:formatCode>0%</c:formatCode>
                <c:ptCount val="4"/>
                <c:pt idx="0">
                  <c:v>0.2076</c:v>
                </c:pt>
                <c:pt idx="1">
                  <c:v>0.01</c:v>
                </c:pt>
                <c:pt idx="2">
                  <c:v>0.0199999999999999</c:v>
                </c:pt>
                <c:pt idx="3">
                  <c:v>0.47</c:v>
                </c:pt>
              </c:numCache>
            </c:numRef>
          </c:val>
        </c:ser>
        <c:ser>
          <c:idx val="3"/>
          <c:order val="1"/>
          <c:tx>
            <c:strRef>
              <c:f>'Read_Write_Mix (rtm)'!$A$16</c:f>
              <c:strCache>
                <c:ptCount val="1"/>
                <c:pt idx="0">
                  <c:v>Wait</c:v>
                </c:pt>
              </c:strCache>
            </c:strRef>
          </c:tx>
          <c:spPr>
            <a:pattFill prst="ltVert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'Read_Write_Mix (rtm)'!$B$14:$E$14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'Read_Write_Mix (rtm)'!$B$16:$E$16</c:f>
              <c:numCache>
                <c:formatCode>0%</c:formatCode>
                <c:ptCount val="4"/>
                <c:pt idx="0">
                  <c:v>0.0</c:v>
                </c:pt>
                <c:pt idx="1">
                  <c:v>0.89</c:v>
                </c:pt>
                <c:pt idx="2">
                  <c:v>0.91</c:v>
                </c:pt>
                <c:pt idx="3">
                  <c:v>0.26</c:v>
                </c:pt>
              </c:numCache>
            </c:numRef>
          </c:val>
        </c:ser>
        <c:ser>
          <c:idx val="2"/>
          <c:order val="2"/>
          <c:tx>
            <c:strRef>
              <c:f>'Read_Write_Mix (rtm)'!$A$17</c:f>
              <c:strCache>
                <c:ptCount val="1"/>
                <c:pt idx="0">
                  <c:v>Lock</c:v>
                </c:pt>
              </c:strCache>
            </c:strRef>
          </c:tx>
          <c:spPr>
            <a:pattFill prst="lgCheck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rgbClr val="70AD47"/>
              </a:solidFill>
            </a:ln>
            <a:effectLst/>
          </c:spPr>
          <c:invertIfNegative val="0"/>
          <c:cat>
            <c:strRef>
              <c:f>'Read_Write_Mix (rtm)'!$B$14:$E$14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'Read_Write_Mix (rtm)'!$B$17:$E$17</c:f>
              <c:numCache>
                <c:formatCode>0%</c:formatCode>
                <c:ptCount val="4"/>
                <c:pt idx="0">
                  <c:v>0.01</c:v>
                </c:pt>
                <c:pt idx="1">
                  <c:v>0.01</c:v>
                </c:pt>
                <c:pt idx="2">
                  <c:v>0.02</c:v>
                </c:pt>
              </c:numCache>
            </c:numRef>
          </c:val>
        </c:ser>
        <c:ser>
          <c:idx val="4"/>
          <c:order val="3"/>
          <c:tx>
            <c:strRef>
              <c:f>'Read_Write_Mix (rtm)'!$A$18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Horz">
              <a:fgClr>
                <a:sysClr val="window" lastClr="FFFFFF"/>
              </a:fgClr>
              <a:bgClr>
                <a:sysClr val="window" lastClr="FFFFFF"/>
              </a:bgClr>
            </a:pattFill>
            <a:ln w="25400">
              <a:solidFill>
                <a:srgbClr val="ED7D31"/>
              </a:solidFill>
            </a:ln>
            <a:effectLst/>
          </c:spPr>
          <c:invertIfNegative val="0"/>
          <c:cat>
            <c:strRef>
              <c:f>'Read_Write_Mix (rtm)'!$B$14:$E$14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'Read_Write_Mix (rtm)'!$B$18:$E$18</c:f>
              <c:numCache>
                <c:formatCode>0%</c:formatCode>
                <c:ptCount val="4"/>
                <c:pt idx="0">
                  <c:v>0.24</c:v>
                </c:pt>
                <c:pt idx="1">
                  <c:v>0.0</c:v>
                </c:pt>
                <c:pt idx="2">
                  <c:v>0.0</c:v>
                </c:pt>
                <c:pt idx="3">
                  <c:v>0.1</c:v>
                </c:pt>
              </c:numCache>
            </c:numRef>
          </c:val>
        </c:ser>
        <c:ser>
          <c:idx val="1"/>
          <c:order val="4"/>
          <c:tx>
            <c:strRef>
              <c:f>'Read_Write_Mix (rtm)'!$A$19</c:f>
              <c:strCache>
                <c:ptCount val="1"/>
                <c:pt idx="0">
                  <c:v>Ts Alloc.</c:v>
                </c:pt>
              </c:strCache>
            </c:strRef>
          </c:tx>
          <c:spPr>
            <a:pattFill prst="wdDnDiag">
              <a:fgClr>
                <a:srgbClr val="FFC000"/>
              </a:fgClr>
              <a:bgClr>
                <a:sysClr val="window" lastClr="FFFFFF"/>
              </a:bgClr>
            </a:pattFill>
            <a:ln w="25400">
              <a:solidFill>
                <a:srgbClr val="FFC000">
                  <a:lumMod val="60000"/>
                  <a:lumOff val="40000"/>
                </a:srgbClr>
              </a:solidFill>
            </a:ln>
            <a:effectLst/>
          </c:spPr>
          <c:invertIfNegative val="0"/>
          <c:cat>
            <c:strRef>
              <c:f>'Read_Write_Mix (rtm)'!$B$14:$E$14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'Read_Write_Mix (rtm)'!$B$19:$E$19</c:f>
              <c:numCache>
                <c:formatCode>0%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0"/>
          <c:order val="5"/>
          <c:tx>
            <c:strRef>
              <c:f>'Read_Write_Mix (rtm)'!$A$20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solidDmnd">
              <a:fgClr>
                <a:srgbClr val="7030A0"/>
              </a:fgClr>
              <a:bgClr>
                <a:sysClr val="window" lastClr="FFFFFF"/>
              </a:bgClr>
            </a:pattFill>
            <a:ln w="25400">
              <a:solidFill>
                <a:srgbClr val="7030A0"/>
              </a:solidFill>
            </a:ln>
            <a:effectLst/>
          </c:spPr>
          <c:invertIfNegative val="0"/>
          <c:cat>
            <c:strRef>
              <c:f>'Read_Write_Mix (rtm)'!$B$14:$E$14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'Read_Write_Mix (rtm)'!$B$20:$E$20</c:f>
              <c:numCache>
                <c:formatCode>0%</c:formatCode>
                <c:ptCount val="4"/>
                <c:pt idx="0">
                  <c:v>0.0024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5"/>
          <c:order val="6"/>
          <c:tx>
            <c:strRef>
              <c:f>'Read_Write_Mix (rtm)'!$A$21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dashDnDiag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rgbClr val="FF0000"/>
              </a:solidFill>
            </a:ln>
            <a:effectLst/>
          </c:spPr>
          <c:invertIfNegative val="0"/>
          <c:cat>
            <c:strRef>
              <c:f>'Read_Write_Mix (rtm)'!$B$14:$E$14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'Read_Write_Mix (rtm)'!$B$21:$E$21</c:f>
              <c:numCache>
                <c:formatCode>0%</c:formatCode>
                <c:ptCount val="4"/>
                <c:pt idx="0">
                  <c:v>0.54</c:v>
                </c:pt>
                <c:pt idx="1">
                  <c:v>0.09</c:v>
                </c:pt>
                <c:pt idx="2">
                  <c:v>0.05</c:v>
                </c:pt>
                <c:pt idx="3">
                  <c:v>0.17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91195536"/>
        <c:axId val="91197312"/>
      </c:barChart>
      <c:catAx>
        <c:axId val="91195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91197312"/>
        <c:crosses val="autoZero"/>
        <c:auto val="1"/>
        <c:lblAlgn val="ctr"/>
        <c:lblOffset val="100"/>
        <c:noMultiLvlLbl val="0"/>
      </c:catAx>
      <c:valAx>
        <c:axId val="91197312"/>
        <c:scaling>
          <c:orientation val="minMax"/>
          <c:max val="1.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91195536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pattFill prst="pct5">
          <a:fgClr>
            <a:sysClr val="window" lastClr="FFFFFF"/>
          </a:fgClr>
          <a:bgClr>
            <a:sysClr val="window" lastClr="FFFFFF"/>
          </a:bgClr>
        </a:pattFill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63FA6-3A14-0348-8108-82E15B07670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28625" y="1143000"/>
            <a:ext cx="7715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F7EB53-C3CF-BA49-88A0-E9B92E654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8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At 50%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F7EB53-C3CF-BA49-88A0-E9B92E6543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13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706933"/>
            <a:ext cx="8099822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268784"/>
            <a:ext cx="8099822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076898"/>
            <a:ext cx="9314796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2890725"/>
            <a:ext cx="9314796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149890"/>
            <a:ext cx="4589899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149890"/>
            <a:ext cx="4589899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29978"/>
            <a:ext cx="9314796" cy="83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058899"/>
            <a:ext cx="456880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577849"/>
            <a:ext cx="456880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058899"/>
            <a:ext cx="459130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577849"/>
            <a:ext cx="459130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87972"/>
            <a:ext cx="348320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621941"/>
            <a:ext cx="5467380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295877"/>
            <a:ext cx="348320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87972"/>
            <a:ext cx="348320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621941"/>
            <a:ext cx="5467380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295877"/>
            <a:ext cx="348320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29978"/>
            <a:ext cx="2328699" cy="36606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29978"/>
            <a:ext cx="6851100" cy="36606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29978"/>
            <a:ext cx="9314796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149890"/>
            <a:ext cx="9314796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4003618"/>
            <a:ext cx="242994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F6AB8-0599-A64D-9DFB-B5EC7F3D77AE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4003618"/>
            <a:ext cx="364492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4003618"/>
            <a:ext cx="242994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7127818"/>
              </p:ext>
            </p:extLst>
          </p:nvPr>
        </p:nvGraphicFramePr>
        <p:xfrm>
          <a:off x="-1" y="0"/>
          <a:ext cx="10799763" cy="431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270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4</Words>
  <Application>Microsoft Macintosh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14</cp:revision>
  <dcterms:created xsi:type="dcterms:W3CDTF">2018-09-17T08:10:10Z</dcterms:created>
  <dcterms:modified xsi:type="dcterms:W3CDTF">2018-10-16T02:54:15Z</dcterms:modified>
</cp:coreProperties>
</file>