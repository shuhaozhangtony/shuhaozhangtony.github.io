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3DDE"/>
    <a:srgbClr val="B14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'Read_only (rtm)'!$B$2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'Read_only (rtm)'!$A$3:$A$8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'Read_only (rtm)'!$B$3:$B$8</c:f>
              <c:numCache>
                <c:formatCode>0.00E+00</c:formatCode>
                <c:ptCount val="6"/>
                <c:pt idx="0">
                  <c:v>134.633371968002</c:v>
                </c:pt>
                <c:pt idx="1">
                  <c:v>280.82895563759399</c:v>
                </c:pt>
                <c:pt idx="2">
                  <c:v>583.69082145748405</c:v>
                </c:pt>
                <c:pt idx="3" formatCode="0.00000000E+00">
                  <c:v>778.95105206974995</c:v>
                </c:pt>
                <c:pt idx="4">
                  <c:v>1134.54992264003</c:v>
                </c:pt>
                <c:pt idx="5">
                  <c:v>1167.7652558995301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6-4298-BA2D-1B0F148A36FE}"/>
            </c:ext>
          </c:extLst>
        </c:ser>
        <c:ser>
          <c:idx val="1"/>
          <c:order val="1"/>
          <c:tx>
            <c:strRef>
              <c:f>'Read_only (rtm)'!$C$2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'Read_only (rtm)'!$A$3:$A$8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'Read_only (rtm)'!$C$3:$C$8</c:f>
              <c:numCache>
                <c:formatCode>0.00E+00</c:formatCode>
                <c:ptCount val="6"/>
                <c:pt idx="0">
                  <c:v>121.667055020047</c:v>
                </c:pt>
                <c:pt idx="1">
                  <c:v>66.927810146989898</c:v>
                </c:pt>
                <c:pt idx="2">
                  <c:v>65.739620991113199</c:v>
                </c:pt>
                <c:pt idx="3">
                  <c:v>44.127625500939999</c:v>
                </c:pt>
                <c:pt idx="4">
                  <c:v>39.772352956651197</c:v>
                </c:pt>
                <c:pt idx="5">
                  <c:v>39.526246773172197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46-4298-BA2D-1B0F148A36FE}"/>
            </c:ext>
          </c:extLst>
        </c:ser>
        <c:ser>
          <c:idx val="2"/>
          <c:order val="2"/>
          <c:tx>
            <c:strRef>
              <c:f>'Read_only (rtm)'!$D$2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'Read_only (rtm)'!$A$3:$A$8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'Read_only (rtm)'!$D$3:$D$8</c:f>
              <c:numCache>
                <c:formatCode>0.00E+00</c:formatCode>
                <c:ptCount val="6"/>
                <c:pt idx="0">
                  <c:v>73.052071573526803</c:v>
                </c:pt>
                <c:pt idx="1">
                  <c:v>63.8071446568444</c:v>
                </c:pt>
                <c:pt idx="2">
                  <c:v>56.557279701680301</c:v>
                </c:pt>
                <c:pt idx="3">
                  <c:v>36.942870804734298</c:v>
                </c:pt>
                <c:pt idx="4">
                  <c:v>33.027029097310397</c:v>
                </c:pt>
                <c:pt idx="5">
                  <c:v>30.3148160138206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46-4298-BA2D-1B0F148A36FE}"/>
            </c:ext>
          </c:extLst>
        </c:ser>
        <c:ser>
          <c:idx val="3"/>
          <c:order val="3"/>
          <c:tx>
            <c:strRef>
              <c:f>'Read_only (rtm)'!$E$2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'Read_only (rtm)'!$A$3:$A$8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'Read_only (rtm)'!$E$3:$E$8</c:f>
              <c:numCache>
                <c:formatCode>General</c:formatCode>
                <c:ptCount val="6"/>
                <c:pt idx="0">
                  <c:v>44.378394779461203</c:v>
                </c:pt>
                <c:pt idx="1">
                  <c:v>157.69771494608099</c:v>
                </c:pt>
                <c:pt idx="2">
                  <c:v>167.324221437071</c:v>
                </c:pt>
                <c:pt idx="3">
                  <c:v>228.130163489886</c:v>
                </c:pt>
                <c:pt idx="4">
                  <c:v>275.09579118203698</c:v>
                </c:pt>
                <c:pt idx="5">
                  <c:v>312.93279651399899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C46-4298-BA2D-1B0F148A36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83094352"/>
        <c:axId val="-383091792"/>
      </c:barChart>
      <c:catAx>
        <c:axId val="-383094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Number of Cores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383091792"/>
        <c:crosses val="autoZero"/>
        <c:auto val="1"/>
        <c:lblAlgn val="ctr"/>
        <c:lblOffset val="100"/>
        <c:noMultiLvlLbl val="0"/>
      </c:catAx>
      <c:valAx>
        <c:axId val="-3830917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383094352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2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041869"/>
              </p:ext>
            </p:extLst>
          </p:nvPr>
        </p:nvGraphicFramePr>
        <p:xfrm>
          <a:off x="0" y="0"/>
          <a:ext cx="7199313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2527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38</cp:revision>
  <cp:lastPrinted>2018-10-16T02:15:36Z</cp:lastPrinted>
  <dcterms:created xsi:type="dcterms:W3CDTF">2018-09-13T08:59:53Z</dcterms:created>
  <dcterms:modified xsi:type="dcterms:W3CDTF">2018-10-16T02:54:51Z</dcterms:modified>
</cp:coreProperties>
</file>