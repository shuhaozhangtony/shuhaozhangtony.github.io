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19931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/>
    <p:restoredTop sz="94647"/>
  </p:normalViewPr>
  <p:slideViewPr>
    <p:cSldViewPr snapToGrid="0" snapToObjects="1">
      <p:cViewPr varScale="1">
        <p:scale>
          <a:sx n="66" d="100"/>
          <a:sy n="66" d="100"/>
        </p:scale>
        <p:origin x="6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shuhaozhang\myworkingonpapers\tsp_experiments\experiments\MB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'Write_intensive (rtm)'!$B$1</c:f>
              <c:strCache>
                <c:ptCount val="1"/>
                <c:pt idx="0">
                  <c:v>NOCC</c:v>
                </c:pt>
              </c:strCache>
            </c:strRef>
          </c:tx>
          <c:spPr>
            <a:pattFill prst="pct5">
              <a:fgClr>
                <a:srgbClr val="C90001"/>
              </a:fgClr>
              <a:bgClr>
                <a:sysClr val="window" lastClr="FFFFFF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'Write_intensive (rtm)'!$A$2:$A$7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'Write_intensive (rtm)'!$B$2:$B$7</c:f>
              <c:numCache>
                <c:formatCode>0.00E+00</c:formatCode>
                <c:ptCount val="6"/>
                <c:pt idx="0">
                  <c:v>166.34820211187099</c:v>
                </c:pt>
                <c:pt idx="1">
                  <c:v>427.150777279914</c:v>
                </c:pt>
                <c:pt idx="2">
                  <c:v>679.29575204809703</c:v>
                </c:pt>
                <c:pt idx="3" formatCode="General">
                  <c:v>552.64729070588976</c:v>
                </c:pt>
                <c:pt idx="4">
                  <c:v>515.13880877929898</c:v>
                </c:pt>
                <c:pt idx="5">
                  <c:v>144.04533069482301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6F-48B6-A028-DEF2A380C037}"/>
            </c:ext>
          </c:extLst>
        </c:ser>
        <c:ser>
          <c:idx val="1"/>
          <c:order val="1"/>
          <c:tx>
            <c:strRef>
              <c:f>'Write_intensive (rtm)'!$C$1</c:f>
              <c:strCache>
                <c:ptCount val="1"/>
                <c:pt idx="0">
                  <c:v>LAL</c:v>
                </c:pt>
              </c:strCache>
            </c:strRef>
          </c:tx>
          <c:spPr>
            <a:pattFill prst="wdUpDiag">
              <a:fgClr>
                <a:srgbClr val="4472C4"/>
              </a:fgClr>
              <a:bgClr>
                <a:sysClr val="window" lastClr="FFFFFF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'Write_intensive (rtm)'!$A$2:$A$7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'Write_intensive (rtm)'!$C$2:$C$7</c:f>
              <c:numCache>
                <c:formatCode>0.00E+00</c:formatCode>
                <c:ptCount val="6"/>
                <c:pt idx="0">
                  <c:v>171.420386556301</c:v>
                </c:pt>
                <c:pt idx="1">
                  <c:v>113.89032904479799</c:v>
                </c:pt>
                <c:pt idx="2">
                  <c:v>73.626223083302605</c:v>
                </c:pt>
                <c:pt idx="3">
                  <c:v>57.036914296410501</c:v>
                </c:pt>
                <c:pt idx="4">
                  <c:v>41.2883637013746</c:v>
                </c:pt>
                <c:pt idx="5">
                  <c:v>36.997343418960398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6F-48B6-A028-DEF2A380C037}"/>
            </c:ext>
          </c:extLst>
        </c:ser>
        <c:ser>
          <c:idx val="2"/>
          <c:order val="2"/>
          <c:tx>
            <c:strRef>
              <c:f>'Write_intensive (rtm)'!$D$1</c:f>
              <c:strCache>
                <c:ptCount val="1"/>
                <c:pt idx="0">
                  <c:v>LWM</c:v>
                </c:pt>
              </c:strCache>
            </c:strRef>
          </c:tx>
          <c:spPr>
            <a:pattFill prst="dkHorz">
              <a:fgClr>
                <a:schemeClr val="accent6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'Write_intensive (rtm)'!$A$2:$A$7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'Write_intensive (rtm)'!$D$2:$D$7</c:f>
              <c:numCache>
                <c:formatCode>0.00E+00</c:formatCode>
                <c:ptCount val="6"/>
                <c:pt idx="0">
                  <c:v>50.721440179716183</c:v>
                </c:pt>
                <c:pt idx="1">
                  <c:v>89.110919419873497</c:v>
                </c:pt>
                <c:pt idx="2">
                  <c:v>52.905414576598602</c:v>
                </c:pt>
                <c:pt idx="3">
                  <c:v>49.086357933529499</c:v>
                </c:pt>
                <c:pt idx="4">
                  <c:v>34.831709077199989</c:v>
                </c:pt>
                <c:pt idx="5">
                  <c:v>50.721440179716183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26F-48B6-A028-DEF2A380C037}"/>
            </c:ext>
          </c:extLst>
        </c:ser>
        <c:ser>
          <c:idx val="3"/>
          <c:order val="3"/>
          <c:tx>
            <c:strRef>
              <c:f>'Write_intensive (rtm)'!$E$1</c:f>
              <c:strCache>
                <c:ptCount val="1"/>
                <c:pt idx="0">
                  <c:v>T-Stream</c:v>
                </c:pt>
              </c:strCache>
            </c:strRef>
          </c:tx>
          <c:spPr>
            <a:pattFill prst="pct50">
              <a:fgClr>
                <a:srgbClr val="A345EE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'Write_intensive (rtm)'!$A$2:$A$7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16</c:v>
                </c:pt>
                <c:pt idx="3">
                  <c:v>24</c:v>
                </c:pt>
                <c:pt idx="4">
                  <c:v>32</c:v>
                </c:pt>
                <c:pt idx="5">
                  <c:v>38</c:v>
                </c:pt>
              </c:numCache>
            </c:numRef>
          </c:cat>
          <c:val>
            <c:numRef>
              <c:f>'Write_intensive (rtm)'!$E$2:$E$7</c:f>
              <c:numCache>
                <c:formatCode>General</c:formatCode>
                <c:ptCount val="6"/>
                <c:pt idx="0">
                  <c:v>34.969395876152802</c:v>
                </c:pt>
                <c:pt idx="1">
                  <c:v>137.718403382768</c:v>
                </c:pt>
                <c:pt idx="2">
                  <c:v>140.56899468043</c:v>
                </c:pt>
                <c:pt idx="3">
                  <c:v>166.67370538590899</c:v>
                </c:pt>
                <c:pt idx="4">
                  <c:v>212.12929233461799</c:v>
                </c:pt>
                <c:pt idx="5">
                  <c:v>256.53362769475302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26F-48B6-A028-DEF2A380C0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15328512"/>
        <c:axId val="-15325104"/>
      </c:barChart>
      <c:catAx>
        <c:axId val="-153285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dirty="0" smtClean="0"/>
                  <a:t>Number of Cores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-15325104"/>
        <c:crosses val="autoZero"/>
        <c:auto val="1"/>
        <c:lblAlgn val="ctr"/>
        <c:lblOffset val="100"/>
        <c:noMultiLvlLbl val="0"/>
      </c:catAx>
      <c:valAx>
        <c:axId val="-1532510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dirty="0" smtClean="0"/>
                  <a:t>Throughput (k events/s)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-15328512"/>
        <c:crosses val="autoZero"/>
        <c:crossBetween val="between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883861"/>
            <a:ext cx="6119416" cy="188023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836605"/>
            <a:ext cx="539948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346420"/>
            <a:ext cx="6209407" cy="224653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614203"/>
            <a:ext cx="6209407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537"/>
            <a:ext cx="6209407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323916"/>
            <a:ext cx="3045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972747"/>
            <a:ext cx="3045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323916"/>
            <a:ext cx="3060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972747"/>
            <a:ext cx="3060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777598"/>
            <a:ext cx="3644652" cy="3837980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777598"/>
            <a:ext cx="3644652" cy="3837980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287536"/>
            <a:ext cx="1552352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87536"/>
            <a:ext cx="4567064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87537"/>
            <a:ext cx="6209407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437680"/>
            <a:ext cx="6209407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005627"/>
            <a:ext cx="242976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50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1680490"/>
              </p:ext>
            </p:extLst>
          </p:nvPr>
        </p:nvGraphicFramePr>
        <p:xfrm>
          <a:off x="0" y="0"/>
          <a:ext cx="7199313" cy="54006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DengXian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DengXian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2513</TotalTime>
  <Words>8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27</cp:revision>
  <cp:lastPrinted>2018-09-25T07:17:28Z</cp:lastPrinted>
  <dcterms:created xsi:type="dcterms:W3CDTF">2018-09-13T08:59:53Z</dcterms:created>
  <dcterms:modified xsi:type="dcterms:W3CDTF">2018-10-16T02:30:38Z</dcterms:modified>
</cp:coreProperties>
</file>