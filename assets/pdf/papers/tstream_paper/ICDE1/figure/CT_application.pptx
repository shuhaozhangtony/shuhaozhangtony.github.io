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56" r:id="rId2"/>
  </p:sldIdLst>
  <p:sldSz cx="5040313" cy="2160588"/>
  <p:notesSz cx="6858000" cy="9144000"/>
  <p:defaultTextStyle>
    <a:defPPr>
      <a:defRPr lang="en-US"/>
    </a:defPPr>
    <a:lvl1pPr marL="0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1pPr>
    <a:lvl2pPr marL="183829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2pPr>
    <a:lvl3pPr marL="367658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3pPr>
    <a:lvl4pPr marL="551487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4pPr>
    <a:lvl5pPr marL="735315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5pPr>
    <a:lvl6pPr marL="919144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6pPr>
    <a:lvl7pPr marL="1102972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7pPr>
    <a:lvl8pPr marL="1286801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8pPr>
    <a:lvl9pPr marL="1470630" algn="l" defTabSz="367658" rtl="0" eaLnBrk="1" latinLnBrk="0" hangingPunct="1">
      <a:defRPr sz="72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147"/>
    <p:restoredTop sz="94647"/>
  </p:normalViewPr>
  <p:slideViewPr>
    <p:cSldViewPr snapToGrid="0" snapToObjects="1">
      <p:cViewPr>
        <p:scale>
          <a:sx n="187" d="100"/>
          <a:sy n="187" d="100"/>
        </p:scale>
        <p:origin x="3744" y="2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039" y="353596"/>
            <a:ext cx="3780235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1134809"/>
            <a:ext cx="3780235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6" y="538647"/>
            <a:ext cx="4347270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6" y="1445894"/>
            <a:ext cx="4347270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575157"/>
            <a:ext cx="2142133" cy="13708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575157"/>
            <a:ext cx="2142133" cy="13708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15031"/>
            <a:ext cx="4347270" cy="41761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8" y="529645"/>
            <a:ext cx="2132288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8" y="789215"/>
            <a:ext cx="2132288" cy="11608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529645"/>
            <a:ext cx="2142790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789215"/>
            <a:ext cx="2142790" cy="11608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44039"/>
            <a:ext cx="162563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311085"/>
            <a:ext cx="2551658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648176"/>
            <a:ext cx="162563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44039"/>
            <a:ext cx="162563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311085"/>
            <a:ext cx="2551658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648176"/>
            <a:ext cx="162563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4" y="115032"/>
            <a:ext cx="1086817" cy="18309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1" y="115032"/>
            <a:ext cx="3197449" cy="18309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115031"/>
            <a:ext cx="4347270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575157"/>
            <a:ext cx="4347270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2002545"/>
            <a:ext cx="1134070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61EC6-4F1A-A144-BC02-FF70272CC234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2002545"/>
            <a:ext cx="170110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2002545"/>
            <a:ext cx="1134070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0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Curved Connector 85"/>
          <p:cNvCxnSpPr>
            <a:stCxn id="9" idx="4"/>
            <a:endCxn id="84" idx="2"/>
          </p:cNvCxnSpPr>
          <p:nvPr/>
        </p:nvCxnSpPr>
        <p:spPr>
          <a:xfrm rot="16200000" flipH="1">
            <a:off x="2791258" y="177658"/>
            <a:ext cx="191400" cy="2828155"/>
          </a:xfrm>
          <a:prstGeom prst="curvedConnector3">
            <a:avLst>
              <a:gd name="adj1" fmla="val 198045"/>
            </a:avLst>
          </a:prstGeom>
          <a:ln w="38100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249" y="21035"/>
            <a:ext cx="1289714" cy="47672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 err="1">
                <a:latin typeface="Helvetica" charset="0"/>
                <a:ea typeface="Helvetica" charset="0"/>
                <a:cs typeface="Helvetica" charset="0"/>
              </a:rPr>
              <a:t>txn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requests as input stream</a:t>
            </a:r>
          </a:p>
        </p:txBody>
      </p:sp>
      <p:sp>
        <p:nvSpPr>
          <p:cNvPr id="8" name="Oval 7"/>
          <p:cNvSpPr/>
          <p:nvPr/>
        </p:nvSpPr>
        <p:spPr>
          <a:xfrm>
            <a:off x="968595" y="553490"/>
            <a:ext cx="1003109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Transfer</a:t>
            </a:r>
          </a:p>
        </p:txBody>
      </p:sp>
      <p:sp>
        <p:nvSpPr>
          <p:cNvPr id="9" name="Oval 8"/>
          <p:cNvSpPr/>
          <p:nvPr/>
        </p:nvSpPr>
        <p:spPr>
          <a:xfrm>
            <a:off x="968595" y="1136035"/>
            <a:ext cx="1008573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>
                <a:latin typeface="Helvetica" charset="0"/>
                <a:ea typeface="Helvetica" charset="0"/>
                <a:cs typeface="Helvetica" charset="0"/>
              </a:rPr>
              <a:t>Deposite</a:t>
            </a:r>
            <a:endParaRPr lang="en-US" sz="1400" dirty="0">
              <a:latin typeface="Helvetica" charset="0"/>
              <a:ea typeface="Helvetica" charset="0"/>
              <a:cs typeface="Helvetica" charset="0"/>
            </a:endParaRPr>
          </a:p>
        </p:txBody>
      </p:sp>
      <p:cxnSp>
        <p:nvCxnSpPr>
          <p:cNvPr id="15" name="Curved Connector 14"/>
          <p:cNvCxnSpPr>
            <a:stCxn id="4" idx="2"/>
            <a:endCxn id="8" idx="2"/>
          </p:cNvCxnSpPr>
          <p:nvPr/>
        </p:nvCxnSpPr>
        <p:spPr>
          <a:xfrm rot="16200000" flipH="1">
            <a:off x="695486" y="460380"/>
            <a:ext cx="235729" cy="310489"/>
          </a:xfrm>
          <a:prstGeom prst="curvedConnector2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4" idx="2"/>
            <a:endCxn id="9" idx="2"/>
          </p:cNvCxnSpPr>
          <p:nvPr/>
        </p:nvCxnSpPr>
        <p:spPr>
          <a:xfrm rot="16200000" flipH="1">
            <a:off x="404213" y="751653"/>
            <a:ext cx="818274" cy="310489"/>
          </a:xfrm>
          <a:prstGeom prst="curvedConnector2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20609"/>
              </p:ext>
            </p:extLst>
          </p:nvPr>
        </p:nvGraphicFramePr>
        <p:xfrm>
          <a:off x="2351480" y="733493"/>
          <a:ext cx="1205684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586854"/>
                <a:gridCol w="618830"/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solidFill>
                            <a:schemeClr val="tx1"/>
                          </a:solidFill>
                        </a:rPr>
                        <a:t>acc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depo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1012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00" name="Curved Connector 99"/>
          <p:cNvCxnSpPr>
            <a:stCxn id="9" idx="5"/>
            <a:endCxn id="37" idx="2"/>
          </p:cNvCxnSpPr>
          <p:nvPr/>
        </p:nvCxnSpPr>
        <p:spPr>
          <a:xfrm rot="16200000" flipH="1">
            <a:off x="2269834" y="1002946"/>
            <a:ext cx="244121" cy="1124857"/>
          </a:xfrm>
          <a:prstGeom prst="curvedConnector3">
            <a:avLst>
              <a:gd name="adj1" fmla="val 123760"/>
            </a:avLst>
          </a:prstGeom>
          <a:ln w="38100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295627" y="1912164"/>
            <a:ext cx="1171516" cy="23836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Account Table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5868" y="15946"/>
            <a:ext cx="2756908" cy="23836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 err="1">
                <a:latin typeface="Helvetica" charset="0"/>
                <a:ea typeface="Helvetica" charset="0"/>
                <a:cs typeface="Helvetica" charset="0"/>
              </a:rPr>
              <a:t>txn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sz="1400" dirty="0" smtClean="0">
                <a:latin typeface="Helvetica" charset="0"/>
                <a:ea typeface="Helvetica" charset="0"/>
                <a:cs typeface="Helvetica" charset="0"/>
              </a:rPr>
              <a:t>accept/reject as output stream</a:t>
            </a:r>
            <a:endParaRPr lang="en-US" sz="1400" dirty="0"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84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030915"/>
              </p:ext>
            </p:extLst>
          </p:nvPr>
        </p:nvGraphicFramePr>
        <p:xfrm>
          <a:off x="3599706" y="733493"/>
          <a:ext cx="1402663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812587"/>
                <a:gridCol w="590076"/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book-id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depo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178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3715277" y="1903231"/>
            <a:ext cx="1171516" cy="23836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Asset Table</a:t>
            </a:r>
          </a:p>
        </p:txBody>
      </p:sp>
      <p:cxnSp>
        <p:nvCxnSpPr>
          <p:cNvPr id="88" name="Curved Connector 87"/>
          <p:cNvCxnSpPr>
            <a:stCxn id="8" idx="5"/>
            <a:endCxn id="37" idx="1"/>
          </p:cNvCxnSpPr>
          <p:nvPr/>
        </p:nvCxnSpPr>
        <p:spPr>
          <a:xfrm rot="16200000" flipH="1">
            <a:off x="1913294" y="772277"/>
            <a:ext cx="349695" cy="526678"/>
          </a:xfrm>
          <a:prstGeom prst="curvedConnector2">
            <a:avLst/>
          </a:prstGeom>
          <a:ln w="38100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Curved Connector 92"/>
          <p:cNvCxnSpPr>
            <a:stCxn id="8" idx="7"/>
            <a:endCxn id="84" idx="0"/>
          </p:cNvCxnSpPr>
          <p:nvPr/>
        </p:nvCxnSpPr>
        <p:spPr>
          <a:xfrm rot="16200000" flipH="1">
            <a:off x="2999278" y="-568265"/>
            <a:ext cx="127282" cy="2476235"/>
          </a:xfrm>
          <a:prstGeom prst="curvedConnector3">
            <a:avLst>
              <a:gd name="adj1" fmla="val -124521"/>
            </a:avLst>
          </a:prstGeom>
          <a:ln w="38100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Curved Connector 70"/>
          <p:cNvCxnSpPr>
            <a:stCxn id="8" idx="6"/>
            <a:endCxn id="70" idx="2"/>
          </p:cNvCxnSpPr>
          <p:nvPr/>
        </p:nvCxnSpPr>
        <p:spPr>
          <a:xfrm flipV="1">
            <a:off x="1971704" y="254309"/>
            <a:ext cx="982618" cy="479181"/>
          </a:xfrm>
          <a:prstGeom prst="curvedConnector2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03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</TotalTime>
  <Words>28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131</cp:revision>
  <cp:lastPrinted>2018-10-03T13:43:46Z</cp:lastPrinted>
  <dcterms:created xsi:type="dcterms:W3CDTF">2018-10-03T08:39:01Z</dcterms:created>
  <dcterms:modified xsi:type="dcterms:W3CDTF">2018-10-07T15:04:44Z</dcterms:modified>
</cp:coreProperties>
</file>