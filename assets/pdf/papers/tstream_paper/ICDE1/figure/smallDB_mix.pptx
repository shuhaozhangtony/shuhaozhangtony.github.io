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66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9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SMALL_SIZEDB\allrestul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'Read_Write_Mix (rtm)'!$B$1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5">
              <a:fgClr>
                <a:srgbClr val="C90001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(rtm)'!$B$2:$B$6</c:f>
              <c:numCache>
                <c:formatCode>0.00</c:formatCode>
                <c:ptCount val="5"/>
                <c:pt idx="0" formatCode="0.00E+00">
                  <c:v>27.779800149731098</c:v>
                </c:pt>
                <c:pt idx="1">
                  <c:v>24.545686881573889</c:v>
                </c:pt>
                <c:pt idx="2">
                  <c:v>27.660333485796698</c:v>
                </c:pt>
                <c:pt idx="3">
                  <c:v>67.28673622801638</c:v>
                </c:pt>
                <c:pt idx="4" formatCode="0.00E+00">
                  <c:v>605.05236774179991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B5-4144-BFCD-25A6576471C1}"/>
            </c:ext>
          </c:extLst>
        </c:ser>
        <c:ser>
          <c:idx val="1"/>
          <c:order val="1"/>
          <c:tx>
            <c:strRef>
              <c:f>'Read_Write_Mix (rtm)'!$C$1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(rtm)'!$C$2:$C$6</c:f>
              <c:numCache>
                <c:formatCode>0.00</c:formatCode>
                <c:ptCount val="5"/>
                <c:pt idx="0">
                  <c:v>48.745761361147899</c:v>
                </c:pt>
                <c:pt idx="1">
                  <c:v>46.043028066573903</c:v>
                </c:pt>
                <c:pt idx="2">
                  <c:v>49.027458782378901</c:v>
                </c:pt>
                <c:pt idx="3">
                  <c:v>44.103370721329703</c:v>
                </c:pt>
                <c:pt idx="4">
                  <c:v>51.951747176353791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B5-4144-BFCD-25A6576471C1}"/>
            </c:ext>
          </c:extLst>
        </c:ser>
        <c:ser>
          <c:idx val="2"/>
          <c:order val="2"/>
          <c:tx>
            <c:strRef>
              <c:f>'Read_Write_Mix (rtm)'!$D$1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(rtm)'!$D$2:$D$6</c:f>
              <c:numCache>
                <c:formatCode>0.00</c:formatCode>
                <c:ptCount val="5"/>
                <c:pt idx="0">
                  <c:v>38.496988405458502</c:v>
                </c:pt>
                <c:pt idx="1">
                  <c:v>35.84136579009219</c:v>
                </c:pt>
                <c:pt idx="2">
                  <c:v>36.044133941599902</c:v>
                </c:pt>
                <c:pt idx="3">
                  <c:v>39.938933050341497</c:v>
                </c:pt>
                <c:pt idx="4">
                  <c:v>34.591090159825498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B5-4144-BFCD-25A6576471C1}"/>
            </c:ext>
          </c:extLst>
        </c:ser>
        <c:ser>
          <c:idx val="3"/>
          <c:order val="3"/>
          <c:tx>
            <c:strRef>
              <c:f>'Read_Write_Mix (rtm)'!$E$1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(rtm)'!$E$2:$E$6</c:f>
              <c:numCache>
                <c:formatCode>0.00</c:formatCode>
                <c:ptCount val="5"/>
                <c:pt idx="0" formatCode="0.00E+00">
                  <c:v>373.76252701609201</c:v>
                </c:pt>
                <c:pt idx="1">
                  <c:v>356.23854858353502</c:v>
                </c:pt>
                <c:pt idx="2">
                  <c:v>314.30302558527598</c:v>
                </c:pt>
                <c:pt idx="3">
                  <c:v>334.42705720761091</c:v>
                </c:pt>
                <c:pt idx="4" formatCode="0.00E+00">
                  <c:v>310.09472366070401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B5-4144-BFCD-25A6576471C1}"/>
            </c:ext>
          </c:extLst>
        </c:ser>
        <c:ser>
          <c:idx val="4"/>
          <c:order val="4"/>
          <c:tx>
            <c:strRef>
              <c:f>'Read_Write_Mix (rtm)'!$F$1</c:f>
              <c:strCache>
                <c:ptCount val="1"/>
                <c:pt idx="0">
                  <c:v>PAT</c:v>
                </c:pt>
              </c:strCache>
            </c:strRef>
          </c:tx>
          <c:spPr>
            <a:pattFill prst="pct90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(rtm)'!$F$2:$F$6</c:f>
              <c:numCache>
                <c:formatCode>General</c:formatCode>
                <c:ptCount val="5"/>
                <c:pt idx="0">
                  <c:v>622.49774369020099</c:v>
                </c:pt>
                <c:pt idx="1">
                  <c:v>532.04538342258104</c:v>
                </c:pt>
                <c:pt idx="2">
                  <c:v>482.77017292169592</c:v>
                </c:pt>
                <c:pt idx="3">
                  <c:v>382.67370985507392</c:v>
                </c:pt>
                <c:pt idx="4">
                  <c:v>322.55769981552697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B5-4144-BFCD-25A657647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1945056"/>
        <c:axId val="1012345472"/>
      </c:barChart>
      <c:catAx>
        <c:axId val="1011945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Percentage of Read Requests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012345472"/>
        <c:crosses val="autoZero"/>
        <c:auto val="1"/>
        <c:lblAlgn val="ctr"/>
        <c:lblOffset val="100"/>
        <c:noMultiLvlLbl val="0"/>
      </c:catAx>
      <c:valAx>
        <c:axId val="1012345472"/>
        <c:scaling>
          <c:orientation val="minMax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011945056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4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1620413"/>
              </p:ext>
            </p:extLst>
          </p:nvPr>
        </p:nvGraphicFramePr>
        <p:xfrm>
          <a:off x="0" y="1"/>
          <a:ext cx="7199313" cy="5400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3946</TotalTime>
  <Words>9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50</cp:revision>
  <cp:lastPrinted>2018-10-11T02:16:56Z</cp:lastPrinted>
  <dcterms:created xsi:type="dcterms:W3CDTF">2018-09-13T08:59:53Z</dcterms:created>
  <dcterms:modified xsi:type="dcterms:W3CDTF">2018-10-16T03:13:57Z</dcterms:modified>
</cp:coreProperties>
</file>