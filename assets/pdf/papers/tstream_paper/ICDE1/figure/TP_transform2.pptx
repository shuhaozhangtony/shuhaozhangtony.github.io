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8" r:id="rId1"/>
  </p:sldMasterIdLst>
  <p:sldIdLst>
    <p:sldId id="256" r:id="rId2"/>
  </p:sldIdLst>
  <p:sldSz cx="2159000" cy="1260475"/>
  <p:notesSz cx="6858000" cy="9144000"/>
  <p:defaultTextStyle>
    <a:defPPr>
      <a:defRPr lang="en-US"/>
    </a:defPPr>
    <a:lvl1pPr marL="0" algn="l" defTabSz="855331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1pPr>
    <a:lvl2pPr marL="427664" algn="l" defTabSz="855331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2pPr>
    <a:lvl3pPr marL="855331" algn="l" defTabSz="855331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3pPr>
    <a:lvl4pPr marL="1282994" algn="l" defTabSz="855331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4pPr>
    <a:lvl5pPr marL="1710661" algn="l" defTabSz="855331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5pPr>
    <a:lvl6pPr marL="2138327" algn="l" defTabSz="855331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6pPr>
    <a:lvl7pPr marL="2565994" algn="l" defTabSz="855331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7pPr>
    <a:lvl8pPr marL="2993655" algn="l" defTabSz="855331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8pPr>
    <a:lvl9pPr marL="3421323" algn="l" defTabSz="855331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12"/>
    <p:restoredTop sz="94647"/>
  </p:normalViewPr>
  <p:slideViewPr>
    <p:cSldViewPr snapToGrid="0" snapToObjects="1">
      <p:cViewPr varScale="1">
        <p:scale>
          <a:sx n="400" d="100"/>
          <a:sy n="400" d="100"/>
        </p:scale>
        <p:origin x="712" y="1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875" y="206286"/>
            <a:ext cx="1619250" cy="438832"/>
          </a:xfrm>
        </p:spPr>
        <p:txBody>
          <a:bodyPr anchor="b"/>
          <a:lstStyle>
            <a:lvl1pPr algn="ctr">
              <a:defRPr sz="106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875" y="662041"/>
            <a:ext cx="1619250" cy="304323"/>
          </a:xfrm>
        </p:spPr>
        <p:txBody>
          <a:bodyPr/>
          <a:lstStyle>
            <a:lvl1pPr marL="0" indent="0" algn="ctr">
              <a:buNone/>
              <a:defRPr sz="425"/>
            </a:lvl1pPr>
            <a:lvl2pPr marL="80970" indent="0" algn="ctr">
              <a:buNone/>
              <a:defRPr sz="354"/>
            </a:lvl2pPr>
            <a:lvl3pPr marL="161940" indent="0" algn="ctr">
              <a:buNone/>
              <a:defRPr sz="319"/>
            </a:lvl3pPr>
            <a:lvl4pPr marL="242910" indent="0" algn="ctr">
              <a:buNone/>
              <a:defRPr sz="283"/>
            </a:lvl4pPr>
            <a:lvl5pPr marL="323880" indent="0" algn="ctr">
              <a:buNone/>
              <a:defRPr sz="283"/>
            </a:lvl5pPr>
            <a:lvl6pPr marL="404851" indent="0" algn="ctr">
              <a:buNone/>
              <a:defRPr sz="283"/>
            </a:lvl6pPr>
            <a:lvl7pPr marL="485821" indent="0" algn="ctr">
              <a:buNone/>
              <a:defRPr sz="283"/>
            </a:lvl7pPr>
            <a:lvl8pPr marL="566791" indent="0" algn="ctr">
              <a:buNone/>
              <a:defRPr sz="283"/>
            </a:lvl8pPr>
            <a:lvl9pPr marL="647761" indent="0" algn="ctr">
              <a:buNone/>
              <a:defRPr sz="28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07" y="314244"/>
            <a:ext cx="1862138" cy="524322"/>
          </a:xfrm>
        </p:spPr>
        <p:txBody>
          <a:bodyPr anchor="b"/>
          <a:lstStyle>
            <a:lvl1pPr>
              <a:defRPr sz="106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07" y="843526"/>
            <a:ext cx="1862138" cy="275729"/>
          </a:xfrm>
        </p:spPr>
        <p:txBody>
          <a:bodyPr/>
          <a:lstStyle>
            <a:lvl1pPr marL="0" indent="0">
              <a:buNone/>
              <a:defRPr sz="425">
                <a:solidFill>
                  <a:schemeClr val="tx1">
                    <a:tint val="75000"/>
                  </a:schemeClr>
                </a:solidFill>
              </a:defRPr>
            </a:lvl1pPr>
            <a:lvl2pPr marL="80970" indent="0">
              <a:buNone/>
              <a:defRPr sz="354">
                <a:solidFill>
                  <a:schemeClr val="tx1">
                    <a:tint val="75000"/>
                  </a:schemeClr>
                </a:solidFill>
              </a:defRPr>
            </a:lvl2pPr>
            <a:lvl3pPr marL="161940" indent="0">
              <a:buNone/>
              <a:defRPr sz="319">
                <a:solidFill>
                  <a:schemeClr val="tx1">
                    <a:tint val="75000"/>
                  </a:schemeClr>
                </a:solidFill>
              </a:defRPr>
            </a:lvl3pPr>
            <a:lvl4pPr marL="242910" indent="0">
              <a:buNone/>
              <a:defRPr sz="283">
                <a:solidFill>
                  <a:schemeClr val="tx1">
                    <a:tint val="75000"/>
                  </a:schemeClr>
                </a:solidFill>
              </a:defRPr>
            </a:lvl4pPr>
            <a:lvl5pPr marL="323880" indent="0">
              <a:buNone/>
              <a:defRPr sz="283">
                <a:solidFill>
                  <a:schemeClr val="tx1">
                    <a:tint val="75000"/>
                  </a:schemeClr>
                </a:solidFill>
              </a:defRPr>
            </a:lvl5pPr>
            <a:lvl6pPr marL="404851" indent="0">
              <a:buNone/>
              <a:defRPr sz="283">
                <a:solidFill>
                  <a:schemeClr val="tx1">
                    <a:tint val="75000"/>
                  </a:schemeClr>
                </a:solidFill>
              </a:defRPr>
            </a:lvl6pPr>
            <a:lvl7pPr marL="485821" indent="0">
              <a:buNone/>
              <a:defRPr sz="283">
                <a:solidFill>
                  <a:schemeClr val="tx1">
                    <a:tint val="75000"/>
                  </a:schemeClr>
                </a:solidFill>
              </a:defRPr>
            </a:lvl7pPr>
            <a:lvl8pPr marL="566791" indent="0">
              <a:buNone/>
              <a:defRPr sz="283">
                <a:solidFill>
                  <a:schemeClr val="tx1">
                    <a:tint val="75000"/>
                  </a:schemeClr>
                </a:solidFill>
              </a:defRPr>
            </a:lvl8pPr>
            <a:lvl9pPr marL="647761" indent="0">
              <a:buNone/>
              <a:defRPr sz="2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" y="335543"/>
            <a:ext cx="917575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2994" y="335543"/>
            <a:ext cx="917575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12" y="67108"/>
            <a:ext cx="1862138" cy="24363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13" y="308992"/>
            <a:ext cx="913358" cy="151432"/>
          </a:xfrm>
        </p:spPr>
        <p:txBody>
          <a:bodyPr anchor="b"/>
          <a:lstStyle>
            <a:lvl1pPr marL="0" indent="0">
              <a:buNone/>
              <a:defRPr sz="425" b="1"/>
            </a:lvl1pPr>
            <a:lvl2pPr marL="80970" indent="0">
              <a:buNone/>
              <a:defRPr sz="354" b="1"/>
            </a:lvl2pPr>
            <a:lvl3pPr marL="161940" indent="0">
              <a:buNone/>
              <a:defRPr sz="319" b="1"/>
            </a:lvl3pPr>
            <a:lvl4pPr marL="242910" indent="0">
              <a:buNone/>
              <a:defRPr sz="283" b="1"/>
            </a:lvl4pPr>
            <a:lvl5pPr marL="323880" indent="0">
              <a:buNone/>
              <a:defRPr sz="283" b="1"/>
            </a:lvl5pPr>
            <a:lvl6pPr marL="404851" indent="0">
              <a:buNone/>
              <a:defRPr sz="283" b="1"/>
            </a:lvl6pPr>
            <a:lvl7pPr marL="485821" indent="0">
              <a:buNone/>
              <a:defRPr sz="283" b="1"/>
            </a:lvl7pPr>
            <a:lvl8pPr marL="566791" indent="0">
              <a:buNone/>
              <a:defRPr sz="283" b="1"/>
            </a:lvl8pPr>
            <a:lvl9pPr marL="647761" indent="0">
              <a:buNone/>
              <a:defRPr sz="28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13" y="460423"/>
            <a:ext cx="913358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2994" y="308992"/>
            <a:ext cx="917856" cy="151432"/>
          </a:xfrm>
        </p:spPr>
        <p:txBody>
          <a:bodyPr anchor="b"/>
          <a:lstStyle>
            <a:lvl1pPr marL="0" indent="0">
              <a:buNone/>
              <a:defRPr sz="425" b="1"/>
            </a:lvl1pPr>
            <a:lvl2pPr marL="80970" indent="0">
              <a:buNone/>
              <a:defRPr sz="354" b="1"/>
            </a:lvl2pPr>
            <a:lvl3pPr marL="161940" indent="0">
              <a:buNone/>
              <a:defRPr sz="319" b="1"/>
            </a:lvl3pPr>
            <a:lvl4pPr marL="242910" indent="0">
              <a:buNone/>
              <a:defRPr sz="283" b="1"/>
            </a:lvl4pPr>
            <a:lvl5pPr marL="323880" indent="0">
              <a:buNone/>
              <a:defRPr sz="283" b="1"/>
            </a:lvl5pPr>
            <a:lvl6pPr marL="404851" indent="0">
              <a:buNone/>
              <a:defRPr sz="283" b="1"/>
            </a:lvl6pPr>
            <a:lvl7pPr marL="485821" indent="0">
              <a:buNone/>
              <a:defRPr sz="283" b="1"/>
            </a:lvl7pPr>
            <a:lvl8pPr marL="566791" indent="0">
              <a:buNone/>
              <a:defRPr sz="283" b="1"/>
            </a:lvl8pPr>
            <a:lvl9pPr marL="647761" indent="0">
              <a:buNone/>
              <a:defRPr sz="28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2994" y="460423"/>
            <a:ext cx="917856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12" y="84032"/>
            <a:ext cx="696334" cy="294111"/>
          </a:xfrm>
        </p:spPr>
        <p:txBody>
          <a:bodyPr anchor="b"/>
          <a:lstStyle>
            <a:lvl1pPr>
              <a:defRPr sz="5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7856" y="181485"/>
            <a:ext cx="1092994" cy="895754"/>
          </a:xfrm>
        </p:spPr>
        <p:txBody>
          <a:bodyPr/>
          <a:lstStyle>
            <a:lvl1pPr>
              <a:defRPr sz="567"/>
            </a:lvl1pPr>
            <a:lvl2pPr>
              <a:defRPr sz="496"/>
            </a:lvl2pPr>
            <a:lvl3pPr>
              <a:defRPr sz="425"/>
            </a:lvl3pPr>
            <a:lvl4pPr>
              <a:defRPr sz="354"/>
            </a:lvl4pPr>
            <a:lvl5pPr>
              <a:defRPr sz="354"/>
            </a:lvl5pPr>
            <a:lvl6pPr>
              <a:defRPr sz="354"/>
            </a:lvl6pPr>
            <a:lvl7pPr>
              <a:defRPr sz="354"/>
            </a:lvl7pPr>
            <a:lvl8pPr>
              <a:defRPr sz="354"/>
            </a:lvl8pPr>
            <a:lvl9pPr>
              <a:defRPr sz="354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12" y="378142"/>
            <a:ext cx="696334" cy="700556"/>
          </a:xfrm>
        </p:spPr>
        <p:txBody>
          <a:bodyPr/>
          <a:lstStyle>
            <a:lvl1pPr marL="0" indent="0">
              <a:buNone/>
              <a:defRPr sz="283"/>
            </a:lvl1pPr>
            <a:lvl2pPr marL="80970" indent="0">
              <a:buNone/>
              <a:defRPr sz="248"/>
            </a:lvl2pPr>
            <a:lvl3pPr marL="161940" indent="0">
              <a:buNone/>
              <a:defRPr sz="213"/>
            </a:lvl3pPr>
            <a:lvl4pPr marL="242910" indent="0">
              <a:buNone/>
              <a:defRPr sz="177"/>
            </a:lvl4pPr>
            <a:lvl5pPr marL="323880" indent="0">
              <a:buNone/>
              <a:defRPr sz="177"/>
            </a:lvl5pPr>
            <a:lvl6pPr marL="404851" indent="0">
              <a:buNone/>
              <a:defRPr sz="177"/>
            </a:lvl6pPr>
            <a:lvl7pPr marL="485821" indent="0">
              <a:buNone/>
              <a:defRPr sz="177"/>
            </a:lvl7pPr>
            <a:lvl8pPr marL="566791" indent="0">
              <a:buNone/>
              <a:defRPr sz="177"/>
            </a:lvl8pPr>
            <a:lvl9pPr marL="647761" indent="0">
              <a:buNone/>
              <a:defRPr sz="17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12" y="84032"/>
            <a:ext cx="696334" cy="294111"/>
          </a:xfrm>
        </p:spPr>
        <p:txBody>
          <a:bodyPr anchor="b"/>
          <a:lstStyle>
            <a:lvl1pPr>
              <a:defRPr sz="5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856" y="181485"/>
            <a:ext cx="1092994" cy="895754"/>
          </a:xfrm>
        </p:spPr>
        <p:txBody>
          <a:bodyPr anchor="t"/>
          <a:lstStyle>
            <a:lvl1pPr marL="0" indent="0">
              <a:buNone/>
              <a:defRPr sz="567"/>
            </a:lvl1pPr>
            <a:lvl2pPr marL="80970" indent="0">
              <a:buNone/>
              <a:defRPr sz="496"/>
            </a:lvl2pPr>
            <a:lvl3pPr marL="161940" indent="0">
              <a:buNone/>
              <a:defRPr sz="425"/>
            </a:lvl3pPr>
            <a:lvl4pPr marL="242910" indent="0">
              <a:buNone/>
              <a:defRPr sz="354"/>
            </a:lvl4pPr>
            <a:lvl5pPr marL="323880" indent="0">
              <a:buNone/>
              <a:defRPr sz="354"/>
            </a:lvl5pPr>
            <a:lvl6pPr marL="404851" indent="0">
              <a:buNone/>
              <a:defRPr sz="354"/>
            </a:lvl6pPr>
            <a:lvl7pPr marL="485821" indent="0">
              <a:buNone/>
              <a:defRPr sz="354"/>
            </a:lvl7pPr>
            <a:lvl8pPr marL="566791" indent="0">
              <a:buNone/>
              <a:defRPr sz="354"/>
            </a:lvl8pPr>
            <a:lvl9pPr marL="647761" indent="0">
              <a:buNone/>
              <a:defRPr sz="354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12" y="378142"/>
            <a:ext cx="696334" cy="700556"/>
          </a:xfrm>
        </p:spPr>
        <p:txBody>
          <a:bodyPr/>
          <a:lstStyle>
            <a:lvl1pPr marL="0" indent="0">
              <a:buNone/>
              <a:defRPr sz="283"/>
            </a:lvl1pPr>
            <a:lvl2pPr marL="80970" indent="0">
              <a:buNone/>
              <a:defRPr sz="248"/>
            </a:lvl2pPr>
            <a:lvl3pPr marL="161940" indent="0">
              <a:buNone/>
              <a:defRPr sz="213"/>
            </a:lvl3pPr>
            <a:lvl4pPr marL="242910" indent="0">
              <a:buNone/>
              <a:defRPr sz="177"/>
            </a:lvl4pPr>
            <a:lvl5pPr marL="323880" indent="0">
              <a:buNone/>
              <a:defRPr sz="177"/>
            </a:lvl5pPr>
            <a:lvl6pPr marL="404851" indent="0">
              <a:buNone/>
              <a:defRPr sz="177"/>
            </a:lvl6pPr>
            <a:lvl7pPr marL="485821" indent="0">
              <a:buNone/>
              <a:defRPr sz="177"/>
            </a:lvl7pPr>
            <a:lvl8pPr marL="566791" indent="0">
              <a:buNone/>
              <a:defRPr sz="177"/>
            </a:lvl8pPr>
            <a:lvl9pPr marL="647761" indent="0">
              <a:buNone/>
              <a:defRPr sz="17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035" y="67109"/>
            <a:ext cx="465534" cy="106819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" y="67109"/>
            <a:ext cx="1369616" cy="106819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" y="67108"/>
            <a:ext cx="1862138" cy="243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" y="335543"/>
            <a:ext cx="1862138" cy="799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31" y="1168273"/>
            <a:ext cx="485775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4A07-7F2D-0546-A4E6-BFB433FFDF39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169" y="1168273"/>
            <a:ext cx="728663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4794" y="1168273"/>
            <a:ext cx="485775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DCF3D-FE49-054F-AA22-57B11C3F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161940" rtl="0" eaLnBrk="1" latinLnBrk="0" hangingPunct="1">
        <a:lnSpc>
          <a:spcPct val="90000"/>
        </a:lnSpc>
        <a:spcBef>
          <a:spcPct val="0"/>
        </a:spcBef>
        <a:buNone/>
        <a:defRPr sz="7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85" indent="-40485" algn="l" defTabSz="161940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496" kern="1200">
          <a:solidFill>
            <a:schemeClr val="tx1"/>
          </a:solidFill>
          <a:latin typeface="+mn-lt"/>
          <a:ea typeface="+mn-ea"/>
          <a:cs typeface="+mn-cs"/>
        </a:defRPr>
      </a:lvl1pPr>
      <a:lvl2pPr marL="121455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2pPr>
      <a:lvl3pPr marL="202425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3pPr>
      <a:lvl4pPr marL="283395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4pPr>
      <a:lvl5pPr marL="364366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5pPr>
      <a:lvl6pPr marL="445336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6pPr>
      <a:lvl7pPr marL="526306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7pPr>
      <a:lvl8pPr marL="607276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8pPr>
      <a:lvl9pPr marL="688246" indent="-40485" algn="l" defTabSz="161940" rtl="0" eaLnBrk="1" latinLnBrk="0" hangingPunct="1">
        <a:lnSpc>
          <a:spcPct val="90000"/>
        </a:lnSpc>
        <a:spcBef>
          <a:spcPts val="89"/>
        </a:spcBef>
        <a:buFont typeface="Arial" panose="020B0604020202020204" pitchFamily="34" charset="0"/>
        <a:buChar char="•"/>
        <a:defRPr sz="3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1pPr>
      <a:lvl2pPr marL="80970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2pPr>
      <a:lvl3pPr marL="161940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3pPr>
      <a:lvl4pPr marL="242910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4pPr>
      <a:lvl5pPr marL="323880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5pPr>
      <a:lvl6pPr marL="404851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6pPr>
      <a:lvl7pPr marL="485821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7pPr>
      <a:lvl8pPr marL="566791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8pPr>
      <a:lvl9pPr marL="647761" algn="l" defTabSz="161940" rtl="0" eaLnBrk="1" latinLnBrk="0" hangingPunct="1">
        <a:defRPr sz="3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909" y="351817"/>
            <a:ext cx="871360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t=f(r</a:t>
            </a:r>
            <a:r>
              <a:rPr lang="en-US" sz="1800" baseline="-25000" dirty="0">
                <a:solidFill>
                  <a:srgbClr val="FF0000"/>
                </a:solidFill>
              </a:rPr>
              <a:t>2</a:t>
            </a:r>
            <a:r>
              <a:rPr lang="en-US" sz="1800" dirty="0">
                <a:solidFill>
                  <a:srgbClr val="FF0000"/>
                </a:solidFill>
              </a:rPr>
              <a:t>(x))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-56227" y="696070"/>
            <a:ext cx="787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/>
              <a:t>w</a:t>
            </a:r>
            <a:r>
              <a:rPr lang="en-US" sz="1800" baseline="-25000" dirty="0"/>
              <a:t>2</a:t>
            </a:r>
            <a:r>
              <a:rPr lang="en-US" sz="1800" dirty="0"/>
              <a:t>(</a:t>
            </a:r>
            <a:r>
              <a:rPr lang="en-US" sz="1800" dirty="0" err="1"/>
              <a:t>y,t</a:t>
            </a:r>
            <a:r>
              <a:rPr lang="en-US" sz="1800" dirty="0"/>
              <a:t>)</a:t>
            </a:r>
            <a:endParaRPr lang="en-US" sz="1800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57144" y="615892"/>
            <a:ext cx="0" cy="1823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54621" y="1027410"/>
            <a:ext cx="0" cy="2348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Arrow 33"/>
          <p:cNvSpPr/>
          <p:nvPr/>
        </p:nvSpPr>
        <p:spPr>
          <a:xfrm>
            <a:off x="859617" y="554242"/>
            <a:ext cx="267842" cy="21616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41" name="Rectangle 40"/>
          <p:cNvSpPr/>
          <p:nvPr/>
        </p:nvSpPr>
        <p:spPr>
          <a:xfrm>
            <a:off x="845496" y="695834"/>
            <a:ext cx="1402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/>
              <a:t>w</a:t>
            </a:r>
            <a:r>
              <a:rPr lang="en-US" sz="1800" baseline="-25000" dirty="0"/>
              <a:t>2</a:t>
            </a:r>
            <a:r>
              <a:rPr lang="en-US" sz="1800" dirty="0"/>
              <a:t>(y, </a:t>
            </a:r>
            <a:r>
              <a:rPr lang="en-US" sz="1800" dirty="0">
                <a:solidFill>
                  <a:srgbClr val="FF0000"/>
                </a:solidFill>
              </a:rPr>
              <a:t>f(x@2)</a:t>
            </a:r>
            <a:r>
              <a:rPr lang="en-US" sz="1800" dirty="0"/>
              <a:t>)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1546778" y="410139"/>
            <a:ext cx="1634" cy="3234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52987" y="194139"/>
            <a:ext cx="1634" cy="21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552150" y="1027410"/>
            <a:ext cx="0" cy="2348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43795" y="8031"/>
            <a:ext cx="418384" cy="169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smtClean="0"/>
              <a:t>Chain y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1203605" y="8031"/>
            <a:ext cx="686347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 smtClean="0"/>
              <a:t>Chain </a:t>
            </a:r>
            <a:r>
              <a:rPr lang="en-US" sz="1000" smtClean="0"/>
              <a:t>y (w/o dependency)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75311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</TotalTime>
  <Words>16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51</cp:revision>
  <cp:lastPrinted>2018-10-15T13:39:44Z</cp:lastPrinted>
  <dcterms:created xsi:type="dcterms:W3CDTF">2018-09-09T02:15:56Z</dcterms:created>
  <dcterms:modified xsi:type="dcterms:W3CDTF">2018-10-15T13:41:06Z</dcterms:modified>
</cp:coreProperties>
</file>