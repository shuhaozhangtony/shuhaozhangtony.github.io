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rts/chart1.xml" ContentType="application/vnd.openxmlformats-officedocument.drawingml.chart+xml"/>
  <Override PartName="/ppt/charts/style1.xml" ContentType="application/vnd.ms-office.chartstyle+xml"/>
  <Override PartName="/ppt/charts/colors1.xml" ContentType="application/vnd.ms-office.chartcolorstyle+xml"/>
  <Override PartName="/ppt/theme/themeOverride1.xml" ContentType="application/vnd.openxmlformats-officedocument.themeOverr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84" r:id="rId1"/>
  </p:sldMasterIdLst>
  <p:sldIdLst>
    <p:sldId id="256" r:id="rId2"/>
  </p:sldIdLst>
  <p:sldSz cx="7199313" cy="5400675"/>
  <p:notesSz cx="6858000" cy="9144000"/>
  <p:defaultTextStyle>
    <a:defPPr>
      <a:defRPr lang="en-US"/>
    </a:defPPr>
    <a:lvl1pPr marL="0" algn="l" defTabSz="725668" rtl="0" eaLnBrk="1" latinLnBrk="0" hangingPunct="1">
      <a:defRPr sz="1428" kern="1200">
        <a:solidFill>
          <a:schemeClr val="tx1"/>
        </a:solidFill>
        <a:latin typeface="+mn-lt"/>
        <a:ea typeface="+mn-ea"/>
        <a:cs typeface="+mn-cs"/>
      </a:defRPr>
    </a:lvl1pPr>
    <a:lvl2pPr marL="362834" algn="l" defTabSz="725668" rtl="0" eaLnBrk="1" latinLnBrk="0" hangingPunct="1">
      <a:defRPr sz="1428" kern="1200">
        <a:solidFill>
          <a:schemeClr val="tx1"/>
        </a:solidFill>
        <a:latin typeface="+mn-lt"/>
        <a:ea typeface="+mn-ea"/>
        <a:cs typeface="+mn-cs"/>
      </a:defRPr>
    </a:lvl2pPr>
    <a:lvl3pPr marL="725668" algn="l" defTabSz="725668" rtl="0" eaLnBrk="1" latinLnBrk="0" hangingPunct="1">
      <a:defRPr sz="1428" kern="1200">
        <a:solidFill>
          <a:schemeClr val="tx1"/>
        </a:solidFill>
        <a:latin typeface="+mn-lt"/>
        <a:ea typeface="+mn-ea"/>
        <a:cs typeface="+mn-cs"/>
      </a:defRPr>
    </a:lvl3pPr>
    <a:lvl4pPr marL="1088502" algn="l" defTabSz="725668" rtl="0" eaLnBrk="1" latinLnBrk="0" hangingPunct="1">
      <a:defRPr sz="1428" kern="1200">
        <a:solidFill>
          <a:schemeClr val="tx1"/>
        </a:solidFill>
        <a:latin typeface="+mn-lt"/>
        <a:ea typeface="+mn-ea"/>
        <a:cs typeface="+mn-cs"/>
      </a:defRPr>
    </a:lvl4pPr>
    <a:lvl5pPr marL="1451336" algn="l" defTabSz="725668" rtl="0" eaLnBrk="1" latinLnBrk="0" hangingPunct="1">
      <a:defRPr sz="1428" kern="1200">
        <a:solidFill>
          <a:schemeClr val="tx1"/>
        </a:solidFill>
        <a:latin typeface="+mn-lt"/>
        <a:ea typeface="+mn-ea"/>
        <a:cs typeface="+mn-cs"/>
      </a:defRPr>
    </a:lvl5pPr>
    <a:lvl6pPr marL="1814170" algn="l" defTabSz="725668" rtl="0" eaLnBrk="1" latinLnBrk="0" hangingPunct="1">
      <a:defRPr sz="1428" kern="1200">
        <a:solidFill>
          <a:schemeClr val="tx1"/>
        </a:solidFill>
        <a:latin typeface="+mn-lt"/>
        <a:ea typeface="+mn-ea"/>
        <a:cs typeface="+mn-cs"/>
      </a:defRPr>
    </a:lvl6pPr>
    <a:lvl7pPr marL="2177004" algn="l" defTabSz="725668" rtl="0" eaLnBrk="1" latinLnBrk="0" hangingPunct="1">
      <a:defRPr sz="1428" kern="1200">
        <a:solidFill>
          <a:schemeClr val="tx1"/>
        </a:solidFill>
        <a:latin typeface="+mn-lt"/>
        <a:ea typeface="+mn-ea"/>
        <a:cs typeface="+mn-cs"/>
      </a:defRPr>
    </a:lvl7pPr>
    <a:lvl8pPr marL="2539837" algn="l" defTabSz="725668" rtl="0" eaLnBrk="1" latinLnBrk="0" hangingPunct="1">
      <a:defRPr sz="1428" kern="1200">
        <a:solidFill>
          <a:schemeClr val="tx1"/>
        </a:solidFill>
        <a:latin typeface="+mn-lt"/>
        <a:ea typeface="+mn-ea"/>
        <a:cs typeface="+mn-cs"/>
      </a:defRPr>
    </a:lvl8pPr>
    <a:lvl9pPr marL="2902671" algn="l" defTabSz="725668" rtl="0" eaLnBrk="1" latinLnBrk="0" hangingPunct="1">
      <a:defRPr sz="1428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9056"/>
    <p:restoredTop sz="94647"/>
  </p:normalViewPr>
  <p:slideViewPr>
    <p:cSldViewPr snapToGrid="0" snapToObjects="1">
      <p:cViewPr>
        <p:scale>
          <a:sx n="78" d="100"/>
          <a:sy n="78" d="100"/>
        </p:scale>
        <p:origin x="2456" y="200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/Relationships>
</file>

<file path=ppt/charts/_rels/chart1.xml.rels><?xml version="1.0" encoding="UTF-8" standalone="yes"?>
<Relationships xmlns="http://schemas.openxmlformats.org/package/2006/relationships"><Relationship Id="rId3" Type="http://schemas.openxmlformats.org/officeDocument/2006/relationships/themeOverride" Target="../theme/themeOverride1.xml"/><Relationship Id="rId4" Type="http://schemas.openxmlformats.org/officeDocument/2006/relationships/oleObject" Target="file:////Users/shuhaozhang/myworkingonpapers/tsp_experiments/experiments/MB.xlsx" TargetMode="External"/><Relationship Id="rId1" Type="http://schemas.microsoft.com/office/2011/relationships/chartStyle" Target="style1.xml"/><Relationship Id="rId2" Type="http://schemas.microsoft.com/office/2011/relationships/chartColorStyle" Target="colors1.xml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lrMapOvr bg1="lt1" tx1="dk1" bg2="lt2" tx2="dk2" accent1="accent1" accent2="accent2" accent3="accent3" accent4="accent4" accent5="accent5" accent6="accent6" hlink="hlink" folHlink="folHlink"/>
  <c:chart>
    <c:autoTitleDeleted val="1"/>
    <c:plotArea>
      <c:layout>
        <c:manualLayout>
          <c:layoutTarget val="inner"/>
          <c:xMode val="edge"/>
          <c:yMode val="edge"/>
          <c:x val="0.181511631749343"/>
          <c:y val="0.0344444045317307"/>
          <c:w val="0.748856013002257"/>
          <c:h val="0.705333445418109"/>
        </c:manualLayout>
      </c:layout>
      <c:scatterChart>
        <c:scatterStyle val="lineMarker"/>
        <c:varyColors val="0"/>
        <c:ser>
          <c:idx val="0"/>
          <c:order val="0"/>
          <c:tx>
            <c:strRef>
              <c:f>partition!$Q$1</c:f>
              <c:strCache>
                <c:ptCount val="1"/>
                <c:pt idx="0">
                  <c:v>SStore (W)</c:v>
                </c:pt>
              </c:strCache>
            </c:strRef>
          </c:tx>
          <c:spPr>
            <a:ln w="25400" cap="rnd">
              <a:solidFill>
                <a:srgbClr val="4472C4"/>
              </a:solidFill>
              <a:round/>
            </a:ln>
            <a:effectLst/>
          </c:spPr>
          <c:marker>
            <c:symbol val="x"/>
            <c:size val="15"/>
            <c:spPr>
              <a:pattFill prst="pct90">
                <a:fgClr>
                  <a:srgbClr val="4472C4"/>
                </a:fgClr>
                <a:bgClr>
                  <a:sysClr val="window" lastClr="FFFFFF"/>
                </a:bgClr>
              </a:pattFill>
              <a:ln w="25400">
                <a:solidFill>
                  <a:srgbClr val="4472C4"/>
                </a:solidFill>
              </a:ln>
              <a:effectLst/>
            </c:spPr>
          </c:marker>
          <c:xVal>
            <c:numRef>
              <c:f>partition!$P$2:$P$6</c:f>
              <c:numCache>
                <c:formatCode>0%</c:formatCode>
                <c:ptCount val="5"/>
                <c:pt idx="0">
                  <c:v>0.0</c:v>
                </c:pt>
                <c:pt idx="1">
                  <c:v>0.25</c:v>
                </c:pt>
                <c:pt idx="2">
                  <c:v>0.5</c:v>
                </c:pt>
                <c:pt idx="3">
                  <c:v>0.75</c:v>
                </c:pt>
                <c:pt idx="4">
                  <c:v>1.0</c:v>
                </c:pt>
              </c:numCache>
            </c:numRef>
          </c:xVal>
          <c:yVal>
            <c:numRef>
              <c:f>partition!$Q$2:$Q$6</c:f>
              <c:numCache>
                <c:formatCode>General</c:formatCode>
                <c:ptCount val="5"/>
                <c:pt idx="0">
                  <c:v>627.14311467205</c:v>
                </c:pt>
                <c:pt idx="1">
                  <c:v>430.040125575808</c:v>
                </c:pt>
                <c:pt idx="2">
                  <c:v>387.2944734115139</c:v>
                </c:pt>
                <c:pt idx="3">
                  <c:v>256.7303186066389</c:v>
                </c:pt>
                <c:pt idx="4">
                  <c:v>204.973991277993</c:v>
                </c:pt>
              </c:numCache>
            </c:numRef>
          </c:yVal>
          <c:smooth val="0"/>
        </c:ser>
        <c:ser>
          <c:idx val="1"/>
          <c:order val="1"/>
          <c:tx>
            <c:strRef>
              <c:f>partition!$R$1</c:f>
              <c:strCache>
                <c:ptCount val="1"/>
                <c:pt idx="0">
                  <c:v>SStore (R)</c:v>
                </c:pt>
              </c:strCache>
            </c:strRef>
          </c:tx>
          <c:spPr>
            <a:ln w="25400" cap="rnd">
              <a:solidFill>
                <a:srgbClr val="FF0000"/>
              </a:solidFill>
              <a:round/>
            </a:ln>
            <a:effectLst/>
          </c:spPr>
          <c:marker>
            <c:symbol val="circle"/>
            <c:size val="15"/>
            <c:spPr>
              <a:pattFill prst="wdUpDiag">
                <a:fgClr>
                  <a:srgbClr val="FF0000"/>
                </a:fgClr>
                <a:bgClr>
                  <a:sysClr val="window" lastClr="FFFFFF"/>
                </a:bgClr>
              </a:pattFill>
              <a:ln w="25400">
                <a:solidFill>
                  <a:srgbClr val="FF0000"/>
                </a:solidFill>
              </a:ln>
              <a:effectLst/>
            </c:spPr>
          </c:marker>
          <c:xVal>
            <c:numRef>
              <c:f>partition!$P$2:$P$6</c:f>
              <c:numCache>
                <c:formatCode>0%</c:formatCode>
                <c:ptCount val="5"/>
                <c:pt idx="0">
                  <c:v>0.0</c:v>
                </c:pt>
                <c:pt idx="1">
                  <c:v>0.25</c:v>
                </c:pt>
                <c:pt idx="2">
                  <c:v>0.5</c:v>
                </c:pt>
                <c:pt idx="3">
                  <c:v>0.75</c:v>
                </c:pt>
                <c:pt idx="4">
                  <c:v>1.0</c:v>
                </c:pt>
              </c:numCache>
            </c:numRef>
          </c:xVal>
          <c:yVal>
            <c:numRef>
              <c:f>partition!$R$2:$R$6</c:f>
              <c:numCache>
                <c:formatCode>0.00E+00</c:formatCode>
                <c:ptCount val="5"/>
                <c:pt idx="0" formatCode="General">
                  <c:v>435.85003685942</c:v>
                </c:pt>
                <c:pt idx="1">
                  <c:v>288.426586333706</c:v>
                </c:pt>
                <c:pt idx="2">
                  <c:v>210.099495270462</c:v>
                </c:pt>
                <c:pt idx="3">
                  <c:v>151.85767537407</c:v>
                </c:pt>
                <c:pt idx="4">
                  <c:v>140.405415327307</c:v>
                </c:pt>
              </c:numCache>
            </c:numRef>
          </c:yVal>
          <c:smooth val="0"/>
        </c:ser>
        <c:ser>
          <c:idx val="2"/>
          <c:order val="2"/>
          <c:tx>
            <c:strRef>
              <c:f>partition!$S$1</c:f>
              <c:strCache>
                <c:ptCount val="1"/>
                <c:pt idx="0">
                  <c:v>T-Stream (W)</c:v>
                </c:pt>
              </c:strCache>
            </c:strRef>
          </c:tx>
          <c:spPr>
            <a:ln w="28575" cap="rnd">
              <a:solidFill>
                <a:schemeClr val="accent3"/>
              </a:solidFill>
              <a:round/>
            </a:ln>
            <a:effectLst/>
          </c:spPr>
          <c:marker>
            <c:symbol val="x"/>
            <c:size val="15"/>
            <c:spPr>
              <a:noFill/>
              <a:ln w="9525">
                <a:solidFill>
                  <a:sysClr val="windowText" lastClr="000000"/>
                </a:solidFill>
              </a:ln>
              <a:effectLst/>
            </c:spPr>
          </c:marker>
          <c:xVal>
            <c:numRef>
              <c:f>partition!$P$2:$P$6</c:f>
              <c:numCache>
                <c:formatCode>0%</c:formatCode>
                <c:ptCount val="5"/>
                <c:pt idx="0">
                  <c:v>0.0</c:v>
                </c:pt>
                <c:pt idx="1">
                  <c:v>0.25</c:v>
                </c:pt>
                <c:pt idx="2">
                  <c:v>0.5</c:v>
                </c:pt>
                <c:pt idx="3">
                  <c:v>0.75</c:v>
                </c:pt>
                <c:pt idx="4">
                  <c:v>1.0</c:v>
                </c:pt>
              </c:numCache>
            </c:numRef>
          </c:xVal>
          <c:yVal>
            <c:numRef>
              <c:f>partition!$S$2:$S$6</c:f>
              <c:numCache>
                <c:formatCode>0.00E+00</c:formatCode>
                <c:ptCount val="5"/>
                <c:pt idx="0">
                  <c:v>256.533627694753</c:v>
                </c:pt>
                <c:pt idx="1">
                  <c:v>256.533627694753</c:v>
                </c:pt>
                <c:pt idx="2">
                  <c:v>256.533627694753</c:v>
                </c:pt>
                <c:pt idx="3">
                  <c:v>256.533627694753</c:v>
                </c:pt>
                <c:pt idx="4">
                  <c:v>256.533627694753</c:v>
                </c:pt>
              </c:numCache>
            </c:numRef>
          </c:yVal>
          <c:smooth val="0"/>
        </c:ser>
        <c:ser>
          <c:idx val="3"/>
          <c:order val="3"/>
          <c:tx>
            <c:strRef>
              <c:f>partition!$T$1</c:f>
              <c:strCache>
                <c:ptCount val="1"/>
                <c:pt idx="0">
                  <c:v>T-Stream (R)</c:v>
                </c:pt>
              </c:strCache>
            </c:strRef>
          </c:tx>
          <c:spPr>
            <a:ln w="28575" cap="rnd">
              <a:solidFill>
                <a:schemeClr val="accent4"/>
              </a:solidFill>
              <a:round/>
            </a:ln>
            <a:effectLst/>
          </c:spPr>
          <c:marker>
            <c:symbol val="circle"/>
            <c:size val="15"/>
            <c:spPr>
              <a:solidFill>
                <a:schemeClr val="accent4"/>
              </a:solidFill>
              <a:ln w="9525">
                <a:solidFill>
                  <a:schemeClr val="accent4"/>
                </a:solidFill>
              </a:ln>
              <a:effectLst/>
            </c:spPr>
          </c:marker>
          <c:xVal>
            <c:numRef>
              <c:f>partition!$P$2:$P$6</c:f>
              <c:numCache>
                <c:formatCode>0%</c:formatCode>
                <c:ptCount val="5"/>
                <c:pt idx="0">
                  <c:v>0.0</c:v>
                </c:pt>
                <c:pt idx="1">
                  <c:v>0.25</c:v>
                </c:pt>
                <c:pt idx="2">
                  <c:v>0.5</c:v>
                </c:pt>
                <c:pt idx="3">
                  <c:v>0.75</c:v>
                </c:pt>
                <c:pt idx="4">
                  <c:v>1.0</c:v>
                </c:pt>
              </c:numCache>
            </c:numRef>
          </c:xVal>
          <c:yVal>
            <c:numRef>
              <c:f>partition!$T$2:$T$6</c:f>
              <c:numCache>
                <c:formatCode>0.00E+00</c:formatCode>
                <c:ptCount val="5"/>
                <c:pt idx="0">
                  <c:v>312.9327965139989</c:v>
                </c:pt>
                <c:pt idx="1">
                  <c:v>312.9327965139989</c:v>
                </c:pt>
                <c:pt idx="2">
                  <c:v>312.9327965139989</c:v>
                </c:pt>
                <c:pt idx="3">
                  <c:v>312.9327965139989</c:v>
                </c:pt>
                <c:pt idx="4">
                  <c:v>312.9327965139989</c:v>
                </c:pt>
              </c:numCache>
            </c:numRef>
          </c:yVal>
          <c:smooth val="0"/>
        </c:ser>
        <c:dLbls>
          <c:showLegendKey val="0"/>
          <c:showVal val="0"/>
          <c:showCatName val="0"/>
          <c:showSerName val="0"/>
          <c:showPercent val="0"/>
          <c:showBubbleSize val="0"/>
        </c:dLbls>
        <c:axId val="1383054960"/>
        <c:axId val="1007046896"/>
      </c:scatterChart>
      <c:valAx>
        <c:axId val="1383054960"/>
        <c:scaling>
          <c:orientation val="minMax"/>
          <c:max val="1.0"/>
        </c:scaling>
        <c:delete val="0"/>
        <c:axPos val="b"/>
        <c:title>
          <c:tx>
            <c:rich>
              <a:bodyPr rot="0" spcFirstLastPara="1" vertOverflow="ellipsis" vert="horz" wrap="square" anchor="ctr" anchorCtr="1"/>
              <a:lstStyle/>
              <a:p>
                <a:pPr>
                  <a:defRPr sz="1000" b="0" i="0" u="none" strike="noStrike" kern="1200" baseline="0">
                    <a:solidFill>
                      <a:schemeClr val="tx1">
                        <a:lumMod val="65000"/>
                        <a:lumOff val="3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r>
                  <a:rPr lang="en-US" sz="2800" b="1">
                    <a:solidFill>
                      <a:schemeClr val="tx1"/>
                    </a:solidFill>
                  </a:rPr>
                  <a:t>﻿Percentage of multi-partition </a:t>
                </a:r>
              </a:p>
            </c:rich>
          </c:tx>
          <c:layout/>
          <c:overlay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anchor="ctr" anchorCtr="1"/>
            <a:lstStyle/>
            <a:p>
              <a:pPr>
                <a:defRPr sz="1000" b="0" i="0" u="none" strike="noStrike" kern="1200" baseline="0">
                  <a:solidFill>
                    <a:schemeClr val="tx1">
                      <a:lumMod val="65000"/>
                      <a:lumOff val="3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</c:title>
        <c:numFmt formatCode="0%" sourceLinked="1"/>
        <c:majorTickMark val="out"/>
        <c:minorTickMark val="none"/>
        <c:tickLblPos val="nextTo"/>
        <c:spPr>
          <a:noFill/>
          <a:ln w="25400" cap="flat" cmpd="sng" algn="ctr">
            <a:solidFill>
              <a:schemeClr val="tx1"/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2800" b="1" i="0" u="none" strike="noStrike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007046896"/>
        <c:crosses val="autoZero"/>
        <c:crossBetween val="midCat"/>
      </c:valAx>
      <c:valAx>
        <c:axId val="1007046896"/>
        <c:scaling>
          <c:orientation val="minMax"/>
          <c:max val="700.0"/>
          <c:min val="0.0"/>
        </c:scaling>
        <c:delete val="0"/>
        <c:axPos val="l"/>
        <c:title>
          <c:tx>
            <c:rich>
              <a:bodyPr rot="-5400000" spcFirstLastPara="1" vertOverflow="ellipsis" vert="horz" wrap="square" anchor="ctr" anchorCtr="1"/>
              <a:lstStyle/>
              <a:p>
                <a:pPr marL="0" marR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 sz="2800" b="1" i="0" u="none" strike="noStrike" kern="1200" baseline="0">
                    <a:solidFill>
                      <a:sysClr val="windowText" lastClr="000000"/>
                    </a:solidFill>
                    <a:latin typeface="+mn-lt"/>
                    <a:ea typeface="+mn-ea"/>
                    <a:cs typeface="+mn-cs"/>
                  </a:defRPr>
                </a:pPr>
                <a:r>
                  <a:rPr lang="en-US" sz="2800" b="1" i="0" baseline="0">
                    <a:solidFill>
                      <a:schemeClr val="tx1"/>
                    </a:solidFill>
                    <a:effectLst/>
                  </a:rPr>
                  <a:t>Througput (k events/s)</a:t>
                </a:r>
                <a:endParaRPr lang="en-US" sz="4000">
                  <a:solidFill>
                    <a:schemeClr val="tx1"/>
                  </a:solidFill>
                  <a:effectLst/>
                </a:endParaRPr>
              </a:p>
            </c:rich>
          </c:tx>
          <c:layout/>
          <c:overlay val="0"/>
          <c:spPr>
            <a:noFill/>
            <a:ln>
              <a:noFill/>
            </a:ln>
            <a:effectLst/>
          </c:spPr>
          <c:txPr>
            <a:bodyPr rot="-5400000" spcFirstLastPara="1" vertOverflow="ellipsis" vert="horz" wrap="square" anchor="ctr" anchorCtr="1"/>
            <a:lstStyle/>
            <a:p>
              <a:pPr marL="0" marR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 sz="2800" b="1" i="0" u="none" strike="noStrike" kern="1200" baseline="0">
                  <a:solidFill>
                    <a:sysClr val="windowText" lastClr="000000"/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</c:title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2400" b="1" i="0" u="none" strike="noStrike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383054960"/>
        <c:crosses val="autoZero"/>
        <c:crossBetween val="midCat"/>
      </c:valAx>
      <c:spPr>
        <a:noFill/>
        <a:ln w="25400">
          <a:solidFill>
            <a:schemeClr val="tx1"/>
          </a:solidFill>
        </a:ln>
        <a:effectLst/>
      </c:spPr>
    </c:plotArea>
    <c:legend>
      <c:legendPos val="t"/>
      <c:layout>
        <c:manualLayout>
          <c:xMode val="edge"/>
          <c:yMode val="edge"/>
          <c:x val="0.276132595028186"/>
          <c:y val="0.0423280501655904"/>
          <c:w val="0.643460093118417"/>
          <c:h val="0.192066397638517"/>
        </c:manualLayout>
      </c:layout>
      <c:overlay val="0"/>
      <c:spPr>
        <a:noFill/>
        <a:ln w="25400">
          <a:solidFill>
            <a:schemeClr val="tx1"/>
          </a:solidFill>
        </a:ln>
        <a:effectLst/>
      </c:spPr>
      <c:txPr>
        <a:bodyPr rot="0" spcFirstLastPara="1" vertOverflow="ellipsis" vert="horz" wrap="square" anchor="ctr" anchorCtr="1"/>
        <a:lstStyle/>
        <a:p>
          <a:pPr>
            <a:defRPr sz="2800" b="1" i="0" u="none" strike="noStrike" kern="1200" baseline="0">
              <a:solidFill>
                <a:schemeClr val="tx1"/>
              </a:solidFill>
              <a:latin typeface="+mn-lt"/>
              <a:ea typeface="+mn-ea"/>
              <a:cs typeface="+mn-cs"/>
            </a:defRPr>
          </a:pPr>
          <a:endParaRPr lang="en-US"/>
        </a:p>
      </c:txPr>
    </c:legend>
    <c:plotVisOnly val="1"/>
    <c:dispBlanksAs val="gap"/>
    <c:showDLblsOverMax val="0"/>
  </c:chart>
  <c:spPr>
    <a:noFill/>
    <a:ln>
      <a:noFill/>
    </a:ln>
    <a:effectLst/>
  </c:spPr>
  <c:txPr>
    <a:bodyPr/>
    <a:lstStyle/>
    <a:p>
      <a:pPr>
        <a:defRPr/>
      </a:pPr>
      <a:endParaRPr lang="en-US"/>
    </a:p>
  </c:txPr>
  <c:externalData r:id="rId4">
    <c:autoUpdate val="0"/>
  </c:externalData>
</c:chartSpace>
</file>

<file path=ppt/charts/colors1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style1.xml><?xml version="1.0" encoding="utf-8"?>
<cs:chartStyle xmlns:cs="http://schemas.microsoft.com/office/drawing/2012/chartStyle" xmlns:a="http://schemas.openxmlformats.org/drawingml/2006/main" id="20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539949" y="883861"/>
            <a:ext cx="6119416" cy="1880235"/>
          </a:xfrm>
        </p:spPr>
        <p:txBody>
          <a:bodyPr anchor="b"/>
          <a:lstStyle>
            <a:lvl1pPr algn="ctr">
              <a:defRPr sz="4724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899914" y="2836605"/>
            <a:ext cx="5399485" cy="1303913"/>
          </a:xfrm>
        </p:spPr>
        <p:txBody>
          <a:bodyPr/>
          <a:lstStyle>
            <a:lvl1pPr marL="0" indent="0" algn="ctr">
              <a:buNone/>
              <a:defRPr sz="1890"/>
            </a:lvl1pPr>
            <a:lvl2pPr marL="359954" indent="0" algn="ctr">
              <a:buNone/>
              <a:defRPr sz="1575"/>
            </a:lvl2pPr>
            <a:lvl3pPr marL="719907" indent="0" algn="ctr">
              <a:buNone/>
              <a:defRPr sz="1417"/>
            </a:lvl3pPr>
            <a:lvl4pPr marL="1079861" indent="0" algn="ctr">
              <a:buNone/>
              <a:defRPr sz="1260"/>
            </a:lvl4pPr>
            <a:lvl5pPr marL="1439814" indent="0" algn="ctr">
              <a:buNone/>
              <a:defRPr sz="1260"/>
            </a:lvl5pPr>
            <a:lvl6pPr marL="1799768" indent="0" algn="ctr">
              <a:buNone/>
              <a:defRPr sz="1260"/>
            </a:lvl6pPr>
            <a:lvl7pPr marL="2159721" indent="0" algn="ctr">
              <a:buNone/>
              <a:defRPr sz="1260"/>
            </a:lvl7pPr>
            <a:lvl8pPr marL="2519675" indent="0" algn="ctr">
              <a:buNone/>
              <a:defRPr sz="1260"/>
            </a:lvl8pPr>
            <a:lvl9pPr marL="2879628" indent="0" algn="ctr">
              <a:buNone/>
              <a:defRPr sz="1260"/>
            </a:lvl9pPr>
          </a:lstStyle>
          <a:p>
            <a:r>
              <a:rPr lang="en-US" smtClean="0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7F0B612-410D-A34A-8CD0-A05228050CA6}" type="datetimeFigureOut">
              <a:rPr lang="en-US" smtClean="0"/>
              <a:t>10/15/18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ACBF803-ED2E-5745-9474-116DE0264E26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7F0B612-410D-A34A-8CD0-A05228050CA6}" type="datetimeFigureOut">
              <a:rPr lang="en-US" smtClean="0"/>
              <a:t>10/15/18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ACBF803-ED2E-5745-9474-116DE0264E26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91204" y="1346420"/>
            <a:ext cx="6209407" cy="2246530"/>
          </a:xfrm>
        </p:spPr>
        <p:txBody>
          <a:bodyPr anchor="b"/>
          <a:lstStyle>
            <a:lvl1pPr>
              <a:defRPr sz="4724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91204" y="3614203"/>
            <a:ext cx="6209407" cy="1181397"/>
          </a:xfrm>
        </p:spPr>
        <p:txBody>
          <a:bodyPr/>
          <a:lstStyle>
            <a:lvl1pPr marL="0" indent="0">
              <a:buNone/>
              <a:defRPr sz="1890">
                <a:solidFill>
                  <a:schemeClr val="tx1"/>
                </a:solidFill>
              </a:defRPr>
            </a:lvl1pPr>
            <a:lvl2pPr marL="359954" indent="0">
              <a:buNone/>
              <a:defRPr sz="1575">
                <a:solidFill>
                  <a:schemeClr val="tx1">
                    <a:tint val="75000"/>
                  </a:schemeClr>
                </a:solidFill>
              </a:defRPr>
            </a:lvl2pPr>
            <a:lvl3pPr marL="719907" indent="0">
              <a:buNone/>
              <a:defRPr sz="1417">
                <a:solidFill>
                  <a:schemeClr val="tx1">
                    <a:tint val="75000"/>
                  </a:schemeClr>
                </a:solidFill>
              </a:defRPr>
            </a:lvl3pPr>
            <a:lvl4pPr marL="1079861" indent="0">
              <a:buNone/>
              <a:defRPr sz="1260">
                <a:solidFill>
                  <a:schemeClr val="tx1">
                    <a:tint val="75000"/>
                  </a:schemeClr>
                </a:solidFill>
              </a:defRPr>
            </a:lvl4pPr>
            <a:lvl5pPr marL="1439814" indent="0">
              <a:buNone/>
              <a:defRPr sz="1260">
                <a:solidFill>
                  <a:schemeClr val="tx1">
                    <a:tint val="75000"/>
                  </a:schemeClr>
                </a:solidFill>
              </a:defRPr>
            </a:lvl5pPr>
            <a:lvl6pPr marL="1799768" indent="0">
              <a:buNone/>
              <a:defRPr sz="1260">
                <a:solidFill>
                  <a:schemeClr val="tx1">
                    <a:tint val="75000"/>
                  </a:schemeClr>
                </a:solidFill>
              </a:defRPr>
            </a:lvl6pPr>
            <a:lvl7pPr marL="2159721" indent="0">
              <a:buNone/>
              <a:defRPr sz="1260">
                <a:solidFill>
                  <a:schemeClr val="tx1">
                    <a:tint val="75000"/>
                  </a:schemeClr>
                </a:solidFill>
              </a:defRPr>
            </a:lvl7pPr>
            <a:lvl8pPr marL="2519675" indent="0">
              <a:buNone/>
              <a:defRPr sz="1260">
                <a:solidFill>
                  <a:schemeClr val="tx1">
                    <a:tint val="75000"/>
                  </a:schemeClr>
                </a:solidFill>
              </a:defRPr>
            </a:lvl8pPr>
            <a:lvl9pPr marL="2879628" indent="0">
              <a:buNone/>
              <a:defRPr sz="126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7F0B612-410D-A34A-8CD0-A05228050CA6}" type="datetimeFigureOut">
              <a:rPr lang="en-US" smtClean="0"/>
              <a:t>10/15/18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ACBF803-ED2E-5745-9474-116DE0264E26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94953" y="1437680"/>
            <a:ext cx="3059708" cy="3426679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3644652" y="1437680"/>
            <a:ext cx="3059708" cy="3426679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7F0B612-410D-A34A-8CD0-A05228050CA6}" type="datetimeFigureOut">
              <a:rPr lang="en-US" smtClean="0"/>
              <a:t>10/15/18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ACBF803-ED2E-5745-9474-116DE0264E26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95891" y="287537"/>
            <a:ext cx="6209407" cy="1043881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95891" y="1323916"/>
            <a:ext cx="3045646" cy="648831"/>
          </a:xfrm>
        </p:spPr>
        <p:txBody>
          <a:bodyPr anchor="b"/>
          <a:lstStyle>
            <a:lvl1pPr marL="0" indent="0">
              <a:buNone/>
              <a:defRPr sz="1890" b="1"/>
            </a:lvl1pPr>
            <a:lvl2pPr marL="359954" indent="0">
              <a:buNone/>
              <a:defRPr sz="1575" b="1"/>
            </a:lvl2pPr>
            <a:lvl3pPr marL="719907" indent="0">
              <a:buNone/>
              <a:defRPr sz="1417" b="1"/>
            </a:lvl3pPr>
            <a:lvl4pPr marL="1079861" indent="0">
              <a:buNone/>
              <a:defRPr sz="1260" b="1"/>
            </a:lvl4pPr>
            <a:lvl5pPr marL="1439814" indent="0">
              <a:buNone/>
              <a:defRPr sz="1260" b="1"/>
            </a:lvl5pPr>
            <a:lvl6pPr marL="1799768" indent="0">
              <a:buNone/>
              <a:defRPr sz="1260" b="1"/>
            </a:lvl6pPr>
            <a:lvl7pPr marL="2159721" indent="0">
              <a:buNone/>
              <a:defRPr sz="1260" b="1"/>
            </a:lvl7pPr>
            <a:lvl8pPr marL="2519675" indent="0">
              <a:buNone/>
              <a:defRPr sz="1260" b="1"/>
            </a:lvl8pPr>
            <a:lvl9pPr marL="2879628" indent="0">
              <a:buNone/>
              <a:defRPr sz="126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95891" y="1972747"/>
            <a:ext cx="3045646" cy="2901613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644652" y="1323916"/>
            <a:ext cx="3060646" cy="648831"/>
          </a:xfrm>
        </p:spPr>
        <p:txBody>
          <a:bodyPr anchor="b"/>
          <a:lstStyle>
            <a:lvl1pPr marL="0" indent="0">
              <a:buNone/>
              <a:defRPr sz="1890" b="1"/>
            </a:lvl1pPr>
            <a:lvl2pPr marL="359954" indent="0">
              <a:buNone/>
              <a:defRPr sz="1575" b="1"/>
            </a:lvl2pPr>
            <a:lvl3pPr marL="719907" indent="0">
              <a:buNone/>
              <a:defRPr sz="1417" b="1"/>
            </a:lvl3pPr>
            <a:lvl4pPr marL="1079861" indent="0">
              <a:buNone/>
              <a:defRPr sz="1260" b="1"/>
            </a:lvl4pPr>
            <a:lvl5pPr marL="1439814" indent="0">
              <a:buNone/>
              <a:defRPr sz="1260" b="1"/>
            </a:lvl5pPr>
            <a:lvl6pPr marL="1799768" indent="0">
              <a:buNone/>
              <a:defRPr sz="1260" b="1"/>
            </a:lvl6pPr>
            <a:lvl7pPr marL="2159721" indent="0">
              <a:buNone/>
              <a:defRPr sz="1260" b="1"/>
            </a:lvl7pPr>
            <a:lvl8pPr marL="2519675" indent="0">
              <a:buNone/>
              <a:defRPr sz="1260" b="1"/>
            </a:lvl8pPr>
            <a:lvl9pPr marL="2879628" indent="0">
              <a:buNone/>
              <a:defRPr sz="126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3644652" y="1972747"/>
            <a:ext cx="3060646" cy="2901613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7F0B612-410D-A34A-8CD0-A05228050CA6}" type="datetimeFigureOut">
              <a:rPr lang="en-US" smtClean="0"/>
              <a:t>10/15/18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ACBF803-ED2E-5745-9474-116DE0264E26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7F0B612-410D-A34A-8CD0-A05228050CA6}" type="datetimeFigureOut">
              <a:rPr lang="en-US" smtClean="0"/>
              <a:t>10/15/18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ACBF803-ED2E-5745-9474-116DE0264E26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7F0B612-410D-A34A-8CD0-A05228050CA6}" type="datetimeFigureOut">
              <a:rPr lang="en-US" smtClean="0"/>
              <a:t>10/15/18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ACBF803-ED2E-5745-9474-116DE0264E26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95890" y="360045"/>
            <a:ext cx="2321966" cy="1260158"/>
          </a:xfrm>
        </p:spPr>
        <p:txBody>
          <a:bodyPr anchor="b"/>
          <a:lstStyle>
            <a:lvl1pPr>
              <a:defRPr sz="2519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060646" y="777598"/>
            <a:ext cx="3644652" cy="3837980"/>
          </a:xfrm>
        </p:spPr>
        <p:txBody>
          <a:bodyPr/>
          <a:lstStyle>
            <a:lvl1pPr>
              <a:defRPr sz="2519"/>
            </a:lvl1pPr>
            <a:lvl2pPr>
              <a:defRPr sz="2204"/>
            </a:lvl2pPr>
            <a:lvl3pPr>
              <a:defRPr sz="1890"/>
            </a:lvl3pPr>
            <a:lvl4pPr>
              <a:defRPr sz="1575"/>
            </a:lvl4pPr>
            <a:lvl5pPr>
              <a:defRPr sz="1575"/>
            </a:lvl5pPr>
            <a:lvl6pPr>
              <a:defRPr sz="1575"/>
            </a:lvl6pPr>
            <a:lvl7pPr>
              <a:defRPr sz="1575"/>
            </a:lvl7pPr>
            <a:lvl8pPr>
              <a:defRPr sz="1575"/>
            </a:lvl8pPr>
            <a:lvl9pPr>
              <a:defRPr sz="1575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95890" y="1620202"/>
            <a:ext cx="2321966" cy="3001626"/>
          </a:xfrm>
        </p:spPr>
        <p:txBody>
          <a:bodyPr/>
          <a:lstStyle>
            <a:lvl1pPr marL="0" indent="0">
              <a:buNone/>
              <a:defRPr sz="1260"/>
            </a:lvl1pPr>
            <a:lvl2pPr marL="359954" indent="0">
              <a:buNone/>
              <a:defRPr sz="1102"/>
            </a:lvl2pPr>
            <a:lvl3pPr marL="719907" indent="0">
              <a:buNone/>
              <a:defRPr sz="945"/>
            </a:lvl3pPr>
            <a:lvl4pPr marL="1079861" indent="0">
              <a:buNone/>
              <a:defRPr sz="787"/>
            </a:lvl4pPr>
            <a:lvl5pPr marL="1439814" indent="0">
              <a:buNone/>
              <a:defRPr sz="787"/>
            </a:lvl5pPr>
            <a:lvl6pPr marL="1799768" indent="0">
              <a:buNone/>
              <a:defRPr sz="787"/>
            </a:lvl6pPr>
            <a:lvl7pPr marL="2159721" indent="0">
              <a:buNone/>
              <a:defRPr sz="787"/>
            </a:lvl7pPr>
            <a:lvl8pPr marL="2519675" indent="0">
              <a:buNone/>
              <a:defRPr sz="787"/>
            </a:lvl8pPr>
            <a:lvl9pPr marL="2879628" indent="0">
              <a:buNone/>
              <a:defRPr sz="787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7F0B612-410D-A34A-8CD0-A05228050CA6}" type="datetimeFigureOut">
              <a:rPr lang="en-US" smtClean="0"/>
              <a:t>10/15/18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ACBF803-ED2E-5745-9474-116DE0264E26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95890" y="360045"/>
            <a:ext cx="2321966" cy="1260158"/>
          </a:xfrm>
        </p:spPr>
        <p:txBody>
          <a:bodyPr anchor="b"/>
          <a:lstStyle>
            <a:lvl1pPr>
              <a:defRPr sz="2519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3060646" y="777598"/>
            <a:ext cx="3644652" cy="3837980"/>
          </a:xfrm>
        </p:spPr>
        <p:txBody>
          <a:bodyPr anchor="t"/>
          <a:lstStyle>
            <a:lvl1pPr marL="0" indent="0">
              <a:buNone/>
              <a:defRPr sz="2519"/>
            </a:lvl1pPr>
            <a:lvl2pPr marL="359954" indent="0">
              <a:buNone/>
              <a:defRPr sz="2204"/>
            </a:lvl2pPr>
            <a:lvl3pPr marL="719907" indent="0">
              <a:buNone/>
              <a:defRPr sz="1890"/>
            </a:lvl3pPr>
            <a:lvl4pPr marL="1079861" indent="0">
              <a:buNone/>
              <a:defRPr sz="1575"/>
            </a:lvl4pPr>
            <a:lvl5pPr marL="1439814" indent="0">
              <a:buNone/>
              <a:defRPr sz="1575"/>
            </a:lvl5pPr>
            <a:lvl6pPr marL="1799768" indent="0">
              <a:buNone/>
              <a:defRPr sz="1575"/>
            </a:lvl6pPr>
            <a:lvl7pPr marL="2159721" indent="0">
              <a:buNone/>
              <a:defRPr sz="1575"/>
            </a:lvl7pPr>
            <a:lvl8pPr marL="2519675" indent="0">
              <a:buNone/>
              <a:defRPr sz="1575"/>
            </a:lvl8pPr>
            <a:lvl9pPr marL="2879628" indent="0">
              <a:buNone/>
              <a:defRPr sz="1575"/>
            </a:lvl9pPr>
          </a:lstStyle>
          <a:p>
            <a:r>
              <a:rPr lang="en-US" smtClean="0"/>
              <a:t>Drag picture to placeholder or click icon to add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95890" y="1620202"/>
            <a:ext cx="2321966" cy="3001626"/>
          </a:xfrm>
        </p:spPr>
        <p:txBody>
          <a:bodyPr/>
          <a:lstStyle>
            <a:lvl1pPr marL="0" indent="0">
              <a:buNone/>
              <a:defRPr sz="1260"/>
            </a:lvl1pPr>
            <a:lvl2pPr marL="359954" indent="0">
              <a:buNone/>
              <a:defRPr sz="1102"/>
            </a:lvl2pPr>
            <a:lvl3pPr marL="719907" indent="0">
              <a:buNone/>
              <a:defRPr sz="945"/>
            </a:lvl3pPr>
            <a:lvl4pPr marL="1079861" indent="0">
              <a:buNone/>
              <a:defRPr sz="787"/>
            </a:lvl4pPr>
            <a:lvl5pPr marL="1439814" indent="0">
              <a:buNone/>
              <a:defRPr sz="787"/>
            </a:lvl5pPr>
            <a:lvl6pPr marL="1799768" indent="0">
              <a:buNone/>
              <a:defRPr sz="787"/>
            </a:lvl6pPr>
            <a:lvl7pPr marL="2159721" indent="0">
              <a:buNone/>
              <a:defRPr sz="787"/>
            </a:lvl7pPr>
            <a:lvl8pPr marL="2519675" indent="0">
              <a:buNone/>
              <a:defRPr sz="787"/>
            </a:lvl8pPr>
            <a:lvl9pPr marL="2879628" indent="0">
              <a:buNone/>
              <a:defRPr sz="787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7F0B612-410D-A34A-8CD0-A05228050CA6}" type="datetimeFigureOut">
              <a:rPr lang="en-US" smtClean="0"/>
              <a:t>10/15/18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ACBF803-ED2E-5745-9474-116DE0264E26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7F0B612-410D-A34A-8CD0-A05228050CA6}" type="datetimeFigureOut">
              <a:rPr lang="en-US" smtClean="0"/>
              <a:t>10/15/18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ACBF803-ED2E-5745-9474-116DE0264E26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5152009" y="287536"/>
            <a:ext cx="1552352" cy="4576822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94953" y="287536"/>
            <a:ext cx="4567064" cy="4576822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7F0B612-410D-A34A-8CD0-A05228050CA6}" type="datetimeFigureOut">
              <a:rPr lang="en-US" smtClean="0"/>
              <a:t>10/15/18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ACBF803-ED2E-5745-9474-116DE0264E26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94953" y="287537"/>
            <a:ext cx="6209407" cy="1043881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94953" y="1437680"/>
            <a:ext cx="6209407" cy="3426679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94953" y="5005627"/>
            <a:ext cx="1619845" cy="28753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45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7F0B612-410D-A34A-8CD0-A05228050CA6}" type="datetimeFigureOut">
              <a:rPr lang="en-US" smtClean="0"/>
              <a:t>10/15/18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384773" y="5005627"/>
            <a:ext cx="2429768" cy="28753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45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5084515" y="5005627"/>
            <a:ext cx="1619845" cy="28753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45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ACBF803-ED2E-5745-9474-116DE0264E2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9842285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85" r:id="rId1"/>
    <p:sldLayoutId id="2147483686" r:id="rId2"/>
    <p:sldLayoutId id="2147483687" r:id="rId3"/>
    <p:sldLayoutId id="2147483688" r:id="rId4"/>
    <p:sldLayoutId id="2147483689" r:id="rId5"/>
    <p:sldLayoutId id="2147483690" r:id="rId6"/>
    <p:sldLayoutId id="2147483691" r:id="rId7"/>
    <p:sldLayoutId id="2147483692" r:id="rId8"/>
    <p:sldLayoutId id="2147483693" r:id="rId9"/>
    <p:sldLayoutId id="2147483694" r:id="rId10"/>
    <p:sldLayoutId id="2147483695" r:id="rId11"/>
  </p:sldLayoutIdLst>
  <p:txStyles>
    <p:titleStyle>
      <a:lvl1pPr algn="l" defTabSz="719907" rtl="0" eaLnBrk="1" latinLnBrk="0" hangingPunct="1">
        <a:lnSpc>
          <a:spcPct val="90000"/>
        </a:lnSpc>
        <a:spcBef>
          <a:spcPct val="0"/>
        </a:spcBef>
        <a:buNone/>
        <a:defRPr sz="3464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79977" indent="-179977" algn="l" defTabSz="719907" rtl="0" eaLnBrk="1" latinLnBrk="0" hangingPunct="1">
        <a:lnSpc>
          <a:spcPct val="90000"/>
        </a:lnSpc>
        <a:spcBef>
          <a:spcPts val="787"/>
        </a:spcBef>
        <a:buFont typeface="Arial" panose="020B0604020202020204" pitchFamily="34" charset="0"/>
        <a:buChar char="•"/>
        <a:defRPr sz="2204" kern="1200">
          <a:solidFill>
            <a:schemeClr val="tx1"/>
          </a:solidFill>
          <a:latin typeface="+mn-lt"/>
          <a:ea typeface="+mn-ea"/>
          <a:cs typeface="+mn-cs"/>
        </a:defRPr>
      </a:lvl1pPr>
      <a:lvl2pPr marL="539930" indent="-179977" algn="l" defTabSz="719907" rtl="0" eaLnBrk="1" latinLnBrk="0" hangingPunct="1">
        <a:lnSpc>
          <a:spcPct val="90000"/>
        </a:lnSpc>
        <a:spcBef>
          <a:spcPts val="394"/>
        </a:spcBef>
        <a:buFont typeface="Arial" panose="020B0604020202020204" pitchFamily="34" charset="0"/>
        <a:buChar char="•"/>
        <a:defRPr sz="1890" kern="1200">
          <a:solidFill>
            <a:schemeClr val="tx1"/>
          </a:solidFill>
          <a:latin typeface="+mn-lt"/>
          <a:ea typeface="+mn-ea"/>
          <a:cs typeface="+mn-cs"/>
        </a:defRPr>
      </a:lvl2pPr>
      <a:lvl3pPr marL="899884" indent="-179977" algn="l" defTabSz="719907" rtl="0" eaLnBrk="1" latinLnBrk="0" hangingPunct="1">
        <a:lnSpc>
          <a:spcPct val="90000"/>
        </a:lnSpc>
        <a:spcBef>
          <a:spcPts val="394"/>
        </a:spcBef>
        <a:buFont typeface="Arial" panose="020B0604020202020204" pitchFamily="34" charset="0"/>
        <a:buChar char="•"/>
        <a:defRPr sz="1575" kern="1200">
          <a:solidFill>
            <a:schemeClr val="tx1"/>
          </a:solidFill>
          <a:latin typeface="+mn-lt"/>
          <a:ea typeface="+mn-ea"/>
          <a:cs typeface="+mn-cs"/>
        </a:defRPr>
      </a:lvl3pPr>
      <a:lvl4pPr marL="1259837" indent="-179977" algn="l" defTabSz="719907" rtl="0" eaLnBrk="1" latinLnBrk="0" hangingPunct="1">
        <a:lnSpc>
          <a:spcPct val="90000"/>
        </a:lnSpc>
        <a:spcBef>
          <a:spcPts val="394"/>
        </a:spcBef>
        <a:buFont typeface="Arial" panose="020B0604020202020204" pitchFamily="34" charset="0"/>
        <a:buChar char="•"/>
        <a:defRPr sz="1417" kern="1200">
          <a:solidFill>
            <a:schemeClr val="tx1"/>
          </a:solidFill>
          <a:latin typeface="+mn-lt"/>
          <a:ea typeface="+mn-ea"/>
          <a:cs typeface="+mn-cs"/>
        </a:defRPr>
      </a:lvl4pPr>
      <a:lvl5pPr marL="1619791" indent="-179977" algn="l" defTabSz="719907" rtl="0" eaLnBrk="1" latinLnBrk="0" hangingPunct="1">
        <a:lnSpc>
          <a:spcPct val="90000"/>
        </a:lnSpc>
        <a:spcBef>
          <a:spcPts val="394"/>
        </a:spcBef>
        <a:buFont typeface="Arial" panose="020B0604020202020204" pitchFamily="34" charset="0"/>
        <a:buChar char="•"/>
        <a:defRPr sz="1417" kern="1200">
          <a:solidFill>
            <a:schemeClr val="tx1"/>
          </a:solidFill>
          <a:latin typeface="+mn-lt"/>
          <a:ea typeface="+mn-ea"/>
          <a:cs typeface="+mn-cs"/>
        </a:defRPr>
      </a:lvl5pPr>
      <a:lvl6pPr marL="1979745" indent="-179977" algn="l" defTabSz="719907" rtl="0" eaLnBrk="1" latinLnBrk="0" hangingPunct="1">
        <a:lnSpc>
          <a:spcPct val="90000"/>
        </a:lnSpc>
        <a:spcBef>
          <a:spcPts val="394"/>
        </a:spcBef>
        <a:buFont typeface="Arial" panose="020B0604020202020204" pitchFamily="34" charset="0"/>
        <a:buChar char="•"/>
        <a:defRPr sz="1417" kern="1200">
          <a:solidFill>
            <a:schemeClr val="tx1"/>
          </a:solidFill>
          <a:latin typeface="+mn-lt"/>
          <a:ea typeface="+mn-ea"/>
          <a:cs typeface="+mn-cs"/>
        </a:defRPr>
      </a:lvl6pPr>
      <a:lvl7pPr marL="2339698" indent="-179977" algn="l" defTabSz="719907" rtl="0" eaLnBrk="1" latinLnBrk="0" hangingPunct="1">
        <a:lnSpc>
          <a:spcPct val="90000"/>
        </a:lnSpc>
        <a:spcBef>
          <a:spcPts val="394"/>
        </a:spcBef>
        <a:buFont typeface="Arial" panose="020B0604020202020204" pitchFamily="34" charset="0"/>
        <a:buChar char="•"/>
        <a:defRPr sz="1417" kern="1200">
          <a:solidFill>
            <a:schemeClr val="tx1"/>
          </a:solidFill>
          <a:latin typeface="+mn-lt"/>
          <a:ea typeface="+mn-ea"/>
          <a:cs typeface="+mn-cs"/>
        </a:defRPr>
      </a:lvl7pPr>
      <a:lvl8pPr marL="2699652" indent="-179977" algn="l" defTabSz="719907" rtl="0" eaLnBrk="1" latinLnBrk="0" hangingPunct="1">
        <a:lnSpc>
          <a:spcPct val="90000"/>
        </a:lnSpc>
        <a:spcBef>
          <a:spcPts val="394"/>
        </a:spcBef>
        <a:buFont typeface="Arial" panose="020B0604020202020204" pitchFamily="34" charset="0"/>
        <a:buChar char="•"/>
        <a:defRPr sz="1417" kern="1200">
          <a:solidFill>
            <a:schemeClr val="tx1"/>
          </a:solidFill>
          <a:latin typeface="+mn-lt"/>
          <a:ea typeface="+mn-ea"/>
          <a:cs typeface="+mn-cs"/>
        </a:defRPr>
      </a:lvl8pPr>
      <a:lvl9pPr marL="3059605" indent="-179977" algn="l" defTabSz="719907" rtl="0" eaLnBrk="1" latinLnBrk="0" hangingPunct="1">
        <a:lnSpc>
          <a:spcPct val="90000"/>
        </a:lnSpc>
        <a:spcBef>
          <a:spcPts val="394"/>
        </a:spcBef>
        <a:buFont typeface="Arial" panose="020B0604020202020204" pitchFamily="34" charset="0"/>
        <a:buChar char="•"/>
        <a:defRPr sz="1417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719907" rtl="0" eaLnBrk="1" latinLnBrk="0" hangingPunct="1">
        <a:defRPr sz="1417" kern="1200">
          <a:solidFill>
            <a:schemeClr val="tx1"/>
          </a:solidFill>
          <a:latin typeface="+mn-lt"/>
          <a:ea typeface="+mn-ea"/>
          <a:cs typeface="+mn-cs"/>
        </a:defRPr>
      </a:lvl1pPr>
      <a:lvl2pPr marL="359954" algn="l" defTabSz="719907" rtl="0" eaLnBrk="1" latinLnBrk="0" hangingPunct="1">
        <a:defRPr sz="1417" kern="1200">
          <a:solidFill>
            <a:schemeClr val="tx1"/>
          </a:solidFill>
          <a:latin typeface="+mn-lt"/>
          <a:ea typeface="+mn-ea"/>
          <a:cs typeface="+mn-cs"/>
        </a:defRPr>
      </a:lvl2pPr>
      <a:lvl3pPr marL="719907" algn="l" defTabSz="719907" rtl="0" eaLnBrk="1" latinLnBrk="0" hangingPunct="1">
        <a:defRPr sz="1417" kern="1200">
          <a:solidFill>
            <a:schemeClr val="tx1"/>
          </a:solidFill>
          <a:latin typeface="+mn-lt"/>
          <a:ea typeface="+mn-ea"/>
          <a:cs typeface="+mn-cs"/>
        </a:defRPr>
      </a:lvl3pPr>
      <a:lvl4pPr marL="1079861" algn="l" defTabSz="719907" rtl="0" eaLnBrk="1" latinLnBrk="0" hangingPunct="1">
        <a:defRPr sz="1417" kern="1200">
          <a:solidFill>
            <a:schemeClr val="tx1"/>
          </a:solidFill>
          <a:latin typeface="+mn-lt"/>
          <a:ea typeface="+mn-ea"/>
          <a:cs typeface="+mn-cs"/>
        </a:defRPr>
      </a:lvl4pPr>
      <a:lvl5pPr marL="1439814" algn="l" defTabSz="719907" rtl="0" eaLnBrk="1" latinLnBrk="0" hangingPunct="1">
        <a:defRPr sz="1417" kern="1200">
          <a:solidFill>
            <a:schemeClr val="tx1"/>
          </a:solidFill>
          <a:latin typeface="+mn-lt"/>
          <a:ea typeface="+mn-ea"/>
          <a:cs typeface="+mn-cs"/>
        </a:defRPr>
      </a:lvl5pPr>
      <a:lvl6pPr marL="1799768" algn="l" defTabSz="719907" rtl="0" eaLnBrk="1" latinLnBrk="0" hangingPunct="1">
        <a:defRPr sz="1417" kern="1200">
          <a:solidFill>
            <a:schemeClr val="tx1"/>
          </a:solidFill>
          <a:latin typeface="+mn-lt"/>
          <a:ea typeface="+mn-ea"/>
          <a:cs typeface="+mn-cs"/>
        </a:defRPr>
      </a:lvl6pPr>
      <a:lvl7pPr marL="2159721" algn="l" defTabSz="719907" rtl="0" eaLnBrk="1" latinLnBrk="0" hangingPunct="1">
        <a:defRPr sz="1417" kern="1200">
          <a:solidFill>
            <a:schemeClr val="tx1"/>
          </a:solidFill>
          <a:latin typeface="+mn-lt"/>
          <a:ea typeface="+mn-ea"/>
          <a:cs typeface="+mn-cs"/>
        </a:defRPr>
      </a:lvl7pPr>
      <a:lvl8pPr marL="2519675" algn="l" defTabSz="719907" rtl="0" eaLnBrk="1" latinLnBrk="0" hangingPunct="1">
        <a:defRPr sz="1417" kern="1200">
          <a:solidFill>
            <a:schemeClr val="tx1"/>
          </a:solidFill>
          <a:latin typeface="+mn-lt"/>
          <a:ea typeface="+mn-ea"/>
          <a:cs typeface="+mn-cs"/>
        </a:defRPr>
      </a:lvl8pPr>
      <a:lvl9pPr marL="2879628" algn="l" defTabSz="719907" rtl="0" eaLnBrk="1" latinLnBrk="0" hangingPunct="1">
        <a:defRPr sz="1417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chart" Target="../charts/char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/>
          <p:cNvSpPr/>
          <p:nvPr/>
        </p:nvSpPr>
        <p:spPr>
          <a:xfrm>
            <a:off x="674586" y="734785"/>
            <a:ext cx="473530" cy="342900"/>
          </a:xfrm>
          <a:prstGeom prst="rect">
            <a:avLst/>
          </a:prstGeom>
          <a:ln>
            <a:noFill/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aphicFrame>
        <p:nvGraphicFramePr>
          <p:cNvPr id="5" name="Chart 4"/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545352667"/>
              </p:ext>
            </p:extLst>
          </p:nvPr>
        </p:nvGraphicFramePr>
        <p:xfrm>
          <a:off x="-1565" y="1"/>
          <a:ext cx="7202442" cy="5400674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</p:spTree>
    <p:extLst>
      <p:ext uri="{BB962C8B-B14F-4D97-AF65-F5344CB8AC3E}">
        <p14:creationId xmlns:p14="http://schemas.microsoft.com/office/powerpoint/2010/main" val="120054550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Them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Override1.xml><?xml version="1.0" encoding="utf-8"?>
<a:themeOverride xmlns:a="http://schemas.openxmlformats.org/drawingml/2006/main">
  <a:clrScheme name="Office">
    <a:dk1>
      <a:sysClr val="windowText" lastClr="000000"/>
    </a:dk1>
    <a:lt1>
      <a:sysClr val="window" lastClr="FFFFFF"/>
    </a:lt1>
    <a:dk2>
      <a:srgbClr val="44546A"/>
    </a:dk2>
    <a:lt2>
      <a:srgbClr val="E7E6E6"/>
    </a:lt2>
    <a:accent1>
      <a:srgbClr val="5B9BD5"/>
    </a:accent1>
    <a:accent2>
      <a:srgbClr val="ED7D31"/>
    </a:accent2>
    <a:accent3>
      <a:srgbClr val="A5A5A5"/>
    </a:accent3>
    <a:accent4>
      <a:srgbClr val="FFC000"/>
    </a:accent4>
    <a:accent5>
      <a:srgbClr val="4472C4"/>
    </a:accent5>
    <a:accent6>
      <a:srgbClr val="70AD47"/>
    </a:accent6>
    <a:hlink>
      <a:srgbClr val="0563C1"/>
    </a:hlink>
    <a:folHlink>
      <a:srgbClr val="954F72"/>
    </a:folHlink>
  </a:clrScheme>
  <a:fontScheme name="Office">
    <a:majorFont>
      <a:latin typeface="Calibri Light" panose="020F0302020204030204"/>
      <a:ea typeface=""/>
      <a:cs typeface=""/>
      <a:font script="Jpan" typeface="ＭＳ Ｐゴシック"/>
      <a:font script="Hang" typeface="맑은 고딕"/>
      <a:font script="Hans" typeface="宋体"/>
      <a:font script="Hant" typeface="新細明體"/>
      <a:font script="Arab" typeface="Times New Roman"/>
      <a:font script="Hebr" typeface="Times New Roman"/>
      <a:font script="Thai" typeface="Tahoma"/>
      <a:font script="Ethi" typeface="Nyala"/>
      <a:font script="Beng" typeface="Vrinda"/>
      <a:font script="Gujr" typeface="Shruti"/>
      <a:font script="Khmr" typeface="MoolBoran"/>
      <a:font script="Knda" typeface="Tunga"/>
      <a:font script="Guru" typeface="Raavi"/>
      <a:font script="Cans" typeface="Euphemia"/>
      <a:font script="Cher" typeface="Plantagenet Cherokee"/>
      <a:font script="Yiii" typeface="Microsoft Yi Baiti"/>
      <a:font script="Tibt" typeface="Microsoft Himalaya"/>
      <a:font script="Thaa" typeface="MV Boli"/>
      <a:font script="Deva" typeface="Mangal"/>
      <a:font script="Telu" typeface="Gautami"/>
      <a:font script="Taml" typeface="Latha"/>
      <a:font script="Syrc" typeface="Estrangelo Edessa"/>
      <a:font script="Orya" typeface="Kalinga"/>
      <a:font script="Mlym" typeface="Kartika"/>
      <a:font script="Laoo" typeface="DokChampa"/>
      <a:font script="Sinh" typeface="Iskoola Pota"/>
      <a:font script="Mong" typeface="Mongolian Baiti"/>
      <a:font script="Viet" typeface="Times New Roman"/>
      <a:font script="Uigh" typeface="Microsoft Uighur"/>
      <a:font script="Geor" typeface="Sylfaen"/>
    </a:majorFont>
    <a:minorFont>
      <a:latin typeface="Calibri" panose="020F0502020204030204"/>
      <a:ea typeface=""/>
      <a:cs typeface=""/>
      <a:font script="Jpan" typeface="ＭＳ Ｐゴシック"/>
      <a:font script="Hang" typeface="맑은 고딕"/>
      <a:font script="Hans" typeface="宋体"/>
      <a:font script="Hant" typeface="新細明體"/>
      <a:font script="Arab" typeface="Arial"/>
      <a:font script="Hebr" typeface="Arial"/>
      <a:font script="Thai" typeface="Tahoma"/>
      <a:font script="Ethi" typeface="Nyala"/>
      <a:font script="Beng" typeface="Vrinda"/>
      <a:font script="Gujr" typeface="Shruti"/>
      <a:font script="Khmr" typeface="DaunPenh"/>
      <a:font script="Knda" typeface="Tunga"/>
      <a:font script="Guru" typeface="Raavi"/>
      <a:font script="Cans" typeface="Euphemia"/>
      <a:font script="Cher" typeface="Plantagenet Cherokee"/>
      <a:font script="Yiii" typeface="Microsoft Yi Baiti"/>
      <a:font script="Tibt" typeface="Microsoft Himalaya"/>
      <a:font script="Thaa" typeface="MV Boli"/>
      <a:font script="Deva" typeface="Mangal"/>
      <a:font script="Telu" typeface="Gautami"/>
      <a:font script="Taml" typeface="Latha"/>
      <a:font script="Syrc" typeface="Estrangelo Edessa"/>
      <a:font script="Orya" typeface="Kalinga"/>
      <a:font script="Mlym" typeface="Kartika"/>
      <a:font script="Laoo" typeface="DokChampa"/>
      <a:font script="Sinh" typeface="Iskoola Pota"/>
      <a:font script="Mong" typeface="Mongolian Baiti"/>
      <a:font script="Viet" typeface="Arial"/>
      <a:font script="Uigh" typeface="Microsoft Uighur"/>
      <a:font script="Geor" typeface="Sylfaen"/>
    </a:minorFont>
  </a:fontScheme>
  <a:fmtScheme name="Office">
    <a:fillStyleLst>
      <a:solidFill>
        <a:schemeClr val="phClr"/>
      </a:solidFill>
      <a:gradFill rotWithShape="1">
        <a:gsLst>
          <a:gs pos="0">
            <a:schemeClr val="phClr">
              <a:lumMod val="110000"/>
              <a:satMod val="105000"/>
              <a:tint val="67000"/>
            </a:schemeClr>
          </a:gs>
          <a:gs pos="50000">
            <a:schemeClr val="phClr">
              <a:lumMod val="105000"/>
              <a:satMod val="103000"/>
              <a:tint val="73000"/>
            </a:schemeClr>
          </a:gs>
          <a:gs pos="100000">
            <a:schemeClr val="phClr">
              <a:lumMod val="105000"/>
              <a:satMod val="109000"/>
              <a:tint val="81000"/>
            </a:schemeClr>
          </a:gs>
        </a:gsLst>
        <a:lin ang="5400000" scaled="0"/>
      </a:gradFill>
      <a:gradFill rotWithShape="1">
        <a:gsLst>
          <a:gs pos="0">
            <a:schemeClr val="phClr">
              <a:satMod val="103000"/>
              <a:lumMod val="102000"/>
              <a:tint val="94000"/>
            </a:schemeClr>
          </a:gs>
          <a:gs pos="50000">
            <a:schemeClr val="phClr">
              <a:satMod val="110000"/>
              <a:lumMod val="100000"/>
              <a:shade val="100000"/>
            </a:schemeClr>
          </a:gs>
          <a:gs pos="100000">
            <a:schemeClr val="phClr">
              <a:lumMod val="99000"/>
              <a:satMod val="120000"/>
              <a:shade val="78000"/>
            </a:schemeClr>
          </a:gs>
        </a:gsLst>
        <a:lin ang="5400000" scaled="0"/>
      </a:gradFill>
    </a:fillStyleLst>
    <a:lnStyleLst>
      <a:ln w="6350" cap="flat" cmpd="sng" algn="ctr">
        <a:solidFill>
          <a:schemeClr val="phClr"/>
        </a:solidFill>
        <a:prstDash val="solid"/>
        <a:miter lim="800000"/>
      </a:ln>
      <a:ln w="12700" cap="flat" cmpd="sng" algn="ctr">
        <a:solidFill>
          <a:schemeClr val="phClr"/>
        </a:solidFill>
        <a:prstDash val="solid"/>
        <a:miter lim="800000"/>
      </a:ln>
      <a:ln w="19050" cap="flat" cmpd="sng" algn="ctr">
        <a:solidFill>
          <a:schemeClr val="phClr"/>
        </a:solidFill>
        <a:prstDash val="solid"/>
        <a:miter lim="800000"/>
      </a:ln>
    </a:lnStyleLst>
    <a:effectStyleLst>
      <a:effectStyle>
        <a:effectLst/>
      </a:effectStyle>
      <a:effectStyle>
        <a:effectLst/>
      </a:effectStyle>
      <a:effectStyle>
        <a:effectLst>
          <a:outerShdw blurRad="57150" dist="19050" dir="5400000" algn="ctr" rotWithShape="0">
            <a:srgbClr val="000000">
              <a:alpha val="63000"/>
            </a:srgbClr>
          </a:outerShdw>
        </a:effectLst>
      </a:effectStyle>
    </a:effectStyleLst>
    <a:bgFillStyleLst>
      <a:solidFill>
        <a:schemeClr val="phClr"/>
      </a:solidFill>
      <a:solidFill>
        <a:schemeClr val="phClr">
          <a:tint val="95000"/>
          <a:satMod val="170000"/>
        </a:schemeClr>
      </a:solidFill>
      <a:gradFill rotWithShape="1">
        <a:gsLst>
          <a:gs pos="0">
            <a:schemeClr val="phClr">
              <a:tint val="93000"/>
              <a:satMod val="150000"/>
              <a:shade val="98000"/>
              <a:lumMod val="102000"/>
            </a:schemeClr>
          </a:gs>
          <a:gs pos="50000">
            <a:schemeClr val="phClr">
              <a:tint val="98000"/>
              <a:satMod val="130000"/>
              <a:shade val="90000"/>
              <a:lumMod val="103000"/>
            </a:schemeClr>
          </a:gs>
          <a:gs pos="100000">
            <a:schemeClr val="phClr">
              <a:shade val="63000"/>
              <a:satMod val="120000"/>
            </a:schemeClr>
          </a:gs>
        </a:gsLst>
        <a:lin ang="5400000" scaled="0"/>
      </a:gradFill>
    </a:bgFillStyleLst>
  </a:fmtScheme>
</a:themeOverrid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2564</TotalTime>
  <Words>5</Words>
  <Application>Microsoft Macintosh PowerPoint</Application>
  <PresentationFormat>Custom</PresentationFormat>
  <Paragraphs>2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5" baseType="lpstr">
      <vt:lpstr>Calibri</vt:lpstr>
      <vt:lpstr>Calibri Light</vt:lpstr>
      <vt:lpstr>Arial</vt:lpstr>
      <vt:lpstr>Office Theme</vt:lpstr>
      <vt:lpstr>PowerPoint Presentation</vt:lpstr>
    </vt:vector>
  </TitlesOfParts>
  <Company/>
  <LinksUpToDate>false</LinksUpToDate>
  <SharedDoc>false</SharedDoc>
  <HyperlinksChanged>false</HyperlinksChanged>
  <AppVersion>15.0041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Microsoft Office User</dc:creator>
  <cp:lastModifiedBy>Microsoft Office User</cp:lastModifiedBy>
  <cp:revision>42</cp:revision>
  <cp:lastPrinted>2018-10-15T14:01:33Z</cp:lastPrinted>
  <dcterms:created xsi:type="dcterms:W3CDTF">2018-09-13T08:59:53Z</dcterms:created>
  <dcterms:modified xsi:type="dcterms:W3CDTF">2018-10-15T14:01:45Z</dcterms:modified>
</cp:coreProperties>
</file>