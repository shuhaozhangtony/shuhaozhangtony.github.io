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0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CrossTab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18606275348773"/>
          <c:y val="0.13240531044543699"/>
          <c:w val="0.737848041889552"/>
          <c:h val="0.69658675935633196"/>
        </c:manualLayout>
      </c:layout>
      <c:scatterChart>
        <c:scatterStyle val="lineMarker"/>
        <c:varyColors val="0"/>
        <c:ser>
          <c:idx val="0"/>
          <c:order val="0"/>
          <c:tx>
            <c:strRef>
              <c:f>'theta=0.6'!$AC$1</c:f>
              <c:strCache>
                <c:ptCount val="1"/>
                <c:pt idx="0">
                  <c:v>LAL</c:v>
                </c:pt>
              </c:strCache>
            </c:strRef>
          </c:tx>
          <c:spPr>
            <a:ln w="25400" cap="rnd">
              <a:solidFill>
                <a:srgbClr val="4472C4"/>
              </a:solidFill>
              <a:round/>
            </a:ln>
            <a:effectLst/>
          </c:spPr>
          <c:marker>
            <c:symbol val="x"/>
            <c:size val="15"/>
            <c:spPr>
              <a:pattFill prst="pct90">
                <a:fgClr>
                  <a:srgbClr val="4472C4"/>
                </a:fgClr>
                <a:bgClr>
                  <a:sysClr val="window" lastClr="FFFFFF"/>
                </a:bgClr>
              </a:pattFill>
              <a:ln w="25400">
                <a:solidFill>
                  <a:srgbClr val="4472C4"/>
                </a:solidFill>
              </a:ln>
              <a:effectLst/>
            </c:spPr>
          </c:marker>
          <c:xVal>
            <c:numRef>
              <c:f>'theta=0.6'!$AA$2:$AA$8</c:f>
              <c:numCache>
                <c:formatCode>General</c:formatCode>
                <c:ptCount val="7"/>
                <c:pt idx="0">
                  <c:v>2.5000000000000001E-2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</c:v>
                </c:pt>
              </c:numCache>
            </c:numRef>
          </c:xVal>
          <c:yVal>
            <c:numRef>
              <c:f>'theta=0.6'!$AC$2:$AC$8</c:f>
              <c:numCache>
                <c:formatCode>0.00E+00</c:formatCode>
                <c:ptCount val="7"/>
                <c:pt idx="0">
                  <c:v>1182926494.3</c:v>
                </c:pt>
                <c:pt idx="1">
                  <c:v>1182926494.3</c:v>
                </c:pt>
                <c:pt idx="2">
                  <c:v>1182926494.3</c:v>
                </c:pt>
                <c:pt idx="3">
                  <c:v>1182926494.3</c:v>
                </c:pt>
                <c:pt idx="4">
                  <c:v>1182926494.3</c:v>
                </c:pt>
                <c:pt idx="5">
                  <c:v>1182926494.3</c:v>
                </c:pt>
                <c:pt idx="6">
                  <c:v>1182926494.3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98-427F-AD8C-0CE98326FAE3}"/>
            </c:ext>
          </c:extLst>
        </c:ser>
        <c:ser>
          <c:idx val="1"/>
          <c:order val="1"/>
          <c:tx>
            <c:strRef>
              <c:f>'theta=0.6'!$AD$1</c:f>
              <c:strCache>
                <c:ptCount val="1"/>
                <c:pt idx="0">
                  <c:v>LWM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pattFill prst="wdUpDiag">
                <a:fgClr>
                  <a:srgbClr val="FF0000"/>
                </a:fgClr>
                <a:bgClr>
                  <a:sysClr val="window" lastClr="FFFFFF"/>
                </a:bgClr>
              </a:pattFill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'theta=0.6'!$AA$2:$AA$8</c:f>
              <c:numCache>
                <c:formatCode>General</c:formatCode>
                <c:ptCount val="7"/>
                <c:pt idx="0">
                  <c:v>2.5000000000000001E-2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</c:v>
                </c:pt>
              </c:numCache>
            </c:numRef>
          </c:xVal>
          <c:yVal>
            <c:numRef>
              <c:f>'theta=0.6'!$AD$2:$AD$8</c:f>
              <c:numCache>
                <c:formatCode>0.00E+00</c:formatCode>
                <c:ptCount val="7"/>
                <c:pt idx="0">
                  <c:v>5562094020.8000002</c:v>
                </c:pt>
                <c:pt idx="1">
                  <c:v>5562094020.8000002</c:v>
                </c:pt>
                <c:pt idx="2">
                  <c:v>5562094020.8000002</c:v>
                </c:pt>
                <c:pt idx="3">
                  <c:v>5562094020.8000002</c:v>
                </c:pt>
                <c:pt idx="4">
                  <c:v>5562094020.8000002</c:v>
                </c:pt>
                <c:pt idx="5">
                  <c:v>5562094020.8000002</c:v>
                </c:pt>
                <c:pt idx="6">
                  <c:v>5562094020.8000002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B98-427F-AD8C-0CE98326FAE3}"/>
            </c:ext>
          </c:extLst>
        </c:ser>
        <c:ser>
          <c:idx val="2"/>
          <c:order val="2"/>
          <c:tx>
            <c:strRef>
              <c:f>'theta=0.6'!$AE$1</c:f>
              <c:strCache>
                <c:ptCount val="1"/>
                <c:pt idx="0">
                  <c:v>T-Stream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15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</c:spPr>
          </c:marker>
          <c:xVal>
            <c:numRef>
              <c:f>'theta=0.6'!$AA$2:$AA$8</c:f>
              <c:numCache>
                <c:formatCode>General</c:formatCode>
                <c:ptCount val="7"/>
                <c:pt idx="0">
                  <c:v>2.5000000000000001E-2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</c:v>
                </c:pt>
              </c:numCache>
            </c:numRef>
          </c:xVal>
          <c:yVal>
            <c:numRef>
              <c:f>'theta=0.6'!$AE$2:$AE$8</c:f>
              <c:numCache>
                <c:formatCode>0.00E+00</c:formatCode>
                <c:ptCount val="7"/>
                <c:pt idx="0">
                  <c:v>517036533.89999902</c:v>
                </c:pt>
                <c:pt idx="1">
                  <c:v>1086563571.5999999</c:v>
                </c:pt>
                <c:pt idx="2">
                  <c:v>1336286738.8</c:v>
                </c:pt>
                <c:pt idx="3">
                  <c:v>2165995071.6999998</c:v>
                </c:pt>
                <c:pt idx="4">
                  <c:v>7428395287</c:v>
                </c:pt>
                <c:pt idx="5">
                  <c:v>8835867601.2000008</c:v>
                </c:pt>
                <c:pt idx="6">
                  <c:v>6817770318.5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B98-427F-AD8C-0CE98326FAE3}"/>
            </c:ext>
          </c:extLst>
        </c:ser>
        <c:ser>
          <c:idx val="3"/>
          <c:order val="3"/>
          <c:tx>
            <c:strRef>
              <c:f>'theta=0.6'!$AF$1</c:f>
              <c:strCache>
                <c:ptCount val="1"/>
                <c:pt idx="0">
                  <c:v>PAT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1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'theta=0.6'!$AA$2:$AA$8</c:f>
              <c:numCache>
                <c:formatCode>General</c:formatCode>
                <c:ptCount val="7"/>
                <c:pt idx="0">
                  <c:v>2.5000000000000001E-2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</c:v>
                </c:pt>
              </c:numCache>
            </c:numRef>
          </c:xVal>
          <c:yVal>
            <c:numRef>
              <c:f>'theta=0.6'!$AF$2:$AF$8</c:f>
              <c:numCache>
                <c:formatCode>0.00E+00</c:formatCode>
                <c:ptCount val="7"/>
                <c:pt idx="0">
                  <c:v>184722123.49999899</c:v>
                </c:pt>
                <c:pt idx="1">
                  <c:v>184722123.49999899</c:v>
                </c:pt>
                <c:pt idx="2">
                  <c:v>184722123.49999899</c:v>
                </c:pt>
                <c:pt idx="3">
                  <c:v>184722123.49999899</c:v>
                </c:pt>
                <c:pt idx="4">
                  <c:v>184722123.49999899</c:v>
                </c:pt>
                <c:pt idx="5">
                  <c:v>184722123.49999899</c:v>
                </c:pt>
                <c:pt idx="6">
                  <c:v>184722123.49999899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B98-427F-AD8C-0CE98326FA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1274432"/>
        <c:axId val="962500368"/>
      </c:scatterChart>
      <c:valAx>
        <c:axId val="1381274432"/>
        <c:scaling>
          <c:orientation val="minMax"/>
          <c:max val="1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Watermark Interval (sec)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#,##0.0" sourceLinked="0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62500368"/>
        <c:crosses val="autoZero"/>
        <c:crossBetween val="midCat"/>
      </c:valAx>
      <c:valAx>
        <c:axId val="9625003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0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sz="2000"/>
                  <a:t>End-to-End</a:t>
                </a:r>
                <a:r>
                  <a:rPr lang="en-US" sz="2000" baseline="0"/>
                  <a:t> Processing Latency (ms)</a:t>
                </a:r>
                <a:endParaRPr lang="en-US"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0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381274432"/>
        <c:crosses val="autoZero"/>
        <c:crossBetween val="midCat"/>
        <c:majorUnit val="2000000000"/>
        <c:dispUnits>
          <c:builtInUnit val="millions"/>
        </c:dispUnits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1898473"/>
              </p:ext>
            </p:extLst>
          </p:nvPr>
        </p:nvGraphicFramePr>
        <p:xfrm>
          <a:off x="0" y="1"/>
          <a:ext cx="7199313" cy="5400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3310</TotalTime>
  <Words>11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52</cp:revision>
  <cp:lastPrinted>2018-10-11T02:31:22Z</cp:lastPrinted>
  <dcterms:created xsi:type="dcterms:W3CDTF">2018-09-13T08:59:53Z</dcterms:created>
  <dcterms:modified xsi:type="dcterms:W3CDTF">2018-10-16T02:42:51Z</dcterms:modified>
</cp:coreProperties>
</file>