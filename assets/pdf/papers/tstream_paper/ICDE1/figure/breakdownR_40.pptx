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11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'Read_only (rtm)'!$A$19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(rtm)'!$B$19:$E$19</c:f>
              <c:numCache>
                <c:formatCode>0%</c:formatCode>
                <c:ptCount val="4"/>
                <c:pt idx="0">
                  <c:v>0.45</c:v>
                </c:pt>
                <c:pt idx="1">
                  <c:v>0</c:v>
                </c:pt>
                <c:pt idx="2">
                  <c:v>0.01</c:v>
                </c:pt>
                <c:pt idx="3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4-43CA-BB01-C68CBECA5A4D}"/>
            </c:ext>
          </c:extLst>
        </c:ser>
        <c:ser>
          <c:idx val="3"/>
          <c:order val="1"/>
          <c:tx>
            <c:strRef>
              <c:f>'Read_only (rtm)'!$A$20</c:f>
              <c:strCache>
                <c:ptCount val="1"/>
                <c:pt idx="0">
                  <c:v>Wait</c:v>
                </c:pt>
              </c:strCache>
            </c:strRef>
          </c:tx>
          <c:spPr>
            <a:pattFill prst="ltVert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(rtm)'!$B$20:$E$20</c:f>
              <c:numCache>
                <c:formatCode>0%</c:formatCode>
                <c:ptCount val="4"/>
                <c:pt idx="0">
                  <c:v>0</c:v>
                </c:pt>
                <c:pt idx="1">
                  <c:v>0.96</c:v>
                </c:pt>
                <c:pt idx="2">
                  <c:v>0.96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B4-43CA-BB01-C68CBECA5A4D}"/>
            </c:ext>
          </c:extLst>
        </c:ser>
        <c:ser>
          <c:idx val="2"/>
          <c:order val="2"/>
          <c:tx>
            <c:strRef>
              <c:f>'Read_only (rtm)'!$A$21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(rtm)'!$B$21:$E$21</c:f>
              <c:numCache>
                <c:formatCode>0%</c:formatCode>
                <c:ptCount val="4"/>
                <c:pt idx="0">
                  <c:v>0</c:v>
                </c:pt>
                <c:pt idx="1">
                  <c:v>0.02</c:v>
                </c:pt>
                <c:pt idx="2">
                  <c:v>0.02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B4-43CA-BB01-C68CBECA5A4D}"/>
            </c:ext>
          </c:extLst>
        </c:ser>
        <c:ser>
          <c:idx val="4"/>
          <c:order val="3"/>
          <c:tx>
            <c:strRef>
              <c:f>'Read_only (rtm)'!$A$22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ysClr val="window" lastClr="FFFFFF"/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(rtm)'!$B$22:$E$22</c:f>
              <c:numCache>
                <c:formatCode>0%</c:formatCode>
                <c:ptCount val="4"/>
                <c:pt idx="0">
                  <c:v>0.28000000000000003</c:v>
                </c:pt>
                <c:pt idx="1">
                  <c:v>0</c:v>
                </c:pt>
                <c:pt idx="2">
                  <c:v>0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B4-43CA-BB01-C68CBECA5A4D}"/>
            </c:ext>
          </c:extLst>
        </c:ser>
        <c:ser>
          <c:idx val="1"/>
          <c:order val="4"/>
          <c:tx>
            <c:strRef>
              <c:f>'Read_only (rtm)'!$A$23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(rtm)'!$B$23:$E$23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B4-43CA-BB01-C68CBECA5A4D}"/>
            </c:ext>
          </c:extLst>
        </c:ser>
        <c:ser>
          <c:idx val="0"/>
          <c:order val="5"/>
          <c:tx>
            <c:strRef>
              <c:f>'Read_only (rtm)'!$A$24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solidDmnd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(rtm)'!$B$24:$E$24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3B4-43CA-BB01-C68CBECA5A4D}"/>
            </c:ext>
          </c:extLst>
        </c:ser>
        <c:ser>
          <c:idx val="5"/>
          <c:order val="6"/>
          <c:tx>
            <c:strRef>
              <c:f>'Read_only (rtm)'!$A$25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ashDnDiag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'Read_only (rtm)'!$B$18:$E$18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'Read_only (rtm)'!$B$25:$E$25</c:f>
              <c:numCache>
                <c:formatCode>0%</c:formatCode>
                <c:ptCount val="4"/>
                <c:pt idx="0">
                  <c:v>0.27</c:v>
                </c:pt>
                <c:pt idx="1">
                  <c:v>0.02</c:v>
                </c:pt>
                <c:pt idx="2">
                  <c:v>0.01</c:v>
                </c:pt>
                <c:pt idx="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B4-43CA-BB01-C68CBECA5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012218464"/>
        <c:axId val="1012220512"/>
      </c:barChart>
      <c:catAx>
        <c:axId val="101221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2220512"/>
        <c:crosses val="autoZero"/>
        <c:auto val="1"/>
        <c:lblAlgn val="ctr"/>
        <c:lblOffset val="100"/>
        <c:noMultiLvlLbl val="0"/>
      </c:catAx>
      <c:valAx>
        <c:axId val="1012220512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2218464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37799"/>
              </p:ext>
            </p:extLst>
          </p:nvPr>
        </p:nvGraphicFramePr>
        <p:xfrm>
          <a:off x="1" y="0"/>
          <a:ext cx="7199312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19</cp:revision>
  <cp:lastPrinted>2018-10-09T13:38:43Z</cp:lastPrinted>
  <dcterms:created xsi:type="dcterms:W3CDTF">2018-09-17T08:10:10Z</dcterms:created>
  <dcterms:modified xsi:type="dcterms:W3CDTF">2018-10-16T02:34:15Z</dcterms:modified>
</cp:coreProperties>
</file>