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'Write_intensive (rtm)'!$L$1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(rtm)'!$K$2:$K$7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(rtm)'!$L$2:$L$7</c:f>
              <c:numCache>
                <c:formatCode>0.00E+00</c:formatCode>
                <c:ptCount val="6"/>
                <c:pt idx="0">
                  <c:v>173.88272486508799</c:v>
                </c:pt>
                <c:pt idx="1">
                  <c:v>337.11000324443501</c:v>
                </c:pt>
                <c:pt idx="2">
                  <c:v>16.842188958170201</c:v>
                </c:pt>
                <c:pt idx="3">
                  <c:v>27.954344315383899</c:v>
                </c:pt>
                <c:pt idx="4">
                  <c:v>16.842188958170201</c:v>
                </c:pt>
                <c:pt idx="5">
                  <c:v>3.8537723577775802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F-4383-AA01-E24B7A5BC8DE}"/>
            </c:ext>
          </c:extLst>
        </c:ser>
        <c:ser>
          <c:idx val="1"/>
          <c:order val="1"/>
          <c:tx>
            <c:strRef>
              <c:f>'Write_intensive (rtm)'!$M$1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(rtm)'!$K$2:$K$7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(rtm)'!$M$2:$M$7</c:f>
              <c:numCache>
                <c:formatCode>0.00E+00</c:formatCode>
                <c:ptCount val="6"/>
                <c:pt idx="0">
                  <c:v>159.66054576574689</c:v>
                </c:pt>
                <c:pt idx="1">
                  <c:v>127.923975555174</c:v>
                </c:pt>
                <c:pt idx="2">
                  <c:v>65.153248617494867</c:v>
                </c:pt>
                <c:pt idx="3">
                  <c:v>50.328518993317303</c:v>
                </c:pt>
                <c:pt idx="4">
                  <c:v>43.391284600193089</c:v>
                </c:pt>
                <c:pt idx="5">
                  <c:v>47.782793120726197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F-4383-AA01-E24B7A5BC8DE}"/>
            </c:ext>
          </c:extLst>
        </c:ser>
        <c:ser>
          <c:idx val="2"/>
          <c:order val="2"/>
          <c:tx>
            <c:strRef>
              <c:f>'Write_intensive (rtm)'!$N$1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(rtm)'!$K$2:$K$7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(rtm)'!$N$2:$N$7</c:f>
              <c:numCache>
                <c:formatCode>0.00E+00</c:formatCode>
                <c:ptCount val="6"/>
                <c:pt idx="0">
                  <c:v>55.869824277316383</c:v>
                </c:pt>
                <c:pt idx="1">
                  <c:v>68.680202932584677</c:v>
                </c:pt>
                <c:pt idx="2">
                  <c:v>69.792189802130906</c:v>
                </c:pt>
                <c:pt idx="3">
                  <c:v>38.747506009634193</c:v>
                </c:pt>
                <c:pt idx="4">
                  <c:v>31.293454493551302</c:v>
                </c:pt>
                <c:pt idx="5">
                  <c:v>31.547418662887299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7F-4383-AA01-E24B7A5BC8DE}"/>
            </c:ext>
          </c:extLst>
        </c:ser>
        <c:ser>
          <c:idx val="3"/>
          <c:order val="3"/>
          <c:tx>
            <c:strRef>
              <c:f>'Write_intensive (rtm)'!$O$1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(rtm)'!$K$2:$K$7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(rtm)'!$O$2:$O$7</c:f>
              <c:numCache>
                <c:formatCode>General</c:formatCode>
                <c:ptCount val="6"/>
                <c:pt idx="0">
                  <c:v>34.870368228666088</c:v>
                </c:pt>
                <c:pt idx="1">
                  <c:v>86.206846441528</c:v>
                </c:pt>
                <c:pt idx="2">
                  <c:v>118.772614526563</c:v>
                </c:pt>
                <c:pt idx="3">
                  <c:v>131.766147283321</c:v>
                </c:pt>
                <c:pt idx="4">
                  <c:v>199.521109819222</c:v>
                </c:pt>
                <c:pt idx="5" formatCode="0.00E+00">
                  <c:v>211.85355273368199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7F-4383-AA01-E24B7A5BC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4926784"/>
        <c:axId val="983968000"/>
      </c:barChart>
      <c:catAx>
        <c:axId val="140492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Number of Cores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83968000"/>
        <c:crosses val="autoZero"/>
        <c:auto val="1"/>
        <c:lblAlgn val="ctr"/>
        <c:lblOffset val="100"/>
        <c:noMultiLvlLbl val="0"/>
      </c:catAx>
      <c:valAx>
        <c:axId val="9839680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404926784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7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087845"/>
              </p:ext>
            </p:extLst>
          </p:nvPr>
        </p:nvGraphicFramePr>
        <p:xfrm>
          <a:off x="0" y="0"/>
          <a:ext cx="7199313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2515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30</cp:revision>
  <cp:lastPrinted>2018-10-10T02:22:31Z</cp:lastPrinted>
  <dcterms:created xsi:type="dcterms:W3CDTF">2018-09-13T08:59:53Z</dcterms:created>
  <dcterms:modified xsi:type="dcterms:W3CDTF">2018-10-16T02:31:11Z</dcterms:modified>
</cp:coreProperties>
</file>