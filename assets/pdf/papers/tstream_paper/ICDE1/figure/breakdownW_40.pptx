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19931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647"/>
  </p:normalViewPr>
  <p:slideViewPr>
    <p:cSldViewPr snapToGrid="0" snapToObjects="1">
      <p:cViewPr varScale="1">
        <p:scale>
          <a:sx n="83" d="100"/>
          <a:sy n="83" d="100"/>
        </p:scale>
        <p:origin x="11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'Write_intensive (rtm)'!$A$16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(rtm)'!$B$16:$E$16</c:f>
              <c:numCache>
                <c:formatCode>0%</c:formatCode>
                <c:ptCount val="4"/>
                <c:pt idx="0">
                  <c:v>0.56999999999999995</c:v>
                </c:pt>
                <c:pt idx="1">
                  <c:v>0</c:v>
                </c:pt>
                <c:pt idx="2">
                  <c:v>3.9999999999999897E-2</c:v>
                </c:pt>
                <c:pt idx="3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07-4932-B1E2-A4DDAA313F66}"/>
            </c:ext>
          </c:extLst>
        </c:ser>
        <c:ser>
          <c:idx val="3"/>
          <c:order val="1"/>
          <c:tx>
            <c:strRef>
              <c:f>'Write_intensive (rtm)'!$A$17</c:f>
              <c:strCache>
                <c:ptCount val="1"/>
                <c:pt idx="0">
                  <c:v>Wait</c:v>
                </c:pt>
              </c:strCache>
            </c:strRef>
          </c:tx>
          <c:spPr>
            <a:pattFill prst="ltVert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(rtm)'!$B$17:$E$17</c:f>
              <c:numCache>
                <c:formatCode>0%</c:formatCode>
                <c:ptCount val="4"/>
                <c:pt idx="0">
                  <c:v>0</c:v>
                </c:pt>
                <c:pt idx="1">
                  <c:v>0.98</c:v>
                </c:pt>
                <c:pt idx="2">
                  <c:v>0.93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07-4932-B1E2-A4DDAA313F66}"/>
            </c:ext>
          </c:extLst>
        </c:ser>
        <c:ser>
          <c:idx val="2"/>
          <c:order val="2"/>
          <c:tx>
            <c:strRef>
              <c:f>'Write_intensive (rtm)'!$A$18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(rtm)'!$B$18:$E$18</c:f>
              <c:numCache>
                <c:formatCode>0%</c:formatCode>
                <c:ptCount val="4"/>
                <c:pt idx="0">
                  <c:v>0.01</c:v>
                </c:pt>
                <c:pt idx="1">
                  <c:v>0.01</c:v>
                </c:pt>
                <c:pt idx="2">
                  <c:v>0.02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07-4932-B1E2-A4DDAA313F66}"/>
            </c:ext>
          </c:extLst>
        </c:ser>
        <c:ser>
          <c:idx val="4"/>
          <c:order val="3"/>
          <c:tx>
            <c:strRef>
              <c:f>'Write_intensive (rtm)'!$A$19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ysClr val="window" lastClr="FFFFFF"/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(rtm)'!$B$19:$E$19</c:f>
              <c:numCache>
                <c:formatCode>0%</c:formatCode>
                <c:ptCount val="4"/>
                <c:pt idx="0">
                  <c:v>0.28000000000000003</c:v>
                </c:pt>
                <c:pt idx="1">
                  <c:v>0</c:v>
                </c:pt>
                <c:pt idx="2">
                  <c:v>0</c:v>
                </c:pt>
                <c:pt idx="3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07-4932-B1E2-A4DDAA313F66}"/>
            </c:ext>
          </c:extLst>
        </c:ser>
        <c:ser>
          <c:idx val="1"/>
          <c:order val="4"/>
          <c:tx>
            <c:strRef>
              <c:f>'Write_intensive (rtm)'!$A$20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(rtm)'!$B$20:$E$20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07-4932-B1E2-A4DDAA313F66}"/>
            </c:ext>
          </c:extLst>
        </c:ser>
        <c:ser>
          <c:idx val="0"/>
          <c:order val="5"/>
          <c:tx>
            <c:strRef>
              <c:f>'Write_intensive (rtm)'!$A$21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solidDmnd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(rtm)'!$B$21:$E$21</c:f>
              <c:numCache>
                <c:formatCode>0%</c:formatCode>
                <c:ptCount val="4"/>
                <c:pt idx="0">
                  <c:v>7.0000000000000007E-2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F07-4932-B1E2-A4DDAA313F66}"/>
            </c:ext>
          </c:extLst>
        </c:ser>
        <c:ser>
          <c:idx val="5"/>
          <c:order val="6"/>
          <c:tx>
            <c:strRef>
              <c:f>'Write_intensive (rtm)'!$A$22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ashDnDiag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'Write_intensive (rtm)'!$B$15:$E$15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'Write_intensive (rtm)'!$B$22:$E$22</c:f>
              <c:numCache>
                <c:formatCode>0%</c:formatCode>
                <c:ptCount val="4"/>
                <c:pt idx="0">
                  <c:v>7.0000000000000007E-2</c:v>
                </c:pt>
                <c:pt idx="1">
                  <c:v>0.01</c:v>
                </c:pt>
                <c:pt idx="2">
                  <c:v>0.01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07-4932-B1E2-A4DDAA313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962780784"/>
        <c:axId val="981789184"/>
      </c:barChart>
      <c:catAx>
        <c:axId val="962780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81789184"/>
        <c:crosses val="autoZero"/>
        <c:auto val="1"/>
        <c:lblAlgn val="ctr"/>
        <c:lblOffset val="100"/>
        <c:noMultiLvlLbl val="0"/>
      </c:catAx>
      <c:valAx>
        <c:axId val="981789184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62780784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8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622491"/>
              </p:ext>
            </p:extLst>
          </p:nvPr>
        </p:nvGraphicFramePr>
        <p:xfrm>
          <a:off x="0" y="1"/>
          <a:ext cx="7199313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14</cp:revision>
  <cp:lastPrinted>2018-09-29T03:39:56Z</cp:lastPrinted>
  <dcterms:created xsi:type="dcterms:W3CDTF">2018-09-17T08:10:10Z</dcterms:created>
  <dcterms:modified xsi:type="dcterms:W3CDTF">2018-10-16T02:35:24Z</dcterms:modified>
</cp:coreProperties>
</file>