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sldIdLst>
    <p:sldId id="256" r:id="rId2"/>
  </p:sldIdLst>
  <p:sldSz cx="5830888" cy="2411413"/>
  <p:notesSz cx="6858000" cy="9144000"/>
  <p:defaultTextStyle>
    <a:defPPr>
      <a:defRPr lang="en-US"/>
    </a:defPPr>
    <a:lvl1pPr marL="0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1pPr>
    <a:lvl2pPr marL="406039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2pPr>
    <a:lvl3pPr marL="812079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3pPr>
    <a:lvl4pPr marL="1218118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4pPr>
    <a:lvl5pPr marL="1624157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5pPr>
    <a:lvl6pPr marL="2030197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6pPr>
    <a:lvl7pPr marL="2436236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7pPr>
    <a:lvl8pPr marL="2842275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8pPr>
    <a:lvl9pPr marL="3248315" algn="l" defTabSz="812079" rtl="0" eaLnBrk="1" latinLnBrk="0" hangingPunct="1">
      <a:defRPr sz="15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147"/>
    <p:restoredTop sz="94647"/>
  </p:normalViewPr>
  <p:slideViewPr>
    <p:cSldViewPr snapToGrid="0" snapToObjects="1">
      <p:cViewPr>
        <p:scale>
          <a:sx n="119" d="100"/>
          <a:sy n="119" d="100"/>
        </p:scale>
        <p:origin x="4528" y="2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8861" y="394646"/>
            <a:ext cx="4373166" cy="839529"/>
          </a:xfrm>
        </p:spPr>
        <p:txBody>
          <a:bodyPr anchor="b"/>
          <a:lstStyle>
            <a:lvl1pPr algn="ctr">
              <a:defRPr sz="211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8861" y="1266550"/>
            <a:ext cx="4373166" cy="582200"/>
          </a:xfrm>
        </p:spPr>
        <p:txBody>
          <a:bodyPr/>
          <a:lstStyle>
            <a:lvl1pPr marL="0" indent="0" algn="ctr">
              <a:buNone/>
              <a:defRPr sz="844"/>
            </a:lvl1pPr>
            <a:lvl2pPr marL="160752" indent="0" algn="ctr">
              <a:buNone/>
              <a:defRPr sz="703"/>
            </a:lvl2pPr>
            <a:lvl3pPr marL="321503" indent="0" algn="ctr">
              <a:buNone/>
              <a:defRPr sz="633"/>
            </a:lvl3pPr>
            <a:lvl4pPr marL="482255" indent="0" algn="ctr">
              <a:buNone/>
              <a:defRPr sz="563"/>
            </a:lvl4pPr>
            <a:lvl5pPr marL="643006" indent="0" algn="ctr">
              <a:buNone/>
              <a:defRPr sz="563"/>
            </a:lvl5pPr>
            <a:lvl6pPr marL="803758" indent="0" algn="ctr">
              <a:buNone/>
              <a:defRPr sz="563"/>
            </a:lvl6pPr>
            <a:lvl7pPr marL="964509" indent="0" algn="ctr">
              <a:buNone/>
              <a:defRPr sz="563"/>
            </a:lvl7pPr>
            <a:lvl8pPr marL="1125261" indent="0" algn="ctr">
              <a:buNone/>
              <a:defRPr sz="563"/>
            </a:lvl8pPr>
            <a:lvl9pPr marL="1286012" indent="0" algn="ctr">
              <a:buNone/>
              <a:defRPr sz="56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837" y="601179"/>
            <a:ext cx="5029141" cy="1003081"/>
          </a:xfrm>
        </p:spPr>
        <p:txBody>
          <a:bodyPr anchor="b"/>
          <a:lstStyle>
            <a:lvl1pPr>
              <a:defRPr sz="211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837" y="1613749"/>
            <a:ext cx="5029141" cy="527496"/>
          </a:xfrm>
        </p:spPr>
        <p:txBody>
          <a:bodyPr/>
          <a:lstStyle>
            <a:lvl1pPr marL="0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1pPr>
            <a:lvl2pPr marL="160752" indent="0">
              <a:buNone/>
              <a:defRPr sz="703">
                <a:solidFill>
                  <a:schemeClr val="tx1">
                    <a:tint val="75000"/>
                  </a:schemeClr>
                </a:solidFill>
              </a:defRPr>
            </a:lvl2pPr>
            <a:lvl3pPr marL="321503" indent="0">
              <a:buNone/>
              <a:defRPr sz="633">
                <a:solidFill>
                  <a:schemeClr val="tx1">
                    <a:tint val="75000"/>
                  </a:schemeClr>
                </a:solidFill>
              </a:defRPr>
            </a:lvl3pPr>
            <a:lvl4pPr marL="482255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4pPr>
            <a:lvl5pPr marL="643006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5pPr>
            <a:lvl6pPr marL="803758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6pPr>
            <a:lvl7pPr marL="964509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7pPr>
            <a:lvl8pPr marL="1125261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8pPr>
            <a:lvl9pPr marL="1286012" indent="0">
              <a:buNone/>
              <a:defRPr sz="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0874" y="641927"/>
            <a:ext cx="2478127" cy="1530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1887" y="641927"/>
            <a:ext cx="2478127" cy="1530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33" y="128386"/>
            <a:ext cx="5029141" cy="46609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1633" y="591131"/>
            <a:ext cx="2466739" cy="289704"/>
          </a:xfrm>
        </p:spPr>
        <p:txBody>
          <a:bodyPr anchor="b"/>
          <a:lstStyle>
            <a:lvl1pPr marL="0" indent="0">
              <a:buNone/>
              <a:defRPr sz="844" b="1"/>
            </a:lvl1pPr>
            <a:lvl2pPr marL="160752" indent="0">
              <a:buNone/>
              <a:defRPr sz="703" b="1"/>
            </a:lvl2pPr>
            <a:lvl3pPr marL="321503" indent="0">
              <a:buNone/>
              <a:defRPr sz="633" b="1"/>
            </a:lvl3pPr>
            <a:lvl4pPr marL="482255" indent="0">
              <a:buNone/>
              <a:defRPr sz="563" b="1"/>
            </a:lvl4pPr>
            <a:lvl5pPr marL="643006" indent="0">
              <a:buNone/>
              <a:defRPr sz="563" b="1"/>
            </a:lvl5pPr>
            <a:lvl6pPr marL="803758" indent="0">
              <a:buNone/>
              <a:defRPr sz="563" b="1"/>
            </a:lvl6pPr>
            <a:lvl7pPr marL="964509" indent="0">
              <a:buNone/>
              <a:defRPr sz="563" b="1"/>
            </a:lvl7pPr>
            <a:lvl8pPr marL="1125261" indent="0">
              <a:buNone/>
              <a:defRPr sz="563" b="1"/>
            </a:lvl8pPr>
            <a:lvl9pPr marL="1286012" indent="0">
              <a:buNone/>
              <a:defRPr sz="5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1633" y="880836"/>
            <a:ext cx="2466739" cy="12955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1887" y="591131"/>
            <a:ext cx="2478887" cy="289704"/>
          </a:xfrm>
        </p:spPr>
        <p:txBody>
          <a:bodyPr anchor="b"/>
          <a:lstStyle>
            <a:lvl1pPr marL="0" indent="0">
              <a:buNone/>
              <a:defRPr sz="844" b="1"/>
            </a:lvl1pPr>
            <a:lvl2pPr marL="160752" indent="0">
              <a:buNone/>
              <a:defRPr sz="703" b="1"/>
            </a:lvl2pPr>
            <a:lvl3pPr marL="321503" indent="0">
              <a:buNone/>
              <a:defRPr sz="633" b="1"/>
            </a:lvl3pPr>
            <a:lvl4pPr marL="482255" indent="0">
              <a:buNone/>
              <a:defRPr sz="563" b="1"/>
            </a:lvl4pPr>
            <a:lvl5pPr marL="643006" indent="0">
              <a:buNone/>
              <a:defRPr sz="563" b="1"/>
            </a:lvl5pPr>
            <a:lvl6pPr marL="803758" indent="0">
              <a:buNone/>
              <a:defRPr sz="563" b="1"/>
            </a:lvl6pPr>
            <a:lvl7pPr marL="964509" indent="0">
              <a:buNone/>
              <a:defRPr sz="563" b="1"/>
            </a:lvl7pPr>
            <a:lvl8pPr marL="1125261" indent="0">
              <a:buNone/>
              <a:defRPr sz="563" b="1"/>
            </a:lvl8pPr>
            <a:lvl9pPr marL="1286012" indent="0">
              <a:buNone/>
              <a:defRPr sz="5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51887" y="880836"/>
            <a:ext cx="2478887" cy="12955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33" y="160761"/>
            <a:ext cx="1880613" cy="562663"/>
          </a:xfrm>
        </p:spPr>
        <p:txBody>
          <a:bodyPr anchor="b"/>
          <a:lstStyle>
            <a:lvl1pPr>
              <a:defRPr sz="11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8887" y="347199"/>
            <a:ext cx="2951887" cy="1713666"/>
          </a:xfrm>
        </p:spPr>
        <p:txBody>
          <a:bodyPr/>
          <a:lstStyle>
            <a:lvl1pPr>
              <a:defRPr sz="1125"/>
            </a:lvl1pPr>
            <a:lvl2pPr>
              <a:defRPr sz="984"/>
            </a:lvl2pPr>
            <a:lvl3pPr>
              <a:defRPr sz="844"/>
            </a:lvl3pPr>
            <a:lvl4pPr>
              <a:defRPr sz="703"/>
            </a:lvl4pPr>
            <a:lvl5pPr>
              <a:defRPr sz="703"/>
            </a:lvl5pPr>
            <a:lvl6pPr>
              <a:defRPr sz="703"/>
            </a:lvl6pPr>
            <a:lvl7pPr>
              <a:defRPr sz="703"/>
            </a:lvl7pPr>
            <a:lvl8pPr>
              <a:defRPr sz="703"/>
            </a:lvl8pPr>
            <a:lvl9pPr>
              <a:defRPr sz="70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1633" y="723424"/>
            <a:ext cx="1880613" cy="1340232"/>
          </a:xfrm>
        </p:spPr>
        <p:txBody>
          <a:bodyPr/>
          <a:lstStyle>
            <a:lvl1pPr marL="0" indent="0">
              <a:buNone/>
              <a:defRPr sz="563"/>
            </a:lvl1pPr>
            <a:lvl2pPr marL="160752" indent="0">
              <a:buNone/>
              <a:defRPr sz="492"/>
            </a:lvl2pPr>
            <a:lvl3pPr marL="321503" indent="0">
              <a:buNone/>
              <a:defRPr sz="422"/>
            </a:lvl3pPr>
            <a:lvl4pPr marL="482255" indent="0">
              <a:buNone/>
              <a:defRPr sz="352"/>
            </a:lvl4pPr>
            <a:lvl5pPr marL="643006" indent="0">
              <a:buNone/>
              <a:defRPr sz="352"/>
            </a:lvl5pPr>
            <a:lvl6pPr marL="803758" indent="0">
              <a:buNone/>
              <a:defRPr sz="352"/>
            </a:lvl6pPr>
            <a:lvl7pPr marL="964509" indent="0">
              <a:buNone/>
              <a:defRPr sz="352"/>
            </a:lvl7pPr>
            <a:lvl8pPr marL="1125261" indent="0">
              <a:buNone/>
              <a:defRPr sz="352"/>
            </a:lvl8pPr>
            <a:lvl9pPr marL="1286012" indent="0">
              <a:buNone/>
              <a:defRPr sz="35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33" y="160761"/>
            <a:ext cx="1880613" cy="562663"/>
          </a:xfrm>
        </p:spPr>
        <p:txBody>
          <a:bodyPr anchor="b"/>
          <a:lstStyle>
            <a:lvl1pPr>
              <a:defRPr sz="11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78887" y="347199"/>
            <a:ext cx="2951887" cy="1713666"/>
          </a:xfrm>
        </p:spPr>
        <p:txBody>
          <a:bodyPr anchor="t"/>
          <a:lstStyle>
            <a:lvl1pPr marL="0" indent="0">
              <a:buNone/>
              <a:defRPr sz="1125"/>
            </a:lvl1pPr>
            <a:lvl2pPr marL="160752" indent="0">
              <a:buNone/>
              <a:defRPr sz="984"/>
            </a:lvl2pPr>
            <a:lvl3pPr marL="321503" indent="0">
              <a:buNone/>
              <a:defRPr sz="844"/>
            </a:lvl3pPr>
            <a:lvl4pPr marL="482255" indent="0">
              <a:buNone/>
              <a:defRPr sz="703"/>
            </a:lvl4pPr>
            <a:lvl5pPr marL="643006" indent="0">
              <a:buNone/>
              <a:defRPr sz="703"/>
            </a:lvl5pPr>
            <a:lvl6pPr marL="803758" indent="0">
              <a:buNone/>
              <a:defRPr sz="703"/>
            </a:lvl6pPr>
            <a:lvl7pPr marL="964509" indent="0">
              <a:buNone/>
              <a:defRPr sz="703"/>
            </a:lvl7pPr>
            <a:lvl8pPr marL="1125261" indent="0">
              <a:buNone/>
              <a:defRPr sz="703"/>
            </a:lvl8pPr>
            <a:lvl9pPr marL="1286012" indent="0">
              <a:buNone/>
              <a:defRPr sz="703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1633" y="723424"/>
            <a:ext cx="1880613" cy="1340232"/>
          </a:xfrm>
        </p:spPr>
        <p:txBody>
          <a:bodyPr/>
          <a:lstStyle>
            <a:lvl1pPr marL="0" indent="0">
              <a:buNone/>
              <a:defRPr sz="563"/>
            </a:lvl1pPr>
            <a:lvl2pPr marL="160752" indent="0">
              <a:buNone/>
              <a:defRPr sz="492"/>
            </a:lvl2pPr>
            <a:lvl3pPr marL="321503" indent="0">
              <a:buNone/>
              <a:defRPr sz="422"/>
            </a:lvl3pPr>
            <a:lvl4pPr marL="482255" indent="0">
              <a:buNone/>
              <a:defRPr sz="352"/>
            </a:lvl4pPr>
            <a:lvl5pPr marL="643006" indent="0">
              <a:buNone/>
              <a:defRPr sz="352"/>
            </a:lvl5pPr>
            <a:lvl6pPr marL="803758" indent="0">
              <a:buNone/>
              <a:defRPr sz="352"/>
            </a:lvl6pPr>
            <a:lvl7pPr marL="964509" indent="0">
              <a:buNone/>
              <a:defRPr sz="352"/>
            </a:lvl7pPr>
            <a:lvl8pPr marL="1125261" indent="0">
              <a:buNone/>
              <a:defRPr sz="352"/>
            </a:lvl8pPr>
            <a:lvl9pPr marL="1286012" indent="0">
              <a:buNone/>
              <a:defRPr sz="35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72729" y="128385"/>
            <a:ext cx="1257285" cy="20435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0873" y="128385"/>
            <a:ext cx="3698970" cy="204356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874" y="128386"/>
            <a:ext cx="5029141" cy="466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874" y="641927"/>
            <a:ext cx="5029141" cy="1530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0873" y="2235023"/>
            <a:ext cx="1311950" cy="128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61EC6-4F1A-A144-BC02-FF70272CC23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1482" y="2235023"/>
            <a:ext cx="1967925" cy="128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18065" y="2235023"/>
            <a:ext cx="1311950" cy="128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82991-B071-DF4C-881C-5AEE28A01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2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321503" rtl="0" eaLnBrk="1" latinLnBrk="0" hangingPunct="1">
        <a:lnSpc>
          <a:spcPct val="90000"/>
        </a:lnSpc>
        <a:spcBef>
          <a:spcPct val="0"/>
        </a:spcBef>
        <a:buNone/>
        <a:defRPr sz="15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376" indent="-80376" algn="l" defTabSz="321503" rtl="0" eaLnBrk="1" latinLnBrk="0" hangingPunct="1">
        <a:lnSpc>
          <a:spcPct val="90000"/>
        </a:lnSpc>
        <a:spcBef>
          <a:spcPts val="352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1pPr>
      <a:lvl2pPr marL="241127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2pPr>
      <a:lvl3pPr marL="401879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703" kern="1200">
          <a:solidFill>
            <a:schemeClr val="tx1"/>
          </a:solidFill>
          <a:latin typeface="+mn-lt"/>
          <a:ea typeface="+mn-ea"/>
          <a:cs typeface="+mn-cs"/>
        </a:defRPr>
      </a:lvl3pPr>
      <a:lvl4pPr marL="562630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4pPr>
      <a:lvl5pPr marL="723382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5pPr>
      <a:lvl6pPr marL="884133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6pPr>
      <a:lvl7pPr marL="1044885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7pPr>
      <a:lvl8pPr marL="1205636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8pPr>
      <a:lvl9pPr marL="1366388" indent="-80376" algn="l" defTabSz="321503" rtl="0" eaLnBrk="1" latinLnBrk="0" hangingPunct="1">
        <a:lnSpc>
          <a:spcPct val="90000"/>
        </a:lnSpc>
        <a:spcBef>
          <a:spcPts val="176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1pPr>
      <a:lvl2pPr marL="160752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2pPr>
      <a:lvl3pPr marL="321503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3pPr>
      <a:lvl4pPr marL="482255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4pPr>
      <a:lvl5pPr marL="643006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5pPr>
      <a:lvl6pPr marL="803758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6pPr>
      <a:lvl7pPr marL="964509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7pPr>
      <a:lvl8pPr marL="1125261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8pPr>
      <a:lvl9pPr marL="1286012" algn="l" defTabSz="321503" rtl="0" eaLnBrk="1" latinLnBrk="0" hangingPunct="1">
        <a:defRPr sz="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Curved Connector 71"/>
          <p:cNvCxnSpPr>
            <a:stCxn id="10" idx="6"/>
            <a:endCxn id="70" idx="2"/>
          </p:cNvCxnSpPr>
          <p:nvPr/>
        </p:nvCxnSpPr>
        <p:spPr>
          <a:xfrm flipV="1">
            <a:off x="1177459" y="307857"/>
            <a:ext cx="951958" cy="1690561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24" y="35573"/>
            <a:ext cx="1266539" cy="27227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Event stream</a:t>
            </a:r>
          </a:p>
        </p:txBody>
      </p:sp>
      <p:sp>
        <p:nvSpPr>
          <p:cNvPr id="8" name="Oval 7"/>
          <p:cNvSpPr/>
          <p:nvPr/>
        </p:nvSpPr>
        <p:spPr>
          <a:xfrm>
            <a:off x="822923" y="505342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817459" y="1189841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817459" y="1818409"/>
            <a:ext cx="360000" cy="36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C</a:t>
            </a:r>
            <a:endParaRPr lang="en-US" dirty="0"/>
          </a:p>
        </p:txBody>
      </p:sp>
      <p:cxnSp>
        <p:nvCxnSpPr>
          <p:cNvPr id="15" name="Curved Connector 14"/>
          <p:cNvCxnSpPr>
            <a:stCxn id="4" idx="2"/>
            <a:endCxn id="8" idx="2"/>
          </p:cNvCxnSpPr>
          <p:nvPr/>
        </p:nvCxnSpPr>
        <p:spPr>
          <a:xfrm rot="16200000" flipH="1">
            <a:off x="542060" y="404479"/>
            <a:ext cx="377496" cy="184229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endCxn id="10" idx="2"/>
          </p:cNvCxnSpPr>
          <p:nvPr/>
        </p:nvCxnSpPr>
        <p:spPr>
          <a:xfrm rot="16200000" flipH="1">
            <a:off x="-208415" y="972534"/>
            <a:ext cx="1697203" cy="354545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34802"/>
              </p:ext>
            </p:extLst>
          </p:nvPr>
        </p:nvGraphicFramePr>
        <p:xfrm>
          <a:off x="1571604" y="761292"/>
          <a:ext cx="1614034" cy="953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807017"/>
                <a:gridCol w="807017"/>
              </a:tblGrid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w-id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w1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safe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981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</a:rPr>
                        <a:t>w2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warning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41" name="Straight Arrow Connector 40"/>
          <p:cNvCxnSpPr>
            <a:stCxn id="8" idx="4"/>
            <a:endCxn id="9" idx="0"/>
          </p:cNvCxnSpPr>
          <p:nvPr/>
        </p:nvCxnSpPr>
        <p:spPr>
          <a:xfrm flipH="1">
            <a:off x="997459" y="865363"/>
            <a:ext cx="5464" cy="3244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Curved Connector 99"/>
          <p:cNvCxnSpPr>
            <a:stCxn id="8" idx="0"/>
            <a:endCxn id="37" idx="0"/>
          </p:cNvCxnSpPr>
          <p:nvPr/>
        </p:nvCxnSpPr>
        <p:spPr>
          <a:xfrm rot="16200000" flipH="1">
            <a:off x="1562824" y="-54543"/>
            <a:ext cx="255929" cy="1375698"/>
          </a:xfrm>
          <a:prstGeom prst="curvedConnector3">
            <a:avLst>
              <a:gd name="adj1" fmla="val -21727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Curved Connector 100"/>
          <p:cNvCxnSpPr>
            <a:stCxn id="10" idx="4"/>
          </p:cNvCxnSpPr>
          <p:nvPr/>
        </p:nvCxnSpPr>
        <p:spPr>
          <a:xfrm rot="5400000" flipH="1" flipV="1">
            <a:off x="1341499" y="1268736"/>
            <a:ext cx="565654" cy="1253735"/>
          </a:xfrm>
          <a:prstGeom prst="curvedConnector3">
            <a:avLst>
              <a:gd name="adj1" fmla="val -40413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Curved Connector 103"/>
          <p:cNvCxnSpPr>
            <a:stCxn id="9" idx="4"/>
          </p:cNvCxnSpPr>
          <p:nvPr/>
        </p:nvCxnSpPr>
        <p:spPr>
          <a:xfrm rot="16200000" flipH="1">
            <a:off x="1452948" y="1094373"/>
            <a:ext cx="125830" cy="1036809"/>
          </a:xfrm>
          <a:prstGeom prst="curvedConnector3">
            <a:avLst>
              <a:gd name="adj1" fmla="val 281674"/>
            </a:avLst>
          </a:prstGeom>
          <a:ln w="28575">
            <a:solidFill>
              <a:srgbClr val="FF581B"/>
            </a:solidFill>
            <a:prstDash val="solid"/>
            <a:headEnd type="triangle" w="lg" len="lg"/>
            <a:tailEnd type="triangle" w="lg" len="lg"/>
          </a:ln>
          <a:effectLst>
            <a:softEdge rad="0"/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11" name="Table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363697"/>
              </p:ext>
            </p:extLst>
          </p:nvPr>
        </p:nvGraphicFramePr>
        <p:xfrm>
          <a:off x="3256369" y="301206"/>
          <a:ext cx="2563513" cy="76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3513"/>
              </a:tblGrid>
              <a:tr h="50945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(A): sanitization monitoring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720" marR="0" marT="97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9936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(B): update status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720" marR="0" marT="97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254">
                <a:tc>
                  <a:txBody>
                    <a:bodyPr/>
                    <a:lstStyle/>
                    <a:p>
                      <a:pPr algn="l"/>
                      <a:r>
                        <a:rPr lang="de-DE" sz="1600" baseline="0" dirty="0" smtClean="0">
                          <a:solidFill>
                            <a:schemeClr val="tx1"/>
                          </a:solidFill>
                        </a:rPr>
                        <a:t>(C)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: mask wearing monitoring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720" marR="0" marT="972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12" name="TextBox 111"/>
          <p:cNvSpPr txBox="1"/>
          <p:nvPr/>
        </p:nvSpPr>
        <p:spPr>
          <a:xfrm>
            <a:off x="1898044" y="1893118"/>
            <a:ext cx="1293618" cy="27227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/>
              <a:t>Status Table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396223" y="1687563"/>
            <a:ext cx="2230200" cy="621699"/>
            <a:chOff x="-3798920" y="4776126"/>
            <a:chExt cx="2800886" cy="739448"/>
          </a:xfrm>
        </p:grpSpPr>
        <p:sp>
          <p:nvSpPr>
            <p:cNvPr id="2" name="Rectangle 1"/>
            <p:cNvSpPr/>
            <p:nvPr/>
          </p:nvSpPr>
          <p:spPr>
            <a:xfrm>
              <a:off x="-3798920" y="4776126"/>
              <a:ext cx="2724521" cy="739448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58" name="Straight Arrow Connector 57"/>
            <p:cNvCxnSpPr/>
            <p:nvPr/>
          </p:nvCxnSpPr>
          <p:spPr>
            <a:xfrm>
              <a:off x="-3693528" y="4971835"/>
              <a:ext cx="540000" cy="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>
              <a:off x="-3693528" y="5319516"/>
              <a:ext cx="540000" cy="0"/>
            </a:xfrm>
            <a:prstGeom prst="straightConnector1">
              <a:avLst/>
            </a:prstGeom>
            <a:ln w="41275">
              <a:solidFill>
                <a:srgbClr val="FF581B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-3158416" y="4776126"/>
              <a:ext cx="1986282" cy="380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Stream Data Flow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-3153528" y="5132421"/>
              <a:ext cx="2155494" cy="366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mtClean="0"/>
                <a:t>Internal State </a:t>
              </a:r>
              <a:r>
                <a:rPr lang="en-US" sz="1400" dirty="0"/>
                <a:t>Access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1586688" y="35584"/>
            <a:ext cx="1085458" cy="27227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Notifications</a:t>
            </a:r>
          </a:p>
        </p:txBody>
      </p:sp>
      <p:cxnSp>
        <p:nvCxnSpPr>
          <p:cNvPr id="71" name="Curved Connector 70"/>
          <p:cNvCxnSpPr>
            <a:stCxn id="8" idx="6"/>
          </p:cNvCxnSpPr>
          <p:nvPr/>
        </p:nvCxnSpPr>
        <p:spPr>
          <a:xfrm flipV="1">
            <a:off x="1182932" y="301208"/>
            <a:ext cx="481743" cy="384143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03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</TotalTime>
  <Words>37</Words>
  <Application>Microsoft Macintosh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121</cp:revision>
  <cp:lastPrinted>2018-10-13T05:20:54Z</cp:lastPrinted>
  <dcterms:created xsi:type="dcterms:W3CDTF">2018-10-03T08:39:01Z</dcterms:created>
  <dcterms:modified xsi:type="dcterms:W3CDTF">2018-10-15T16:35:40Z</dcterms:modified>
</cp:coreProperties>
</file>