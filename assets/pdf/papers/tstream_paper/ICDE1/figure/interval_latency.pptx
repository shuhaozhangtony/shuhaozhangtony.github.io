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78" d="100"/>
          <a:sy n="78" d="100"/>
        </p:scale>
        <p:origin x="388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3338357423826"/>
          <c:y val="0.16123411600577"/>
          <c:w val="0.713115959814499"/>
          <c:h val="0.660536378898584"/>
        </c:manualLayout>
      </c:layout>
      <c:scatterChart>
        <c:scatterStyle val="lineMarker"/>
        <c:varyColors val="0"/>
        <c:ser>
          <c:idx val="0"/>
          <c:order val="0"/>
          <c:tx>
            <c:strRef>
              <c:f>interval!$AF$1</c:f>
              <c:strCache>
                <c:ptCount val="1"/>
                <c:pt idx="0">
                  <c:v>NOCC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x"/>
            <c:size val="15"/>
            <c:spPr>
              <a:pattFill prst="pct90">
                <a:fgClr>
                  <a:srgbClr val="4472C4"/>
                </a:fgClr>
                <a:bgClr>
                  <a:sysClr val="window" lastClr="FFFFFF"/>
                </a:bgClr>
              </a:pattFill>
              <a:ln w="25400">
                <a:solidFill>
                  <a:srgbClr val="4472C4"/>
                </a:solidFill>
              </a:ln>
              <a:effectLst/>
            </c:spPr>
          </c:marker>
          <c:xVal>
            <c:numRef>
              <c:f>interval!$O$2:$O$8</c:f>
              <c:numCache>
                <c:formatCode>General</c:formatCode>
                <c:ptCount val="7"/>
                <c:pt idx="0">
                  <c:v>0.025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1.0</c:v>
                </c:pt>
              </c:numCache>
            </c:numRef>
          </c:xVal>
          <c:yVal>
            <c:numRef>
              <c:f>interval!$AF$2:$AF$8</c:f>
              <c:numCache>
                <c:formatCode>0.00E+00</c:formatCode>
                <c:ptCount val="7"/>
                <c:pt idx="0">
                  <c:v>9.453382018E8</c:v>
                </c:pt>
                <c:pt idx="1">
                  <c:v>9.453382018E8</c:v>
                </c:pt>
                <c:pt idx="2">
                  <c:v>9.453382018E8</c:v>
                </c:pt>
                <c:pt idx="3">
                  <c:v>9.453382018E8</c:v>
                </c:pt>
                <c:pt idx="4">
                  <c:v>9.453382018E8</c:v>
                </c:pt>
                <c:pt idx="5">
                  <c:v>9.453382018E8</c:v>
                </c:pt>
                <c:pt idx="6">
                  <c:v>9.453382018E8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interval!$AG$1</c:f>
              <c:strCache>
                <c:ptCount val="1"/>
                <c:pt idx="0">
                  <c:v>LAL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pattFill prst="wdUpDiag">
                <a:fgClr>
                  <a:srgbClr val="FF0000"/>
                </a:fgClr>
                <a:bgClr>
                  <a:sysClr val="window" lastClr="FFFFFF"/>
                </a:bgClr>
              </a:pattFill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interval!$O$2:$O$8</c:f>
              <c:numCache>
                <c:formatCode>General</c:formatCode>
                <c:ptCount val="7"/>
                <c:pt idx="0">
                  <c:v>0.025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1.0</c:v>
                </c:pt>
              </c:numCache>
            </c:numRef>
          </c:xVal>
          <c:yVal>
            <c:numRef>
              <c:f>interval!$AG$2:$AG$8</c:f>
              <c:numCache>
                <c:formatCode>0.00E+00</c:formatCode>
                <c:ptCount val="7"/>
                <c:pt idx="0">
                  <c:v>2.3873935645E9</c:v>
                </c:pt>
                <c:pt idx="1">
                  <c:v>2.3873935645E9</c:v>
                </c:pt>
                <c:pt idx="2">
                  <c:v>2.3873935645E9</c:v>
                </c:pt>
                <c:pt idx="3">
                  <c:v>2.3873935645E9</c:v>
                </c:pt>
                <c:pt idx="4">
                  <c:v>2.3873935645E9</c:v>
                </c:pt>
                <c:pt idx="5">
                  <c:v>2.3873935645E9</c:v>
                </c:pt>
                <c:pt idx="6">
                  <c:v>2.3873935645E9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interval!$AH$1</c:f>
              <c:strCache>
                <c:ptCount val="1"/>
                <c:pt idx="0">
                  <c:v>LWM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15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</c:spPr>
          </c:marker>
          <c:xVal>
            <c:numRef>
              <c:f>interval!$O$2:$O$8</c:f>
              <c:numCache>
                <c:formatCode>General</c:formatCode>
                <c:ptCount val="7"/>
                <c:pt idx="0">
                  <c:v>0.025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1.0</c:v>
                </c:pt>
              </c:numCache>
            </c:numRef>
          </c:xVal>
          <c:yVal>
            <c:numRef>
              <c:f>interval!$AH$2:$AH$8</c:f>
              <c:numCache>
                <c:formatCode>0.00E+00</c:formatCode>
                <c:ptCount val="7"/>
                <c:pt idx="0">
                  <c:v>3.07185223349999E9</c:v>
                </c:pt>
                <c:pt idx="1">
                  <c:v>3.07185223349999E9</c:v>
                </c:pt>
                <c:pt idx="2">
                  <c:v>3.07185223349999E9</c:v>
                </c:pt>
                <c:pt idx="3">
                  <c:v>3.07185223349999E9</c:v>
                </c:pt>
                <c:pt idx="4">
                  <c:v>3.07185223349999E9</c:v>
                </c:pt>
                <c:pt idx="5">
                  <c:v>3.07185223349999E9</c:v>
                </c:pt>
                <c:pt idx="6">
                  <c:v>3.07185223349999E9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interval!$AI$1</c:f>
              <c:strCache>
                <c:ptCount val="1"/>
                <c:pt idx="0">
                  <c:v>T-Stream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diamond"/>
            <c:size val="1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interval!$O$2:$O$8</c:f>
              <c:numCache>
                <c:formatCode>General</c:formatCode>
                <c:ptCount val="7"/>
                <c:pt idx="0">
                  <c:v>0.025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1.0</c:v>
                </c:pt>
              </c:numCache>
            </c:numRef>
          </c:xVal>
          <c:yVal>
            <c:numRef>
              <c:f>interval!$AI$2:$AI$8</c:f>
              <c:numCache>
                <c:formatCode>0.00E+00</c:formatCode>
                <c:ptCount val="7"/>
                <c:pt idx="0">
                  <c:v>8.852692367E8</c:v>
                </c:pt>
                <c:pt idx="1">
                  <c:v>1.4936705376E9</c:v>
                </c:pt>
                <c:pt idx="2">
                  <c:v>2.3061129722E9</c:v>
                </c:pt>
                <c:pt idx="3">
                  <c:v>1.7812846104E9</c:v>
                </c:pt>
                <c:pt idx="4">
                  <c:v>7.9298011471E9</c:v>
                </c:pt>
                <c:pt idx="5">
                  <c:v>1.33293485541E10</c:v>
                </c:pt>
                <c:pt idx="6">
                  <c:v>1.76060228879E10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interval!$AJ$1</c:f>
              <c:strCache>
                <c:ptCount val="1"/>
                <c:pt idx="0">
                  <c:v>PAT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plus"/>
            <c:size val="15"/>
            <c:spPr>
              <a:noFill/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interval!$O$2:$O$8</c:f>
              <c:numCache>
                <c:formatCode>General</c:formatCode>
                <c:ptCount val="7"/>
                <c:pt idx="0">
                  <c:v>0.025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1.0</c:v>
                </c:pt>
              </c:numCache>
            </c:numRef>
          </c:xVal>
          <c:yVal>
            <c:numRef>
              <c:f>interval!$AJ$2:$AJ$8</c:f>
              <c:numCache>
                <c:formatCode>0.00E+00</c:formatCode>
                <c:ptCount val="7"/>
                <c:pt idx="0">
                  <c:v>1.3396237268E9</c:v>
                </c:pt>
                <c:pt idx="1">
                  <c:v>1.3396237268E9</c:v>
                </c:pt>
                <c:pt idx="2">
                  <c:v>1.3396237268E9</c:v>
                </c:pt>
                <c:pt idx="3">
                  <c:v>1.3396237268E9</c:v>
                </c:pt>
                <c:pt idx="4">
                  <c:v>1.3396237268E9</c:v>
                </c:pt>
                <c:pt idx="5">
                  <c:v>1.3396237268E9</c:v>
                </c:pt>
                <c:pt idx="6">
                  <c:v>1.3396237268E9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8920320"/>
        <c:axId val="2065867040"/>
      </c:scatterChart>
      <c:valAx>
        <c:axId val="1708920320"/>
        <c:scaling>
          <c:orientation val="minMax"/>
          <c:max val="1.1"/>
          <c:min val="0.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Watermark</a:t>
                </a:r>
                <a:r>
                  <a:rPr lang="en-US" baseline="0"/>
                  <a:t> Interval (sec)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#,##0.0" sourceLinked="0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2065867040"/>
        <c:crosses val="autoZero"/>
        <c:crossBetween val="midCat"/>
      </c:valAx>
      <c:valAx>
        <c:axId val="2065867040"/>
        <c:scaling>
          <c:logBase val="10.0"/>
          <c:orientation val="minMax"/>
          <c:min val="1.0E8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0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sz="2000"/>
                  <a:t>End-to-end Processing Latency (ms)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0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708920320"/>
        <c:crosses val="autoZero"/>
        <c:crossBetween val="midCat"/>
        <c:dispUnits>
          <c:builtInUnit val="millions"/>
        </c:dispUnits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5090051"/>
              </p:ext>
            </p:extLst>
          </p:nvPr>
        </p:nvGraphicFramePr>
        <p:xfrm>
          <a:off x="0" y="114300"/>
          <a:ext cx="7199313" cy="5286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2975</TotalTime>
  <Words>11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34</cp:revision>
  <cp:lastPrinted>2018-09-28T01:43:40Z</cp:lastPrinted>
  <dcterms:created xsi:type="dcterms:W3CDTF">2018-09-13T08:59:53Z</dcterms:created>
  <dcterms:modified xsi:type="dcterms:W3CDTF">2018-10-10T16:35:44Z</dcterms:modified>
</cp:coreProperties>
</file>