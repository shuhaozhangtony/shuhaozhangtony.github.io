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7199313" cy="4319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9"/>
    <p:restoredTop sz="94647"/>
  </p:normalViewPr>
  <p:slideViewPr>
    <p:cSldViewPr snapToGrid="0" snapToObjects="1">
      <p:cViewPr varScale="1">
        <p:scale>
          <a:sx n="83" d="100"/>
          <a:sy n="83" d="100"/>
        </p:scale>
        <p:origin x="127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CrossTab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'theta=0.6'!$A$12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'theta=0.6'!$C$11:$F$11</c:f>
              <c:strCache>
                <c:ptCount val="4"/>
                <c:pt idx="0">
                  <c:v>LAL</c:v>
                </c:pt>
                <c:pt idx="1">
                  <c:v>LWM</c:v>
                </c:pt>
                <c:pt idx="2">
                  <c:v>T-Stream</c:v>
                </c:pt>
                <c:pt idx="3">
                  <c:v>PAT</c:v>
                </c:pt>
              </c:strCache>
            </c:strRef>
          </c:cat>
          <c:val>
            <c:numRef>
              <c:f>'theta=0.6'!$C$12:$F$12</c:f>
              <c:numCache>
                <c:formatCode>0%</c:formatCode>
                <c:ptCount val="4"/>
                <c:pt idx="0">
                  <c:v>0</c:v>
                </c:pt>
                <c:pt idx="1">
                  <c:v>0.02</c:v>
                </c:pt>
                <c:pt idx="2">
                  <c:v>0.09</c:v>
                </c:pt>
                <c:pt idx="3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69-449E-9C7A-257E222E9CE5}"/>
            </c:ext>
          </c:extLst>
        </c:ser>
        <c:ser>
          <c:idx val="3"/>
          <c:order val="1"/>
          <c:tx>
            <c:strRef>
              <c:f>'theta=0.6'!$A$13</c:f>
              <c:strCache>
                <c:ptCount val="1"/>
                <c:pt idx="0">
                  <c:v>Wait</c:v>
                </c:pt>
              </c:strCache>
            </c:strRef>
          </c:tx>
          <c:spPr>
            <a:pattFill prst="ltVert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'theta=0.6'!$C$11:$F$11</c:f>
              <c:strCache>
                <c:ptCount val="4"/>
                <c:pt idx="0">
                  <c:v>LAL</c:v>
                </c:pt>
                <c:pt idx="1">
                  <c:v>LWM</c:v>
                </c:pt>
                <c:pt idx="2">
                  <c:v>T-Stream</c:v>
                </c:pt>
                <c:pt idx="3">
                  <c:v>PAT</c:v>
                </c:pt>
              </c:strCache>
            </c:strRef>
          </c:cat>
          <c:val>
            <c:numRef>
              <c:f>'theta=0.6'!$C$13:$F$13</c:f>
              <c:numCache>
                <c:formatCode>0%</c:formatCode>
                <c:ptCount val="4"/>
                <c:pt idx="0">
                  <c:v>0.97</c:v>
                </c:pt>
                <c:pt idx="1">
                  <c:v>0.95</c:v>
                </c:pt>
                <c:pt idx="2">
                  <c:v>0.44</c:v>
                </c:pt>
                <c:pt idx="3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69-449E-9C7A-257E222E9CE5}"/>
            </c:ext>
          </c:extLst>
        </c:ser>
        <c:ser>
          <c:idx val="2"/>
          <c:order val="2"/>
          <c:tx>
            <c:strRef>
              <c:f>'theta=0.6'!$A$14</c:f>
              <c:strCache>
                <c:ptCount val="1"/>
                <c:pt idx="0">
                  <c:v>Lock</c:v>
                </c:pt>
              </c:strCache>
            </c:strRef>
          </c:tx>
          <c:spPr>
            <a:pattFill prst="lgCheck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rgbClr val="70AD47"/>
              </a:solidFill>
            </a:ln>
            <a:effectLst/>
          </c:spPr>
          <c:invertIfNegative val="0"/>
          <c:cat>
            <c:strRef>
              <c:f>'theta=0.6'!$C$11:$F$11</c:f>
              <c:strCache>
                <c:ptCount val="4"/>
                <c:pt idx="0">
                  <c:v>LAL</c:v>
                </c:pt>
                <c:pt idx="1">
                  <c:v>LWM</c:v>
                </c:pt>
                <c:pt idx="2">
                  <c:v>T-Stream</c:v>
                </c:pt>
                <c:pt idx="3">
                  <c:v>PAT</c:v>
                </c:pt>
              </c:strCache>
            </c:strRef>
          </c:cat>
          <c:val>
            <c:numRef>
              <c:f>'theta=0.6'!$C$14:$F$14</c:f>
              <c:numCache>
                <c:formatCode>0%</c:formatCode>
                <c:ptCount val="4"/>
                <c:pt idx="0">
                  <c:v>0.01</c:v>
                </c:pt>
                <c:pt idx="1">
                  <c:v>0.01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69-449E-9C7A-257E222E9CE5}"/>
            </c:ext>
          </c:extLst>
        </c:ser>
        <c:ser>
          <c:idx val="4"/>
          <c:order val="3"/>
          <c:tx>
            <c:strRef>
              <c:f>'theta=0.6'!$A$15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Horz">
              <a:fgClr>
                <a:sysClr val="window" lastClr="FFFFFF"/>
              </a:fgClr>
              <a:bgClr>
                <a:sysClr val="window" lastClr="FFFFFF"/>
              </a:bgClr>
            </a:pattFill>
            <a:ln w="25400">
              <a:solidFill>
                <a:srgbClr val="ED7D31"/>
              </a:solidFill>
            </a:ln>
            <a:effectLst/>
          </c:spPr>
          <c:invertIfNegative val="0"/>
          <c:cat>
            <c:strRef>
              <c:f>'theta=0.6'!$C$11:$F$11</c:f>
              <c:strCache>
                <c:ptCount val="4"/>
                <c:pt idx="0">
                  <c:v>LAL</c:v>
                </c:pt>
                <c:pt idx="1">
                  <c:v>LWM</c:v>
                </c:pt>
                <c:pt idx="2">
                  <c:v>T-Stream</c:v>
                </c:pt>
                <c:pt idx="3">
                  <c:v>PAT</c:v>
                </c:pt>
              </c:strCache>
            </c:strRef>
          </c:cat>
          <c:val>
            <c:numRef>
              <c:f>'theta=0.6'!$C$15:$F$15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0.01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69-449E-9C7A-257E222E9CE5}"/>
            </c:ext>
          </c:extLst>
        </c:ser>
        <c:ser>
          <c:idx val="1"/>
          <c:order val="4"/>
          <c:tx>
            <c:strRef>
              <c:f>'theta=0.6'!$A$16</c:f>
              <c:strCache>
                <c:ptCount val="1"/>
                <c:pt idx="0">
                  <c:v>Ts Alloc.</c:v>
                </c:pt>
              </c:strCache>
            </c:strRef>
          </c:tx>
          <c:spPr>
            <a:pattFill prst="wdDnDiag">
              <a:fgClr>
                <a:srgbClr val="FFC000"/>
              </a:fgClr>
              <a:bgClr>
                <a:sysClr val="window" lastClr="FFFFFF"/>
              </a:bgClr>
            </a:pattFill>
            <a:ln w="25400">
              <a:solidFill>
                <a:srgbClr val="FFC000">
                  <a:lumMod val="60000"/>
                  <a:lumOff val="40000"/>
                </a:srgbClr>
              </a:solidFill>
            </a:ln>
            <a:effectLst/>
          </c:spPr>
          <c:invertIfNegative val="0"/>
          <c:cat>
            <c:strRef>
              <c:f>'theta=0.6'!$C$11:$F$11</c:f>
              <c:strCache>
                <c:ptCount val="4"/>
                <c:pt idx="0">
                  <c:v>LAL</c:v>
                </c:pt>
                <c:pt idx="1">
                  <c:v>LWM</c:v>
                </c:pt>
                <c:pt idx="2">
                  <c:v>T-Stream</c:v>
                </c:pt>
                <c:pt idx="3">
                  <c:v>PAT</c:v>
                </c:pt>
              </c:strCache>
            </c:strRef>
          </c:cat>
          <c:val>
            <c:numRef>
              <c:f>'theta=0.6'!$C$16:$F$16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69-449E-9C7A-257E222E9CE5}"/>
            </c:ext>
          </c:extLst>
        </c:ser>
        <c:ser>
          <c:idx val="0"/>
          <c:order val="5"/>
          <c:tx>
            <c:strRef>
              <c:f>'theta=0.6'!$A$17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solidDmnd">
              <a:fgClr>
                <a:srgbClr val="7030A0"/>
              </a:fgClr>
              <a:bgClr>
                <a:sysClr val="window" lastClr="FFFFFF"/>
              </a:bgClr>
            </a:pattFill>
            <a:ln w="25400">
              <a:solidFill>
                <a:srgbClr val="7030A0"/>
              </a:solidFill>
            </a:ln>
            <a:effectLst/>
          </c:spPr>
          <c:invertIfNegative val="0"/>
          <c:cat>
            <c:strRef>
              <c:f>'theta=0.6'!$C$11:$F$11</c:f>
              <c:strCache>
                <c:ptCount val="4"/>
                <c:pt idx="0">
                  <c:v>LAL</c:v>
                </c:pt>
                <c:pt idx="1">
                  <c:v>LWM</c:v>
                </c:pt>
                <c:pt idx="2">
                  <c:v>T-Stream</c:v>
                </c:pt>
                <c:pt idx="3">
                  <c:v>PAT</c:v>
                </c:pt>
              </c:strCache>
            </c:strRef>
          </c:cat>
          <c:val>
            <c:numRef>
              <c:f>'theta=0.6'!$C$17:$F$17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69-449E-9C7A-257E222E9CE5}"/>
            </c:ext>
          </c:extLst>
        </c:ser>
        <c:ser>
          <c:idx val="5"/>
          <c:order val="6"/>
          <c:tx>
            <c:strRef>
              <c:f>'theta=0.6'!$A$18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ashDnDiag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rgbClr val="FF0000"/>
              </a:solidFill>
            </a:ln>
            <a:effectLst/>
          </c:spPr>
          <c:invertIfNegative val="0"/>
          <c:cat>
            <c:strRef>
              <c:f>'theta=0.6'!$C$11:$F$11</c:f>
              <c:strCache>
                <c:ptCount val="4"/>
                <c:pt idx="0">
                  <c:v>LAL</c:v>
                </c:pt>
                <c:pt idx="1">
                  <c:v>LWM</c:v>
                </c:pt>
                <c:pt idx="2">
                  <c:v>T-Stream</c:v>
                </c:pt>
                <c:pt idx="3">
                  <c:v>PAT</c:v>
                </c:pt>
              </c:strCache>
            </c:strRef>
          </c:cat>
          <c:val>
            <c:numRef>
              <c:f>'theta=0.6'!$C$18:$F$18</c:f>
              <c:numCache>
                <c:formatCode>0%</c:formatCode>
                <c:ptCount val="4"/>
                <c:pt idx="0">
                  <c:v>0.02</c:v>
                </c:pt>
                <c:pt idx="1">
                  <c:v>0.02</c:v>
                </c:pt>
                <c:pt idx="2">
                  <c:v>0.46</c:v>
                </c:pt>
                <c:pt idx="3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69-449E-9C7A-257E222E9C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89693584"/>
        <c:axId val="89695632"/>
      </c:barChart>
      <c:catAx>
        <c:axId val="89693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89695632"/>
        <c:crosses val="autoZero"/>
        <c:auto val="1"/>
        <c:lblAlgn val="ctr"/>
        <c:lblOffset val="100"/>
        <c:noMultiLvlLbl val="0"/>
      </c:catAx>
      <c:valAx>
        <c:axId val="89695632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89693584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pattFill prst="pct5">
          <a:fgClr>
            <a:sysClr val="window" lastClr="FFFFFF"/>
          </a:fgClr>
          <a:bgClr>
            <a:sysClr val="window" lastClr="FFFFFF"/>
          </a:bgClr>
        </a:pattFill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706933"/>
            <a:ext cx="5399485" cy="1503857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268784"/>
            <a:ext cx="5399485" cy="1042900"/>
          </a:xfrm>
        </p:spPr>
        <p:txBody>
          <a:bodyPr/>
          <a:lstStyle>
            <a:lvl1pPr marL="0" indent="0" algn="ctr">
              <a:buNone/>
              <a:defRPr sz="1417"/>
            </a:lvl1pPr>
            <a:lvl2pPr marL="269977" indent="0" algn="ctr">
              <a:buNone/>
              <a:defRPr sz="1181"/>
            </a:lvl2pPr>
            <a:lvl3pPr marL="539953" indent="0" algn="ctr">
              <a:buNone/>
              <a:defRPr sz="1063"/>
            </a:lvl3pPr>
            <a:lvl4pPr marL="809930" indent="0" algn="ctr">
              <a:buNone/>
              <a:defRPr sz="945"/>
            </a:lvl4pPr>
            <a:lvl5pPr marL="1079906" indent="0" algn="ctr">
              <a:buNone/>
              <a:defRPr sz="945"/>
            </a:lvl5pPr>
            <a:lvl6pPr marL="1349883" indent="0" algn="ctr">
              <a:buNone/>
              <a:defRPr sz="945"/>
            </a:lvl6pPr>
            <a:lvl7pPr marL="1619860" indent="0" algn="ctr">
              <a:buNone/>
              <a:defRPr sz="945"/>
            </a:lvl7pPr>
            <a:lvl8pPr marL="1889836" indent="0" algn="ctr">
              <a:buNone/>
              <a:defRPr sz="945"/>
            </a:lvl8pPr>
            <a:lvl9pPr marL="2159813" indent="0" algn="ctr">
              <a:buNone/>
              <a:defRPr sz="945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1076898"/>
            <a:ext cx="6209407" cy="1796828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890725"/>
            <a:ext cx="6209407" cy="944910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1pPr>
            <a:lvl2pPr marL="26997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39953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099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7990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4988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198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8983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5981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149890"/>
            <a:ext cx="3059708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149890"/>
            <a:ext cx="3059708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9978"/>
            <a:ext cx="6209407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058899"/>
            <a:ext cx="3045647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577849"/>
            <a:ext cx="3045647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058899"/>
            <a:ext cx="3060646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577849"/>
            <a:ext cx="306064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621941"/>
            <a:ext cx="3644652" cy="3069707"/>
          </a:xfrm>
        </p:spPr>
        <p:txBody>
          <a:bodyPr/>
          <a:lstStyle>
            <a:lvl1pPr>
              <a:defRPr sz="1890"/>
            </a:lvl1pPr>
            <a:lvl2pPr>
              <a:defRPr sz="1653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621941"/>
            <a:ext cx="3644652" cy="3069707"/>
          </a:xfrm>
        </p:spPr>
        <p:txBody>
          <a:bodyPr anchor="t"/>
          <a:lstStyle>
            <a:lvl1pPr marL="0" indent="0">
              <a:buNone/>
              <a:defRPr sz="1890"/>
            </a:lvl1pPr>
            <a:lvl2pPr marL="269977" indent="0">
              <a:buNone/>
              <a:defRPr sz="1653"/>
            </a:lvl2pPr>
            <a:lvl3pPr marL="539953" indent="0">
              <a:buNone/>
              <a:defRPr sz="1417"/>
            </a:lvl3pPr>
            <a:lvl4pPr marL="809930" indent="0">
              <a:buNone/>
              <a:defRPr sz="1181"/>
            </a:lvl4pPr>
            <a:lvl5pPr marL="1079906" indent="0">
              <a:buNone/>
              <a:defRPr sz="1181"/>
            </a:lvl5pPr>
            <a:lvl6pPr marL="1349883" indent="0">
              <a:buNone/>
              <a:defRPr sz="1181"/>
            </a:lvl6pPr>
            <a:lvl7pPr marL="1619860" indent="0">
              <a:buNone/>
              <a:defRPr sz="1181"/>
            </a:lvl7pPr>
            <a:lvl8pPr marL="1889836" indent="0">
              <a:buNone/>
              <a:defRPr sz="1181"/>
            </a:lvl8pPr>
            <a:lvl9pPr marL="2159813" indent="0">
              <a:buNone/>
              <a:defRPr sz="1181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229978"/>
            <a:ext cx="1552352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29978"/>
            <a:ext cx="4567064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29978"/>
            <a:ext cx="6209407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149890"/>
            <a:ext cx="6209407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6AB8-0599-A64D-9DFB-B5EC7F3D77AE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4003618"/>
            <a:ext cx="242976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39953" rtl="0" eaLnBrk="1" latinLnBrk="0" hangingPunct="1">
        <a:lnSpc>
          <a:spcPct val="90000"/>
        </a:lnSpc>
        <a:spcBef>
          <a:spcPct val="0"/>
        </a:spcBef>
        <a:buNone/>
        <a:defRPr sz="2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8" indent="-134988" algn="l" defTabSz="539953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1pPr>
      <a:lvl2pPr marL="40496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4942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491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489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487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484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482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480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69977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0993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7990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4988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1986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8983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5981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1688862"/>
              </p:ext>
            </p:extLst>
          </p:nvPr>
        </p:nvGraphicFramePr>
        <p:xfrm>
          <a:off x="1" y="0"/>
          <a:ext cx="7199312" cy="431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70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19</cp:revision>
  <cp:lastPrinted>2018-10-06T05:53:43Z</cp:lastPrinted>
  <dcterms:created xsi:type="dcterms:W3CDTF">2018-09-17T08:10:10Z</dcterms:created>
  <dcterms:modified xsi:type="dcterms:W3CDTF">2018-10-16T02:41:37Z</dcterms:modified>
</cp:coreProperties>
</file>