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A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Cross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'theta=0.6'!$C$1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'theta=0.6'!$A$2:$A$7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'theta=0.6'!$C$2:$C$7</c:f>
              <c:numCache>
                <c:formatCode>General</c:formatCode>
                <c:ptCount val="6"/>
                <c:pt idx="0">
                  <c:v>53.550218964376697</c:v>
                </c:pt>
                <c:pt idx="1">
                  <c:v>74.250400731628886</c:v>
                </c:pt>
                <c:pt idx="2">
                  <c:v>40.196401550376393</c:v>
                </c:pt>
                <c:pt idx="3">
                  <c:v>22.6777259760992</c:v>
                </c:pt>
                <c:pt idx="4">
                  <c:v>23.891252912422001</c:v>
                </c:pt>
                <c:pt idx="5">
                  <c:v>31.419834691789799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0D-47EB-91EF-60A7FD4F6133}"/>
            </c:ext>
          </c:extLst>
        </c:ser>
        <c:ser>
          <c:idx val="1"/>
          <c:order val="1"/>
          <c:tx>
            <c:strRef>
              <c:f>'theta=0.6'!$D$1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rgbClr val="70AD47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'theta=0.6'!$A$2:$A$7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'theta=0.6'!$D$2:$D$7</c:f>
              <c:numCache>
                <c:formatCode>General</c:formatCode>
                <c:ptCount val="6"/>
                <c:pt idx="0">
                  <c:v>19.570992221177001</c:v>
                </c:pt>
                <c:pt idx="1">
                  <c:v>31.729917897455099</c:v>
                </c:pt>
                <c:pt idx="2">
                  <c:v>23.301174813997498</c:v>
                </c:pt>
                <c:pt idx="3">
                  <c:v>24.667506624316498</c:v>
                </c:pt>
                <c:pt idx="4">
                  <c:v>15.4538234976828</c:v>
                </c:pt>
                <c:pt idx="5">
                  <c:v>25.38662203621729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0D-47EB-91EF-60A7FD4F6133}"/>
            </c:ext>
          </c:extLst>
        </c:ser>
        <c:ser>
          <c:idx val="2"/>
          <c:order val="2"/>
          <c:tx>
            <c:strRef>
              <c:f>'theta=0.6'!$E$1</c:f>
              <c:strCache>
                <c:ptCount val="1"/>
                <c:pt idx="0">
                  <c:v>T-Stream</c:v>
                </c:pt>
              </c:strCache>
            </c:strRef>
          </c:tx>
          <c:spPr>
            <a:solidFill>
              <a:srgbClr val="D0A0F6"/>
            </a:solid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'theta=0.6'!$A$2:$A$7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'theta=0.6'!$E$2:$E$7</c:f>
              <c:numCache>
                <c:formatCode>General</c:formatCode>
                <c:ptCount val="6"/>
                <c:pt idx="0">
                  <c:v>25.152675933573398</c:v>
                </c:pt>
                <c:pt idx="1">
                  <c:v>86.441073709031897</c:v>
                </c:pt>
                <c:pt idx="2">
                  <c:v>95.207934344111194</c:v>
                </c:pt>
                <c:pt idx="3">
                  <c:v>90.196729227450305</c:v>
                </c:pt>
                <c:pt idx="4">
                  <c:v>139.42079215160399</c:v>
                </c:pt>
                <c:pt idx="5">
                  <c:v>168.79026218795801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0D-47EB-91EF-60A7FD4F6133}"/>
            </c:ext>
          </c:extLst>
        </c:ser>
        <c:ser>
          <c:idx val="3"/>
          <c:order val="3"/>
          <c:tx>
            <c:strRef>
              <c:f>'theta=0.6'!$F$1</c:f>
              <c:strCache>
                <c:ptCount val="1"/>
                <c:pt idx="0">
                  <c:v>PAT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'theta=0.6'!$A$2:$A$7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'theta=0.6'!$F$2:$F$7</c:f>
              <c:numCache>
                <c:formatCode>General</c:formatCode>
                <c:ptCount val="6"/>
                <c:pt idx="0">
                  <c:v>110.54388947175801</c:v>
                </c:pt>
                <c:pt idx="1">
                  <c:v>145.28370425218699</c:v>
                </c:pt>
                <c:pt idx="2">
                  <c:v>109.599525575334</c:v>
                </c:pt>
                <c:pt idx="3">
                  <c:v>84.454914362497803</c:v>
                </c:pt>
                <c:pt idx="4">
                  <c:v>86.442124406680605</c:v>
                </c:pt>
                <c:pt idx="5">
                  <c:v>81.142085529550386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0D-47EB-91EF-60A7FD4F6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5448304"/>
        <c:axId val="1365586992"/>
      </c:barChart>
      <c:catAx>
        <c:axId val="13654483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Number of Cores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65586992"/>
        <c:crosses val="autoZero"/>
        <c:auto val="1"/>
        <c:lblAlgn val="ctr"/>
        <c:lblOffset val="100"/>
        <c:noMultiLvlLbl val="0"/>
      </c:catAx>
      <c:valAx>
        <c:axId val="13655869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65448304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1495583"/>
              </p:ext>
            </p:extLst>
          </p:nvPr>
        </p:nvGraphicFramePr>
        <p:xfrm>
          <a:off x="0" y="-1"/>
          <a:ext cx="719931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3170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40</cp:revision>
  <cp:lastPrinted>2018-10-16T01:21:30Z</cp:lastPrinted>
  <dcterms:created xsi:type="dcterms:W3CDTF">2018-09-13T08:59:53Z</dcterms:created>
  <dcterms:modified xsi:type="dcterms:W3CDTF">2018-10-16T02:45:06Z</dcterms:modified>
</cp:coreProperties>
</file>