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8" r:id="rId1"/>
  </p:sldMasterIdLst>
  <p:notesMasterIdLst>
    <p:notesMasterId r:id="rId3"/>
  </p:notesMasterIdLst>
  <p:sldIdLst>
    <p:sldId id="256" r:id="rId2"/>
  </p:sldIdLst>
  <p:sldSz cx="5580063" cy="2160588"/>
  <p:notesSz cx="6858000" cy="9144000"/>
  <p:defaultTextStyle>
    <a:defPPr>
      <a:defRPr lang="en-US"/>
    </a:defPPr>
    <a:lvl1pPr marL="0" algn="l" defTabSz="391135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1pPr>
    <a:lvl2pPr marL="195565" algn="l" defTabSz="391135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2pPr>
    <a:lvl3pPr marL="391135" algn="l" defTabSz="391135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3pPr>
    <a:lvl4pPr marL="586701" algn="l" defTabSz="391135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4pPr>
    <a:lvl5pPr marL="782267" algn="l" defTabSz="391135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5pPr>
    <a:lvl6pPr marL="977835" algn="l" defTabSz="391135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6pPr>
    <a:lvl7pPr marL="1173403" algn="l" defTabSz="391135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7pPr>
    <a:lvl8pPr marL="1368968" algn="l" defTabSz="391135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8pPr>
    <a:lvl9pPr marL="1564533" algn="l" defTabSz="391135" rtl="0" eaLnBrk="1" latinLnBrk="0" hangingPunct="1">
      <a:defRPr sz="76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1" userDrawn="1">
          <p15:clr>
            <a:srgbClr val="A4A3A4"/>
          </p15:clr>
        </p15:guide>
        <p15:guide id="2" pos="17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0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 autoAdjust="0"/>
    <p:restoredTop sz="96128"/>
  </p:normalViewPr>
  <p:slideViewPr>
    <p:cSldViewPr snapToGrid="0">
      <p:cViewPr>
        <p:scale>
          <a:sx n="180" d="100"/>
          <a:sy n="180" d="100"/>
        </p:scale>
        <p:origin x="2592" y="1584"/>
      </p:cViewPr>
      <p:guideLst>
        <p:guide orient="horz" pos="681"/>
        <p:guide pos="17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206CD-9567-114A-B41D-5371B2BABA66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55625" y="1143000"/>
            <a:ext cx="7969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B7677-1318-4C43-94A7-96D728425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41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4200" rtl="0" eaLnBrk="1" latinLnBrk="0" hangingPunct="1">
      <a:defRPr sz="898" kern="1200">
        <a:solidFill>
          <a:schemeClr val="tx1"/>
        </a:solidFill>
        <a:latin typeface="+mn-lt"/>
        <a:ea typeface="+mn-ea"/>
        <a:cs typeface="+mn-cs"/>
      </a:defRPr>
    </a:lvl1pPr>
    <a:lvl2pPr marL="342100" algn="l" defTabSz="684200" rtl="0" eaLnBrk="1" latinLnBrk="0" hangingPunct="1">
      <a:defRPr sz="898" kern="1200">
        <a:solidFill>
          <a:schemeClr val="tx1"/>
        </a:solidFill>
        <a:latin typeface="+mn-lt"/>
        <a:ea typeface="+mn-ea"/>
        <a:cs typeface="+mn-cs"/>
      </a:defRPr>
    </a:lvl2pPr>
    <a:lvl3pPr marL="684200" algn="l" defTabSz="684200" rtl="0" eaLnBrk="1" latinLnBrk="0" hangingPunct="1">
      <a:defRPr sz="898" kern="1200">
        <a:solidFill>
          <a:schemeClr val="tx1"/>
        </a:solidFill>
        <a:latin typeface="+mn-lt"/>
        <a:ea typeface="+mn-ea"/>
        <a:cs typeface="+mn-cs"/>
      </a:defRPr>
    </a:lvl3pPr>
    <a:lvl4pPr marL="1026299" algn="l" defTabSz="684200" rtl="0" eaLnBrk="1" latinLnBrk="0" hangingPunct="1">
      <a:defRPr sz="898" kern="1200">
        <a:solidFill>
          <a:schemeClr val="tx1"/>
        </a:solidFill>
        <a:latin typeface="+mn-lt"/>
        <a:ea typeface="+mn-ea"/>
        <a:cs typeface="+mn-cs"/>
      </a:defRPr>
    </a:lvl4pPr>
    <a:lvl5pPr marL="1368399" algn="l" defTabSz="684200" rtl="0" eaLnBrk="1" latinLnBrk="0" hangingPunct="1">
      <a:defRPr sz="898" kern="1200">
        <a:solidFill>
          <a:schemeClr val="tx1"/>
        </a:solidFill>
        <a:latin typeface="+mn-lt"/>
        <a:ea typeface="+mn-ea"/>
        <a:cs typeface="+mn-cs"/>
      </a:defRPr>
    </a:lvl5pPr>
    <a:lvl6pPr marL="1710499" algn="l" defTabSz="684200" rtl="0" eaLnBrk="1" latinLnBrk="0" hangingPunct="1">
      <a:defRPr sz="898" kern="1200">
        <a:solidFill>
          <a:schemeClr val="tx1"/>
        </a:solidFill>
        <a:latin typeface="+mn-lt"/>
        <a:ea typeface="+mn-ea"/>
        <a:cs typeface="+mn-cs"/>
      </a:defRPr>
    </a:lvl6pPr>
    <a:lvl7pPr marL="2052599" algn="l" defTabSz="684200" rtl="0" eaLnBrk="1" latinLnBrk="0" hangingPunct="1">
      <a:defRPr sz="898" kern="1200">
        <a:solidFill>
          <a:schemeClr val="tx1"/>
        </a:solidFill>
        <a:latin typeface="+mn-lt"/>
        <a:ea typeface="+mn-ea"/>
        <a:cs typeface="+mn-cs"/>
      </a:defRPr>
    </a:lvl7pPr>
    <a:lvl8pPr marL="2394699" algn="l" defTabSz="684200" rtl="0" eaLnBrk="1" latinLnBrk="0" hangingPunct="1">
      <a:defRPr sz="898" kern="1200">
        <a:solidFill>
          <a:schemeClr val="tx1"/>
        </a:solidFill>
        <a:latin typeface="+mn-lt"/>
        <a:ea typeface="+mn-ea"/>
        <a:cs typeface="+mn-cs"/>
      </a:defRPr>
    </a:lvl8pPr>
    <a:lvl9pPr marL="2736799" algn="l" defTabSz="684200" rtl="0" eaLnBrk="1" latinLnBrk="0" hangingPunct="1">
      <a:defRPr sz="8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555625" y="1143000"/>
            <a:ext cx="79692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B7677-1318-4C43-94A7-96D728425B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508" y="353596"/>
            <a:ext cx="4185047" cy="752205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508" y="1134809"/>
            <a:ext cx="4185047" cy="521642"/>
          </a:xfrm>
        </p:spPr>
        <p:txBody>
          <a:bodyPr/>
          <a:lstStyle>
            <a:lvl1pPr marL="0" indent="0" algn="ctr">
              <a:buNone/>
              <a:defRPr sz="756"/>
            </a:lvl1pPr>
            <a:lvl2pPr marL="144018" indent="0" algn="ctr">
              <a:buNone/>
              <a:defRPr sz="630"/>
            </a:lvl2pPr>
            <a:lvl3pPr marL="288036" indent="0" algn="ctr">
              <a:buNone/>
              <a:defRPr sz="567"/>
            </a:lvl3pPr>
            <a:lvl4pPr marL="432054" indent="0" algn="ctr">
              <a:buNone/>
              <a:defRPr sz="504"/>
            </a:lvl4pPr>
            <a:lvl5pPr marL="576072" indent="0" algn="ctr">
              <a:buNone/>
              <a:defRPr sz="504"/>
            </a:lvl5pPr>
            <a:lvl6pPr marL="720090" indent="0" algn="ctr">
              <a:buNone/>
              <a:defRPr sz="504"/>
            </a:lvl6pPr>
            <a:lvl7pPr marL="864108" indent="0" algn="ctr">
              <a:buNone/>
              <a:defRPr sz="504"/>
            </a:lvl7pPr>
            <a:lvl8pPr marL="1008126" indent="0" algn="ctr">
              <a:buNone/>
              <a:defRPr sz="504"/>
            </a:lvl8pPr>
            <a:lvl9pPr marL="1152144" indent="0" algn="ctr">
              <a:buNone/>
              <a:defRPr sz="504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723" y="538647"/>
            <a:ext cx="4812804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723" y="1445894"/>
            <a:ext cx="4812804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629" y="575157"/>
            <a:ext cx="2371527" cy="13708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24907" y="575157"/>
            <a:ext cx="2371527" cy="13708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56" y="115031"/>
            <a:ext cx="4812804" cy="41761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56" y="529645"/>
            <a:ext cx="2360628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56" y="789215"/>
            <a:ext cx="2360628" cy="11608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24907" y="529645"/>
            <a:ext cx="2372254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24907" y="789215"/>
            <a:ext cx="2372254" cy="11608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57" y="144039"/>
            <a:ext cx="1799715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2254" y="311085"/>
            <a:ext cx="2824907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4357" y="648176"/>
            <a:ext cx="1799715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57" y="144039"/>
            <a:ext cx="1799715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72254" y="311085"/>
            <a:ext cx="2824907" cy="1535418"/>
          </a:xfr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4357" y="648176"/>
            <a:ext cx="1799715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93233" y="115032"/>
            <a:ext cx="1203201" cy="18309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630" y="115032"/>
            <a:ext cx="3539852" cy="183099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630" y="115031"/>
            <a:ext cx="4812804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630" y="575157"/>
            <a:ext cx="4812804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3629" y="2002545"/>
            <a:ext cx="1255514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6AF03-E7F0-4670-B3ED-191FB9370E10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48396" y="2002545"/>
            <a:ext cx="1883271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920" y="2002545"/>
            <a:ext cx="1255514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F6498-AE7C-49FD-B164-346F4E1CA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98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xStyles>
    <p:titleStyle>
      <a:lvl1pPr algn="l" defTabSz="288036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1040653" y="225087"/>
            <a:ext cx="771460" cy="1719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0" name="Rectangle 189"/>
          <p:cNvSpPr/>
          <p:nvPr/>
        </p:nvSpPr>
        <p:spPr>
          <a:xfrm>
            <a:off x="3906023" y="220583"/>
            <a:ext cx="771460" cy="5451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3915629" y="1418918"/>
            <a:ext cx="771460" cy="5259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43889" y="420625"/>
            <a:ext cx="137886" cy="13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-57534" y="542372"/>
            <a:ext cx="1046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Input</a:t>
            </a:r>
            <a:endParaRPr lang="en-US" sz="1400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699334" y="493641"/>
            <a:ext cx="428171" cy="0"/>
          </a:xfrm>
          <a:prstGeom prst="straightConnector1">
            <a:avLst/>
          </a:prstGeom>
          <a:ln w="38100">
            <a:solidFill>
              <a:schemeClr val="dk1"/>
            </a:solidFill>
            <a:miter lim="800000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2447089" y="420625"/>
            <a:ext cx="137886" cy="136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46539" y="418605"/>
            <a:ext cx="137886" cy="136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249739" y="418605"/>
            <a:ext cx="137886" cy="136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452939" y="418605"/>
            <a:ext cx="137886" cy="1368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Can 14"/>
          <p:cNvSpPr/>
          <p:nvPr/>
        </p:nvSpPr>
        <p:spPr>
          <a:xfrm>
            <a:off x="1139057" y="1515661"/>
            <a:ext cx="549482" cy="381647"/>
          </a:xfrm>
          <a:prstGeom prst="can">
            <a:avLst>
              <a:gd name="adj" fmla="val 50000"/>
            </a:avLst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35487" y="1615892"/>
            <a:ext cx="5702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Store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7095" y="-79048"/>
            <a:ext cx="15918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Streaming Query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3"/>
          <a:srcRect l="9468" t="10800" r="10755" b="12993"/>
          <a:stretch/>
        </p:blipFill>
        <p:spPr>
          <a:xfrm>
            <a:off x="1155008" y="220020"/>
            <a:ext cx="533531" cy="509652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>
            <a:off x="1298398" y="857357"/>
            <a:ext cx="0" cy="68400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flipH="1" flipV="1">
            <a:off x="1512197" y="838088"/>
            <a:ext cx="0" cy="68400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6" name="Can 105"/>
          <p:cNvSpPr/>
          <p:nvPr/>
        </p:nvSpPr>
        <p:spPr>
          <a:xfrm>
            <a:off x="3945970" y="1024731"/>
            <a:ext cx="741123" cy="232796"/>
          </a:xfrm>
          <a:prstGeom prst="can">
            <a:avLst>
              <a:gd name="adj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2772181" y="1090272"/>
            <a:ext cx="1449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Place-holders</a:t>
            </a:r>
          </a:p>
        </p:txBody>
      </p:sp>
      <p:cxnSp>
        <p:nvCxnSpPr>
          <p:cNvPr id="114" name="Straight Arrow Connector 113"/>
          <p:cNvCxnSpPr/>
          <p:nvPr/>
        </p:nvCxnSpPr>
        <p:spPr>
          <a:xfrm flipV="1">
            <a:off x="1758275" y="486389"/>
            <a:ext cx="428171" cy="725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2094713" y="542967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Output</a:t>
            </a:r>
            <a:endParaRPr lang="en-US" sz="1400" dirty="0"/>
          </a:p>
        </p:txBody>
      </p:sp>
      <p:sp>
        <p:nvSpPr>
          <p:cNvPr id="123" name="Can 122"/>
          <p:cNvSpPr/>
          <p:nvPr/>
        </p:nvSpPr>
        <p:spPr>
          <a:xfrm>
            <a:off x="4056105" y="1511942"/>
            <a:ext cx="549482" cy="381647"/>
          </a:xfrm>
          <a:prstGeom prst="can">
            <a:avLst>
              <a:gd name="adj" fmla="val 50000"/>
            </a:avLst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1" name="Straight Arrow Connector 130"/>
          <p:cNvCxnSpPr/>
          <p:nvPr/>
        </p:nvCxnSpPr>
        <p:spPr>
          <a:xfrm flipH="1">
            <a:off x="4215746" y="1261570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 rot="10800000" flipH="1">
            <a:off x="4411689" y="1248150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0865" y="1891189"/>
            <a:ext cx="178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(a)  </a:t>
            </a:r>
            <a:r>
              <a:rPr lang="en-US" sz="1400" dirty="0" smtClean="0"/>
              <a:t>Existing Design</a:t>
            </a:r>
            <a:endParaRPr lang="en-US" sz="1400" dirty="0"/>
          </a:p>
        </p:txBody>
      </p:sp>
      <p:sp>
        <p:nvSpPr>
          <p:cNvPr id="135" name="TextBox 134"/>
          <p:cNvSpPr txBox="1"/>
          <p:nvPr/>
        </p:nvSpPr>
        <p:spPr>
          <a:xfrm>
            <a:off x="3507556" y="1891189"/>
            <a:ext cx="1646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(b)  T-Stream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84942" y="1126973"/>
            <a:ext cx="1260107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Sync-barrier</a:t>
            </a:r>
          </a:p>
        </p:txBody>
      </p:sp>
      <p:cxnSp>
        <p:nvCxnSpPr>
          <p:cNvPr id="151" name="Straight Arrow Connector 150"/>
          <p:cNvCxnSpPr>
            <a:endCxn id="156" idx="3"/>
          </p:cNvCxnSpPr>
          <p:nvPr/>
        </p:nvCxnSpPr>
        <p:spPr>
          <a:xfrm flipH="1">
            <a:off x="3411204" y="1770898"/>
            <a:ext cx="587959" cy="547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2772183" y="1706485"/>
            <a:ext cx="639021" cy="2383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400" dirty="0"/>
              <a:t>TP-Layer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35482" y="1255521"/>
            <a:ext cx="570284" cy="1019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7" name="Rectangle 176"/>
          <p:cNvSpPr/>
          <p:nvPr/>
        </p:nvSpPr>
        <p:spPr>
          <a:xfrm>
            <a:off x="5138648" y="414097"/>
            <a:ext cx="137886" cy="13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8" name="TextBox 177"/>
          <p:cNvSpPr txBox="1"/>
          <p:nvPr/>
        </p:nvSpPr>
        <p:spPr>
          <a:xfrm>
            <a:off x="2772181" y="537024"/>
            <a:ext cx="970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Input</a:t>
            </a:r>
            <a:endParaRPr lang="en-US" sz="1400" dirty="0"/>
          </a:p>
        </p:txBody>
      </p:sp>
      <p:cxnSp>
        <p:nvCxnSpPr>
          <p:cNvPr id="179" name="Straight Arrow Connector 178"/>
          <p:cNvCxnSpPr/>
          <p:nvPr/>
        </p:nvCxnSpPr>
        <p:spPr>
          <a:xfrm flipV="1">
            <a:off x="3637804" y="483484"/>
            <a:ext cx="42817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5341848" y="414097"/>
            <a:ext cx="137886" cy="136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1" name="Rectangle 180"/>
          <p:cNvSpPr/>
          <p:nvPr/>
        </p:nvSpPr>
        <p:spPr>
          <a:xfrm>
            <a:off x="2935745" y="413257"/>
            <a:ext cx="137886" cy="136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2" name="Rectangle 181"/>
          <p:cNvSpPr/>
          <p:nvPr/>
        </p:nvSpPr>
        <p:spPr>
          <a:xfrm>
            <a:off x="3138945" y="413257"/>
            <a:ext cx="137886" cy="136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3" name="Rectangle 182"/>
          <p:cNvSpPr/>
          <p:nvPr/>
        </p:nvSpPr>
        <p:spPr>
          <a:xfrm>
            <a:off x="3342145" y="413257"/>
            <a:ext cx="137886" cy="1368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4" name="TextBox 183"/>
          <p:cNvSpPr txBox="1"/>
          <p:nvPr/>
        </p:nvSpPr>
        <p:spPr>
          <a:xfrm>
            <a:off x="3534923" y="-82003"/>
            <a:ext cx="15918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Streaming Query</a:t>
            </a:r>
          </a:p>
        </p:txBody>
      </p:sp>
      <p:pic>
        <p:nvPicPr>
          <p:cNvPr id="185" name="Picture 184"/>
          <p:cNvPicPr>
            <a:picLocks noChangeAspect="1"/>
          </p:cNvPicPr>
          <p:nvPr/>
        </p:nvPicPr>
        <p:blipFill rotWithShape="1">
          <a:blip r:embed="rId3"/>
          <a:srcRect l="9468" t="10800" r="10755" b="12993"/>
          <a:stretch/>
        </p:blipFill>
        <p:spPr>
          <a:xfrm>
            <a:off x="4048784" y="234199"/>
            <a:ext cx="533531" cy="509652"/>
          </a:xfrm>
          <a:prstGeom prst="rect">
            <a:avLst/>
          </a:prstGeom>
        </p:spPr>
      </p:pic>
      <p:cxnSp>
        <p:nvCxnSpPr>
          <p:cNvPr id="186" name="Straight Arrow Connector 185"/>
          <p:cNvCxnSpPr/>
          <p:nvPr/>
        </p:nvCxnSpPr>
        <p:spPr>
          <a:xfrm flipV="1">
            <a:off x="4617862" y="478707"/>
            <a:ext cx="42817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4982024" y="530214"/>
            <a:ext cx="708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Output</a:t>
            </a:r>
            <a:endParaRPr lang="en-US" sz="1400" dirty="0"/>
          </a:p>
        </p:txBody>
      </p:sp>
      <p:cxnSp>
        <p:nvCxnSpPr>
          <p:cNvPr id="188" name="Straight Arrow Connector 187"/>
          <p:cNvCxnSpPr/>
          <p:nvPr/>
        </p:nvCxnSpPr>
        <p:spPr>
          <a:xfrm flipH="1">
            <a:off x="4227775" y="717473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9" name="Straight Arrow Connector 188"/>
          <p:cNvCxnSpPr/>
          <p:nvPr/>
        </p:nvCxnSpPr>
        <p:spPr>
          <a:xfrm rot="10800000" flipH="1">
            <a:off x="4423718" y="711310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4059861" y="1619837"/>
            <a:ext cx="5702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Store</a:t>
            </a:r>
          </a:p>
        </p:txBody>
      </p:sp>
      <p:cxnSp>
        <p:nvCxnSpPr>
          <p:cNvPr id="192" name="Straight Arrow Connector 191"/>
          <p:cNvCxnSpPr/>
          <p:nvPr/>
        </p:nvCxnSpPr>
        <p:spPr>
          <a:xfrm>
            <a:off x="4630145" y="690779"/>
            <a:ext cx="420440" cy="23558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4903161" y="924772"/>
            <a:ext cx="632423" cy="2383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400" dirty="0"/>
              <a:t>SP-Layer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54443" y="988801"/>
            <a:ext cx="799893" cy="47672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/>
              <a:t>Integrated Engine</a:t>
            </a:r>
          </a:p>
        </p:txBody>
      </p:sp>
      <p:cxnSp>
        <p:nvCxnSpPr>
          <p:cNvPr id="59" name="Straight Arrow Connector 58"/>
          <p:cNvCxnSpPr>
            <a:endCxn id="58" idx="1"/>
          </p:cNvCxnSpPr>
          <p:nvPr/>
        </p:nvCxnSpPr>
        <p:spPr>
          <a:xfrm>
            <a:off x="1621643" y="1060787"/>
            <a:ext cx="332798" cy="1663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209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4300</TotalTime>
  <Words>23</Words>
  <Application>Microsoft Macintosh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等线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Microsoft Office User</cp:lastModifiedBy>
  <cp:revision>318</cp:revision>
  <cp:lastPrinted>2018-10-09T05:53:19Z</cp:lastPrinted>
  <dcterms:created xsi:type="dcterms:W3CDTF">2017-11-06T03:22:08Z</dcterms:created>
  <dcterms:modified xsi:type="dcterms:W3CDTF">2018-10-16T03:57:56Z</dcterms:modified>
</cp:coreProperties>
</file>