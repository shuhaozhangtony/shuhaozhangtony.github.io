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6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10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'Write_intensive (rtm)'!$A$26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(rtm)'!$B$26:$E$26</c:f>
              <c:numCache>
                <c:formatCode>0%</c:formatCode>
                <c:ptCount val="4"/>
                <c:pt idx="0">
                  <c:v>0.21</c:v>
                </c:pt>
                <c:pt idx="1">
                  <c:v>0</c:v>
                </c:pt>
                <c:pt idx="2">
                  <c:v>0.03</c:v>
                </c:pt>
                <c:pt idx="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D6-4E86-AB96-87FC7DC50FF9}"/>
            </c:ext>
          </c:extLst>
        </c:ser>
        <c:ser>
          <c:idx val="3"/>
          <c:order val="1"/>
          <c:tx>
            <c:strRef>
              <c:f>'Write_intensive (rtm)'!$A$27</c:f>
              <c:strCache>
                <c:ptCount val="1"/>
                <c:pt idx="0">
                  <c:v>Wait</c:v>
                </c:pt>
              </c:strCache>
            </c:strRef>
          </c:tx>
          <c:spPr>
            <a:pattFill prst="ltVert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(rtm)'!$B$27:$E$27</c:f>
              <c:numCache>
                <c:formatCode>0%</c:formatCode>
                <c:ptCount val="4"/>
                <c:pt idx="0">
                  <c:v>0</c:v>
                </c:pt>
                <c:pt idx="1">
                  <c:v>0.97</c:v>
                </c:pt>
                <c:pt idx="2">
                  <c:v>0.94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D6-4E86-AB96-87FC7DC50FF9}"/>
            </c:ext>
          </c:extLst>
        </c:ser>
        <c:ser>
          <c:idx val="2"/>
          <c:order val="2"/>
          <c:tx>
            <c:strRef>
              <c:f>'Write_intensive (rtm)'!$A$28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(rtm)'!$B$28:$E$28</c:f>
              <c:numCache>
                <c:formatCode>0%</c:formatCode>
                <c:ptCount val="4"/>
                <c:pt idx="0">
                  <c:v>0.01</c:v>
                </c:pt>
                <c:pt idx="1">
                  <c:v>0.02</c:v>
                </c:pt>
                <c:pt idx="2">
                  <c:v>0.02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D6-4E86-AB96-87FC7DC50FF9}"/>
            </c:ext>
          </c:extLst>
        </c:ser>
        <c:ser>
          <c:idx val="4"/>
          <c:order val="3"/>
          <c:tx>
            <c:strRef>
              <c:f>'Write_intensive (rtm)'!$A$29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ysClr val="window" lastClr="FFFFFF"/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(rtm)'!$B$29:$E$29</c:f>
              <c:numCache>
                <c:formatCode>0%</c:formatCode>
                <c:ptCount val="4"/>
                <c:pt idx="0">
                  <c:v>0.28000000000000003</c:v>
                </c:pt>
                <c:pt idx="1">
                  <c:v>0</c:v>
                </c:pt>
                <c:pt idx="2">
                  <c:v>0</c:v>
                </c:pt>
                <c:pt idx="3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D6-4E86-AB96-87FC7DC50FF9}"/>
            </c:ext>
          </c:extLst>
        </c:ser>
        <c:ser>
          <c:idx val="1"/>
          <c:order val="4"/>
          <c:tx>
            <c:strRef>
              <c:f>'Write_intensive (rtm)'!$A$30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(rtm)'!$B$30:$E$30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D6-4E86-AB96-87FC7DC50FF9}"/>
            </c:ext>
          </c:extLst>
        </c:ser>
        <c:ser>
          <c:idx val="0"/>
          <c:order val="5"/>
          <c:tx>
            <c:strRef>
              <c:f>'Write_intensive (rtm)'!$A$31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solidDmnd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(rtm)'!$B$31:$E$31</c:f>
              <c:numCache>
                <c:formatCode>0%</c:formatCode>
                <c:ptCount val="4"/>
                <c:pt idx="0">
                  <c:v>0.45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D6-4E86-AB96-87FC7DC50FF9}"/>
            </c:ext>
          </c:extLst>
        </c:ser>
        <c:ser>
          <c:idx val="5"/>
          <c:order val="6"/>
          <c:tx>
            <c:strRef>
              <c:f>'Write_intensive (rtm)'!$A$32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ashDnDiag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'Write_intensive (rtm)'!$B$25:$E$25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(rtm)'!$B$32:$E$32</c:f>
              <c:numCache>
                <c:formatCode>0%</c:formatCode>
                <c:ptCount val="4"/>
                <c:pt idx="0">
                  <c:v>0.05</c:v>
                </c:pt>
                <c:pt idx="1">
                  <c:v>0.01</c:v>
                </c:pt>
                <c:pt idx="2">
                  <c:v>0.01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CD6-4E86-AB96-87FC7DC50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012274784"/>
        <c:axId val="1012276560"/>
      </c:barChart>
      <c:catAx>
        <c:axId val="1012274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2276560"/>
        <c:crosses val="autoZero"/>
        <c:auto val="1"/>
        <c:lblAlgn val="ctr"/>
        <c:lblOffset val="100"/>
        <c:noMultiLvlLbl val="0"/>
      </c:catAx>
      <c:valAx>
        <c:axId val="1012276560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2274784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609244"/>
              </p:ext>
            </p:extLst>
          </p:nvPr>
        </p:nvGraphicFramePr>
        <p:xfrm>
          <a:off x="0" y="1"/>
          <a:ext cx="719931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18</cp:revision>
  <cp:lastPrinted>2018-09-29T03:40:33Z</cp:lastPrinted>
  <dcterms:created xsi:type="dcterms:W3CDTF">2018-09-17T08:10:10Z</dcterms:created>
  <dcterms:modified xsi:type="dcterms:W3CDTF">2018-10-16T02:35:45Z</dcterms:modified>
</cp:coreProperties>
</file>