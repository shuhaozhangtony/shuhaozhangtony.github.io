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48" r:id="rId1"/>
  </p:sldMasterIdLst>
  <p:sldIdLst>
    <p:sldId id="256" r:id="rId2"/>
  </p:sldIdLst>
  <p:sldSz cx="4860925" cy="2268538"/>
  <p:notesSz cx="6858000" cy="9144000"/>
  <p:defaultTextStyle>
    <a:defPPr>
      <a:defRPr lang="en-US"/>
    </a:defPPr>
    <a:lvl1pPr marL="0" algn="l" defTabSz="657723" rtl="0" eaLnBrk="1" latinLnBrk="0" hangingPunct="1">
      <a:defRPr sz="1295" kern="1200">
        <a:solidFill>
          <a:schemeClr val="tx1"/>
        </a:solidFill>
        <a:latin typeface="+mn-lt"/>
        <a:ea typeface="+mn-ea"/>
        <a:cs typeface="+mn-cs"/>
      </a:defRPr>
    </a:lvl1pPr>
    <a:lvl2pPr marL="328861" algn="l" defTabSz="657723" rtl="0" eaLnBrk="1" latinLnBrk="0" hangingPunct="1">
      <a:defRPr sz="1295" kern="1200">
        <a:solidFill>
          <a:schemeClr val="tx1"/>
        </a:solidFill>
        <a:latin typeface="+mn-lt"/>
        <a:ea typeface="+mn-ea"/>
        <a:cs typeface="+mn-cs"/>
      </a:defRPr>
    </a:lvl2pPr>
    <a:lvl3pPr marL="657723" algn="l" defTabSz="657723" rtl="0" eaLnBrk="1" latinLnBrk="0" hangingPunct="1">
      <a:defRPr sz="1295" kern="1200">
        <a:solidFill>
          <a:schemeClr val="tx1"/>
        </a:solidFill>
        <a:latin typeface="+mn-lt"/>
        <a:ea typeface="+mn-ea"/>
        <a:cs typeface="+mn-cs"/>
      </a:defRPr>
    </a:lvl3pPr>
    <a:lvl4pPr marL="986584" algn="l" defTabSz="657723" rtl="0" eaLnBrk="1" latinLnBrk="0" hangingPunct="1">
      <a:defRPr sz="1295" kern="1200">
        <a:solidFill>
          <a:schemeClr val="tx1"/>
        </a:solidFill>
        <a:latin typeface="+mn-lt"/>
        <a:ea typeface="+mn-ea"/>
        <a:cs typeface="+mn-cs"/>
      </a:defRPr>
    </a:lvl4pPr>
    <a:lvl5pPr marL="1315445" algn="l" defTabSz="657723" rtl="0" eaLnBrk="1" latinLnBrk="0" hangingPunct="1">
      <a:defRPr sz="1295" kern="1200">
        <a:solidFill>
          <a:schemeClr val="tx1"/>
        </a:solidFill>
        <a:latin typeface="+mn-lt"/>
        <a:ea typeface="+mn-ea"/>
        <a:cs typeface="+mn-cs"/>
      </a:defRPr>
    </a:lvl5pPr>
    <a:lvl6pPr marL="1644307" algn="l" defTabSz="657723" rtl="0" eaLnBrk="1" latinLnBrk="0" hangingPunct="1">
      <a:defRPr sz="1295" kern="1200">
        <a:solidFill>
          <a:schemeClr val="tx1"/>
        </a:solidFill>
        <a:latin typeface="+mn-lt"/>
        <a:ea typeface="+mn-ea"/>
        <a:cs typeface="+mn-cs"/>
      </a:defRPr>
    </a:lvl6pPr>
    <a:lvl7pPr marL="1973168" algn="l" defTabSz="657723" rtl="0" eaLnBrk="1" latinLnBrk="0" hangingPunct="1">
      <a:defRPr sz="1295" kern="1200">
        <a:solidFill>
          <a:schemeClr val="tx1"/>
        </a:solidFill>
        <a:latin typeface="+mn-lt"/>
        <a:ea typeface="+mn-ea"/>
        <a:cs typeface="+mn-cs"/>
      </a:defRPr>
    </a:lvl7pPr>
    <a:lvl8pPr marL="2302030" algn="l" defTabSz="657723" rtl="0" eaLnBrk="1" latinLnBrk="0" hangingPunct="1">
      <a:defRPr sz="1295" kern="1200">
        <a:solidFill>
          <a:schemeClr val="tx1"/>
        </a:solidFill>
        <a:latin typeface="+mn-lt"/>
        <a:ea typeface="+mn-ea"/>
        <a:cs typeface="+mn-cs"/>
      </a:defRPr>
    </a:lvl8pPr>
    <a:lvl9pPr marL="2630891" algn="l" defTabSz="657723" rtl="0" eaLnBrk="1" latinLnBrk="0" hangingPunct="1">
      <a:defRPr sz="129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42"/>
    <p:restoredTop sz="94647"/>
  </p:normalViewPr>
  <p:slideViewPr>
    <p:cSldViewPr snapToGrid="0" snapToObjects="1">
      <p:cViewPr>
        <p:scale>
          <a:sx n="200" d="100"/>
          <a:sy n="200" d="100"/>
        </p:scale>
        <p:origin x="2584" y="20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7616" y="371263"/>
            <a:ext cx="3645694" cy="789787"/>
          </a:xfrm>
        </p:spPr>
        <p:txBody>
          <a:bodyPr anchor="b"/>
          <a:lstStyle>
            <a:lvl1pPr algn="ctr">
              <a:defRPr sz="1985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7616" y="1191508"/>
            <a:ext cx="3645694" cy="547705"/>
          </a:xfrm>
        </p:spPr>
        <p:txBody>
          <a:bodyPr/>
          <a:lstStyle>
            <a:lvl1pPr marL="0" indent="0" algn="ctr">
              <a:buNone/>
              <a:defRPr sz="794"/>
            </a:lvl1pPr>
            <a:lvl2pPr marL="151242" indent="0" algn="ctr">
              <a:buNone/>
              <a:defRPr sz="662"/>
            </a:lvl2pPr>
            <a:lvl3pPr marL="302484" indent="0" algn="ctr">
              <a:buNone/>
              <a:defRPr sz="595"/>
            </a:lvl3pPr>
            <a:lvl4pPr marL="453725" indent="0" algn="ctr">
              <a:buNone/>
              <a:defRPr sz="529"/>
            </a:lvl4pPr>
            <a:lvl5pPr marL="604967" indent="0" algn="ctr">
              <a:buNone/>
              <a:defRPr sz="529"/>
            </a:lvl5pPr>
            <a:lvl6pPr marL="756209" indent="0" algn="ctr">
              <a:buNone/>
              <a:defRPr sz="529"/>
            </a:lvl6pPr>
            <a:lvl7pPr marL="907451" indent="0" algn="ctr">
              <a:buNone/>
              <a:defRPr sz="529"/>
            </a:lvl7pPr>
            <a:lvl8pPr marL="1058692" indent="0" algn="ctr">
              <a:buNone/>
              <a:defRPr sz="529"/>
            </a:lvl8pPr>
            <a:lvl9pPr marL="1209934" indent="0" algn="ctr">
              <a:buNone/>
              <a:defRPr sz="529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4E933-CC77-4446-86B5-91AEBED18594}" type="datetimeFigureOut">
              <a:rPr lang="en-US" smtClean="0"/>
              <a:t>10/15/18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FD5E-9DD1-5B4B-902B-00ADBA4D83A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4E933-CC77-4446-86B5-91AEBED18594}" type="datetimeFigureOut">
              <a:rPr lang="en-US" smtClean="0"/>
              <a:t>10/15/18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FD5E-9DD1-5B4B-902B-00ADBA4D83A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657" y="565559"/>
            <a:ext cx="4192548" cy="943649"/>
          </a:xfrm>
        </p:spPr>
        <p:txBody>
          <a:bodyPr anchor="b"/>
          <a:lstStyle>
            <a:lvl1pPr>
              <a:defRPr sz="1985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1657" y="1518135"/>
            <a:ext cx="4192548" cy="496243"/>
          </a:xfrm>
        </p:spPr>
        <p:txBody>
          <a:bodyPr/>
          <a:lstStyle>
            <a:lvl1pPr marL="0" indent="0">
              <a:buNone/>
              <a:defRPr sz="794">
                <a:solidFill>
                  <a:schemeClr val="tx1">
                    <a:tint val="75000"/>
                  </a:schemeClr>
                </a:solidFill>
              </a:defRPr>
            </a:lvl1pPr>
            <a:lvl2pPr marL="151242" indent="0">
              <a:buNone/>
              <a:defRPr sz="662">
                <a:solidFill>
                  <a:schemeClr val="tx1">
                    <a:tint val="75000"/>
                  </a:schemeClr>
                </a:solidFill>
              </a:defRPr>
            </a:lvl2pPr>
            <a:lvl3pPr marL="302484" indent="0">
              <a:buNone/>
              <a:defRPr sz="595">
                <a:solidFill>
                  <a:schemeClr val="tx1">
                    <a:tint val="75000"/>
                  </a:schemeClr>
                </a:solidFill>
              </a:defRPr>
            </a:lvl3pPr>
            <a:lvl4pPr marL="453725" indent="0">
              <a:buNone/>
              <a:defRPr sz="529">
                <a:solidFill>
                  <a:schemeClr val="tx1">
                    <a:tint val="75000"/>
                  </a:schemeClr>
                </a:solidFill>
              </a:defRPr>
            </a:lvl4pPr>
            <a:lvl5pPr marL="604967" indent="0">
              <a:buNone/>
              <a:defRPr sz="529">
                <a:solidFill>
                  <a:schemeClr val="tx1">
                    <a:tint val="75000"/>
                  </a:schemeClr>
                </a:solidFill>
              </a:defRPr>
            </a:lvl5pPr>
            <a:lvl6pPr marL="756209" indent="0">
              <a:buNone/>
              <a:defRPr sz="529">
                <a:solidFill>
                  <a:schemeClr val="tx1">
                    <a:tint val="75000"/>
                  </a:schemeClr>
                </a:solidFill>
              </a:defRPr>
            </a:lvl6pPr>
            <a:lvl7pPr marL="907451" indent="0">
              <a:buNone/>
              <a:defRPr sz="529">
                <a:solidFill>
                  <a:schemeClr val="tx1">
                    <a:tint val="75000"/>
                  </a:schemeClr>
                </a:solidFill>
              </a:defRPr>
            </a:lvl7pPr>
            <a:lvl8pPr marL="1058692" indent="0">
              <a:buNone/>
              <a:defRPr sz="529">
                <a:solidFill>
                  <a:schemeClr val="tx1">
                    <a:tint val="75000"/>
                  </a:schemeClr>
                </a:solidFill>
              </a:defRPr>
            </a:lvl8pPr>
            <a:lvl9pPr marL="1209934" indent="0">
              <a:buNone/>
              <a:defRPr sz="52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4E933-CC77-4446-86B5-91AEBED18594}" type="datetimeFigureOut">
              <a:rPr lang="en-US" smtClean="0"/>
              <a:t>10/15/18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FD5E-9DD1-5B4B-902B-00ADBA4D83A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4189" y="603893"/>
            <a:ext cx="2065893" cy="143936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60843" y="603893"/>
            <a:ext cx="2065893" cy="143936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4E933-CC77-4446-86B5-91AEBED18594}" type="datetimeFigureOut">
              <a:rPr lang="en-US" smtClean="0"/>
              <a:t>10/15/18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FD5E-9DD1-5B4B-902B-00ADBA4D83A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822" y="120779"/>
            <a:ext cx="4192548" cy="43847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822" y="556107"/>
            <a:ext cx="2056399" cy="272539"/>
          </a:xfrm>
        </p:spPr>
        <p:txBody>
          <a:bodyPr anchor="b"/>
          <a:lstStyle>
            <a:lvl1pPr marL="0" indent="0">
              <a:buNone/>
              <a:defRPr sz="794" b="1"/>
            </a:lvl1pPr>
            <a:lvl2pPr marL="151242" indent="0">
              <a:buNone/>
              <a:defRPr sz="662" b="1"/>
            </a:lvl2pPr>
            <a:lvl3pPr marL="302484" indent="0">
              <a:buNone/>
              <a:defRPr sz="595" b="1"/>
            </a:lvl3pPr>
            <a:lvl4pPr marL="453725" indent="0">
              <a:buNone/>
              <a:defRPr sz="529" b="1"/>
            </a:lvl4pPr>
            <a:lvl5pPr marL="604967" indent="0">
              <a:buNone/>
              <a:defRPr sz="529" b="1"/>
            </a:lvl5pPr>
            <a:lvl6pPr marL="756209" indent="0">
              <a:buNone/>
              <a:defRPr sz="529" b="1"/>
            </a:lvl6pPr>
            <a:lvl7pPr marL="907451" indent="0">
              <a:buNone/>
              <a:defRPr sz="529" b="1"/>
            </a:lvl7pPr>
            <a:lvl8pPr marL="1058692" indent="0">
              <a:buNone/>
              <a:defRPr sz="529" b="1"/>
            </a:lvl8pPr>
            <a:lvl9pPr marL="1209934" indent="0">
              <a:buNone/>
              <a:defRPr sz="529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4822" y="828647"/>
            <a:ext cx="2056399" cy="12188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60843" y="556107"/>
            <a:ext cx="2066526" cy="272539"/>
          </a:xfrm>
        </p:spPr>
        <p:txBody>
          <a:bodyPr anchor="b"/>
          <a:lstStyle>
            <a:lvl1pPr marL="0" indent="0">
              <a:buNone/>
              <a:defRPr sz="794" b="1"/>
            </a:lvl1pPr>
            <a:lvl2pPr marL="151242" indent="0">
              <a:buNone/>
              <a:defRPr sz="662" b="1"/>
            </a:lvl2pPr>
            <a:lvl3pPr marL="302484" indent="0">
              <a:buNone/>
              <a:defRPr sz="595" b="1"/>
            </a:lvl3pPr>
            <a:lvl4pPr marL="453725" indent="0">
              <a:buNone/>
              <a:defRPr sz="529" b="1"/>
            </a:lvl4pPr>
            <a:lvl5pPr marL="604967" indent="0">
              <a:buNone/>
              <a:defRPr sz="529" b="1"/>
            </a:lvl5pPr>
            <a:lvl6pPr marL="756209" indent="0">
              <a:buNone/>
              <a:defRPr sz="529" b="1"/>
            </a:lvl6pPr>
            <a:lvl7pPr marL="907451" indent="0">
              <a:buNone/>
              <a:defRPr sz="529" b="1"/>
            </a:lvl7pPr>
            <a:lvl8pPr marL="1058692" indent="0">
              <a:buNone/>
              <a:defRPr sz="529" b="1"/>
            </a:lvl8pPr>
            <a:lvl9pPr marL="1209934" indent="0">
              <a:buNone/>
              <a:defRPr sz="529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460843" y="828647"/>
            <a:ext cx="2066526" cy="12188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4E933-CC77-4446-86B5-91AEBED18594}" type="datetimeFigureOut">
              <a:rPr lang="en-US" smtClean="0"/>
              <a:t>10/15/18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FD5E-9DD1-5B4B-902B-00ADBA4D83A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4E933-CC77-4446-86B5-91AEBED18594}" type="datetimeFigureOut">
              <a:rPr lang="en-US" smtClean="0"/>
              <a:t>10/15/18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FD5E-9DD1-5B4B-902B-00ADBA4D83A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4E933-CC77-4446-86B5-91AEBED18594}" type="datetimeFigureOut">
              <a:rPr lang="en-US" smtClean="0"/>
              <a:t>10/15/18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FD5E-9DD1-5B4B-902B-00ADBA4D83A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822" y="151236"/>
            <a:ext cx="1567775" cy="529326"/>
          </a:xfrm>
        </p:spPr>
        <p:txBody>
          <a:bodyPr anchor="b"/>
          <a:lstStyle>
            <a:lvl1pPr>
              <a:defRPr sz="105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66526" y="326628"/>
            <a:ext cx="2460843" cy="1612132"/>
          </a:xfrm>
        </p:spPr>
        <p:txBody>
          <a:bodyPr/>
          <a:lstStyle>
            <a:lvl1pPr>
              <a:defRPr sz="1059"/>
            </a:lvl1pPr>
            <a:lvl2pPr>
              <a:defRPr sz="926"/>
            </a:lvl2pPr>
            <a:lvl3pPr>
              <a:defRPr sz="794"/>
            </a:lvl3pPr>
            <a:lvl4pPr>
              <a:defRPr sz="662"/>
            </a:lvl4pPr>
            <a:lvl5pPr>
              <a:defRPr sz="662"/>
            </a:lvl5pPr>
            <a:lvl6pPr>
              <a:defRPr sz="662"/>
            </a:lvl6pPr>
            <a:lvl7pPr>
              <a:defRPr sz="662"/>
            </a:lvl7pPr>
            <a:lvl8pPr>
              <a:defRPr sz="662"/>
            </a:lvl8pPr>
            <a:lvl9pPr>
              <a:defRPr sz="662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34822" y="680561"/>
            <a:ext cx="1567775" cy="1260824"/>
          </a:xfrm>
        </p:spPr>
        <p:txBody>
          <a:bodyPr/>
          <a:lstStyle>
            <a:lvl1pPr marL="0" indent="0">
              <a:buNone/>
              <a:defRPr sz="529"/>
            </a:lvl1pPr>
            <a:lvl2pPr marL="151242" indent="0">
              <a:buNone/>
              <a:defRPr sz="463"/>
            </a:lvl2pPr>
            <a:lvl3pPr marL="302484" indent="0">
              <a:buNone/>
              <a:defRPr sz="397"/>
            </a:lvl3pPr>
            <a:lvl4pPr marL="453725" indent="0">
              <a:buNone/>
              <a:defRPr sz="331"/>
            </a:lvl4pPr>
            <a:lvl5pPr marL="604967" indent="0">
              <a:buNone/>
              <a:defRPr sz="331"/>
            </a:lvl5pPr>
            <a:lvl6pPr marL="756209" indent="0">
              <a:buNone/>
              <a:defRPr sz="331"/>
            </a:lvl6pPr>
            <a:lvl7pPr marL="907451" indent="0">
              <a:buNone/>
              <a:defRPr sz="331"/>
            </a:lvl7pPr>
            <a:lvl8pPr marL="1058692" indent="0">
              <a:buNone/>
              <a:defRPr sz="331"/>
            </a:lvl8pPr>
            <a:lvl9pPr marL="1209934" indent="0">
              <a:buNone/>
              <a:defRPr sz="33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4E933-CC77-4446-86B5-91AEBED18594}" type="datetimeFigureOut">
              <a:rPr lang="en-US" smtClean="0"/>
              <a:t>10/15/18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FD5E-9DD1-5B4B-902B-00ADBA4D83A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822" y="151236"/>
            <a:ext cx="1567775" cy="529326"/>
          </a:xfrm>
        </p:spPr>
        <p:txBody>
          <a:bodyPr anchor="b"/>
          <a:lstStyle>
            <a:lvl1pPr>
              <a:defRPr sz="105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066526" y="326628"/>
            <a:ext cx="2460843" cy="1612132"/>
          </a:xfrm>
        </p:spPr>
        <p:txBody>
          <a:bodyPr anchor="t"/>
          <a:lstStyle>
            <a:lvl1pPr marL="0" indent="0">
              <a:buNone/>
              <a:defRPr sz="1059"/>
            </a:lvl1pPr>
            <a:lvl2pPr marL="151242" indent="0">
              <a:buNone/>
              <a:defRPr sz="926"/>
            </a:lvl2pPr>
            <a:lvl3pPr marL="302484" indent="0">
              <a:buNone/>
              <a:defRPr sz="794"/>
            </a:lvl3pPr>
            <a:lvl4pPr marL="453725" indent="0">
              <a:buNone/>
              <a:defRPr sz="662"/>
            </a:lvl4pPr>
            <a:lvl5pPr marL="604967" indent="0">
              <a:buNone/>
              <a:defRPr sz="662"/>
            </a:lvl5pPr>
            <a:lvl6pPr marL="756209" indent="0">
              <a:buNone/>
              <a:defRPr sz="662"/>
            </a:lvl6pPr>
            <a:lvl7pPr marL="907451" indent="0">
              <a:buNone/>
              <a:defRPr sz="662"/>
            </a:lvl7pPr>
            <a:lvl8pPr marL="1058692" indent="0">
              <a:buNone/>
              <a:defRPr sz="662"/>
            </a:lvl8pPr>
            <a:lvl9pPr marL="1209934" indent="0">
              <a:buNone/>
              <a:defRPr sz="662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34822" y="680561"/>
            <a:ext cx="1567775" cy="1260824"/>
          </a:xfrm>
        </p:spPr>
        <p:txBody>
          <a:bodyPr/>
          <a:lstStyle>
            <a:lvl1pPr marL="0" indent="0">
              <a:buNone/>
              <a:defRPr sz="529"/>
            </a:lvl1pPr>
            <a:lvl2pPr marL="151242" indent="0">
              <a:buNone/>
              <a:defRPr sz="463"/>
            </a:lvl2pPr>
            <a:lvl3pPr marL="302484" indent="0">
              <a:buNone/>
              <a:defRPr sz="397"/>
            </a:lvl3pPr>
            <a:lvl4pPr marL="453725" indent="0">
              <a:buNone/>
              <a:defRPr sz="331"/>
            </a:lvl4pPr>
            <a:lvl5pPr marL="604967" indent="0">
              <a:buNone/>
              <a:defRPr sz="331"/>
            </a:lvl5pPr>
            <a:lvl6pPr marL="756209" indent="0">
              <a:buNone/>
              <a:defRPr sz="331"/>
            </a:lvl6pPr>
            <a:lvl7pPr marL="907451" indent="0">
              <a:buNone/>
              <a:defRPr sz="331"/>
            </a:lvl7pPr>
            <a:lvl8pPr marL="1058692" indent="0">
              <a:buNone/>
              <a:defRPr sz="331"/>
            </a:lvl8pPr>
            <a:lvl9pPr marL="1209934" indent="0">
              <a:buNone/>
              <a:defRPr sz="33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4E933-CC77-4446-86B5-91AEBED18594}" type="datetimeFigureOut">
              <a:rPr lang="en-US" smtClean="0"/>
              <a:t>10/15/18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FD5E-9DD1-5B4B-902B-00ADBA4D83A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4E933-CC77-4446-86B5-91AEBED18594}" type="datetimeFigureOut">
              <a:rPr lang="en-US" smtClean="0"/>
              <a:t>10/15/18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FD5E-9DD1-5B4B-902B-00ADBA4D83A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478599" y="120779"/>
            <a:ext cx="1048137" cy="192248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4189" y="120779"/>
            <a:ext cx="3083649" cy="192248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4E933-CC77-4446-86B5-91AEBED18594}" type="datetimeFigureOut">
              <a:rPr lang="en-US" smtClean="0"/>
              <a:t>10/15/18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FD5E-9DD1-5B4B-902B-00ADBA4D83A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4189" y="120779"/>
            <a:ext cx="4192548" cy="4384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189" y="603893"/>
            <a:ext cx="4192548" cy="1439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34189" y="2102599"/>
            <a:ext cx="1093708" cy="1207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A4E933-CC77-4446-86B5-91AEBED18594}" type="datetimeFigureOut">
              <a:rPr lang="en-US" smtClean="0"/>
              <a:t>10/15/18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10182" y="2102599"/>
            <a:ext cx="1640562" cy="1207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433028" y="2102599"/>
            <a:ext cx="1093708" cy="1207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07FD5E-9DD1-5B4B-902B-00ADBA4D8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12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</p:sldLayoutIdLst>
  <p:txStyles>
    <p:titleStyle>
      <a:lvl1pPr algn="l" defTabSz="302484" rtl="0" eaLnBrk="1" latinLnBrk="0" hangingPunct="1">
        <a:lnSpc>
          <a:spcPct val="90000"/>
        </a:lnSpc>
        <a:spcBef>
          <a:spcPct val="0"/>
        </a:spcBef>
        <a:buNone/>
        <a:defRPr sz="14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21" indent="-75621" algn="l" defTabSz="302484" rtl="0" eaLnBrk="1" latinLnBrk="0" hangingPunct="1">
        <a:lnSpc>
          <a:spcPct val="90000"/>
        </a:lnSpc>
        <a:spcBef>
          <a:spcPts val="331"/>
        </a:spcBef>
        <a:buFont typeface="Arial" panose="020B0604020202020204" pitchFamily="34" charset="0"/>
        <a:buChar char="•"/>
        <a:defRPr sz="926" kern="1200">
          <a:solidFill>
            <a:schemeClr val="tx1"/>
          </a:solidFill>
          <a:latin typeface="+mn-lt"/>
          <a:ea typeface="+mn-ea"/>
          <a:cs typeface="+mn-cs"/>
        </a:defRPr>
      </a:lvl1pPr>
      <a:lvl2pPr marL="226863" indent="-75621" algn="l" defTabSz="302484" rtl="0" eaLnBrk="1" latinLnBrk="0" hangingPunct="1">
        <a:lnSpc>
          <a:spcPct val="90000"/>
        </a:lnSpc>
        <a:spcBef>
          <a:spcPts val="165"/>
        </a:spcBef>
        <a:buFont typeface="Arial" panose="020B0604020202020204" pitchFamily="34" charset="0"/>
        <a:buChar char="•"/>
        <a:defRPr sz="794" kern="1200">
          <a:solidFill>
            <a:schemeClr val="tx1"/>
          </a:solidFill>
          <a:latin typeface="+mn-lt"/>
          <a:ea typeface="+mn-ea"/>
          <a:cs typeface="+mn-cs"/>
        </a:defRPr>
      </a:lvl2pPr>
      <a:lvl3pPr marL="378104" indent="-75621" algn="l" defTabSz="302484" rtl="0" eaLnBrk="1" latinLnBrk="0" hangingPunct="1">
        <a:lnSpc>
          <a:spcPct val="90000"/>
        </a:lnSpc>
        <a:spcBef>
          <a:spcPts val="165"/>
        </a:spcBef>
        <a:buFont typeface="Arial" panose="020B0604020202020204" pitchFamily="34" charset="0"/>
        <a:buChar char="•"/>
        <a:defRPr sz="662" kern="1200">
          <a:solidFill>
            <a:schemeClr val="tx1"/>
          </a:solidFill>
          <a:latin typeface="+mn-lt"/>
          <a:ea typeface="+mn-ea"/>
          <a:cs typeface="+mn-cs"/>
        </a:defRPr>
      </a:lvl3pPr>
      <a:lvl4pPr marL="529346" indent="-75621" algn="l" defTabSz="302484" rtl="0" eaLnBrk="1" latinLnBrk="0" hangingPunct="1">
        <a:lnSpc>
          <a:spcPct val="90000"/>
        </a:lnSpc>
        <a:spcBef>
          <a:spcPts val="165"/>
        </a:spcBef>
        <a:buFont typeface="Arial" panose="020B0604020202020204" pitchFamily="34" charset="0"/>
        <a:buChar char="•"/>
        <a:defRPr sz="595" kern="1200">
          <a:solidFill>
            <a:schemeClr val="tx1"/>
          </a:solidFill>
          <a:latin typeface="+mn-lt"/>
          <a:ea typeface="+mn-ea"/>
          <a:cs typeface="+mn-cs"/>
        </a:defRPr>
      </a:lvl4pPr>
      <a:lvl5pPr marL="680588" indent="-75621" algn="l" defTabSz="302484" rtl="0" eaLnBrk="1" latinLnBrk="0" hangingPunct="1">
        <a:lnSpc>
          <a:spcPct val="90000"/>
        </a:lnSpc>
        <a:spcBef>
          <a:spcPts val="165"/>
        </a:spcBef>
        <a:buFont typeface="Arial" panose="020B0604020202020204" pitchFamily="34" charset="0"/>
        <a:buChar char="•"/>
        <a:defRPr sz="595" kern="1200">
          <a:solidFill>
            <a:schemeClr val="tx1"/>
          </a:solidFill>
          <a:latin typeface="+mn-lt"/>
          <a:ea typeface="+mn-ea"/>
          <a:cs typeface="+mn-cs"/>
        </a:defRPr>
      </a:lvl5pPr>
      <a:lvl6pPr marL="831830" indent="-75621" algn="l" defTabSz="302484" rtl="0" eaLnBrk="1" latinLnBrk="0" hangingPunct="1">
        <a:lnSpc>
          <a:spcPct val="90000"/>
        </a:lnSpc>
        <a:spcBef>
          <a:spcPts val="165"/>
        </a:spcBef>
        <a:buFont typeface="Arial" panose="020B0604020202020204" pitchFamily="34" charset="0"/>
        <a:buChar char="•"/>
        <a:defRPr sz="595" kern="1200">
          <a:solidFill>
            <a:schemeClr val="tx1"/>
          </a:solidFill>
          <a:latin typeface="+mn-lt"/>
          <a:ea typeface="+mn-ea"/>
          <a:cs typeface="+mn-cs"/>
        </a:defRPr>
      </a:lvl6pPr>
      <a:lvl7pPr marL="983071" indent="-75621" algn="l" defTabSz="302484" rtl="0" eaLnBrk="1" latinLnBrk="0" hangingPunct="1">
        <a:lnSpc>
          <a:spcPct val="90000"/>
        </a:lnSpc>
        <a:spcBef>
          <a:spcPts val="165"/>
        </a:spcBef>
        <a:buFont typeface="Arial" panose="020B0604020202020204" pitchFamily="34" charset="0"/>
        <a:buChar char="•"/>
        <a:defRPr sz="595" kern="1200">
          <a:solidFill>
            <a:schemeClr val="tx1"/>
          </a:solidFill>
          <a:latin typeface="+mn-lt"/>
          <a:ea typeface="+mn-ea"/>
          <a:cs typeface="+mn-cs"/>
        </a:defRPr>
      </a:lvl7pPr>
      <a:lvl8pPr marL="1134313" indent="-75621" algn="l" defTabSz="302484" rtl="0" eaLnBrk="1" latinLnBrk="0" hangingPunct="1">
        <a:lnSpc>
          <a:spcPct val="90000"/>
        </a:lnSpc>
        <a:spcBef>
          <a:spcPts val="165"/>
        </a:spcBef>
        <a:buFont typeface="Arial" panose="020B0604020202020204" pitchFamily="34" charset="0"/>
        <a:buChar char="•"/>
        <a:defRPr sz="595" kern="1200">
          <a:solidFill>
            <a:schemeClr val="tx1"/>
          </a:solidFill>
          <a:latin typeface="+mn-lt"/>
          <a:ea typeface="+mn-ea"/>
          <a:cs typeface="+mn-cs"/>
        </a:defRPr>
      </a:lvl8pPr>
      <a:lvl9pPr marL="1285555" indent="-75621" algn="l" defTabSz="302484" rtl="0" eaLnBrk="1" latinLnBrk="0" hangingPunct="1">
        <a:lnSpc>
          <a:spcPct val="90000"/>
        </a:lnSpc>
        <a:spcBef>
          <a:spcPts val="165"/>
        </a:spcBef>
        <a:buFont typeface="Arial" panose="020B0604020202020204" pitchFamily="34" charset="0"/>
        <a:buChar char="•"/>
        <a:defRPr sz="59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484" rtl="0" eaLnBrk="1" latinLnBrk="0" hangingPunct="1">
        <a:defRPr sz="595" kern="1200">
          <a:solidFill>
            <a:schemeClr val="tx1"/>
          </a:solidFill>
          <a:latin typeface="+mn-lt"/>
          <a:ea typeface="+mn-ea"/>
          <a:cs typeface="+mn-cs"/>
        </a:defRPr>
      </a:lvl1pPr>
      <a:lvl2pPr marL="151242" algn="l" defTabSz="302484" rtl="0" eaLnBrk="1" latinLnBrk="0" hangingPunct="1">
        <a:defRPr sz="595" kern="1200">
          <a:solidFill>
            <a:schemeClr val="tx1"/>
          </a:solidFill>
          <a:latin typeface="+mn-lt"/>
          <a:ea typeface="+mn-ea"/>
          <a:cs typeface="+mn-cs"/>
        </a:defRPr>
      </a:lvl2pPr>
      <a:lvl3pPr marL="302484" algn="l" defTabSz="302484" rtl="0" eaLnBrk="1" latinLnBrk="0" hangingPunct="1">
        <a:defRPr sz="595" kern="1200">
          <a:solidFill>
            <a:schemeClr val="tx1"/>
          </a:solidFill>
          <a:latin typeface="+mn-lt"/>
          <a:ea typeface="+mn-ea"/>
          <a:cs typeface="+mn-cs"/>
        </a:defRPr>
      </a:lvl3pPr>
      <a:lvl4pPr marL="453725" algn="l" defTabSz="302484" rtl="0" eaLnBrk="1" latinLnBrk="0" hangingPunct="1">
        <a:defRPr sz="595" kern="1200">
          <a:solidFill>
            <a:schemeClr val="tx1"/>
          </a:solidFill>
          <a:latin typeface="+mn-lt"/>
          <a:ea typeface="+mn-ea"/>
          <a:cs typeface="+mn-cs"/>
        </a:defRPr>
      </a:lvl4pPr>
      <a:lvl5pPr marL="604967" algn="l" defTabSz="302484" rtl="0" eaLnBrk="1" latinLnBrk="0" hangingPunct="1">
        <a:defRPr sz="595" kern="1200">
          <a:solidFill>
            <a:schemeClr val="tx1"/>
          </a:solidFill>
          <a:latin typeface="+mn-lt"/>
          <a:ea typeface="+mn-ea"/>
          <a:cs typeface="+mn-cs"/>
        </a:defRPr>
      </a:lvl5pPr>
      <a:lvl6pPr marL="756209" algn="l" defTabSz="302484" rtl="0" eaLnBrk="1" latinLnBrk="0" hangingPunct="1">
        <a:defRPr sz="595" kern="1200">
          <a:solidFill>
            <a:schemeClr val="tx1"/>
          </a:solidFill>
          <a:latin typeface="+mn-lt"/>
          <a:ea typeface="+mn-ea"/>
          <a:cs typeface="+mn-cs"/>
        </a:defRPr>
      </a:lvl6pPr>
      <a:lvl7pPr marL="907451" algn="l" defTabSz="302484" rtl="0" eaLnBrk="1" latinLnBrk="0" hangingPunct="1">
        <a:defRPr sz="595" kern="1200">
          <a:solidFill>
            <a:schemeClr val="tx1"/>
          </a:solidFill>
          <a:latin typeface="+mn-lt"/>
          <a:ea typeface="+mn-ea"/>
          <a:cs typeface="+mn-cs"/>
        </a:defRPr>
      </a:lvl7pPr>
      <a:lvl8pPr marL="1058692" algn="l" defTabSz="302484" rtl="0" eaLnBrk="1" latinLnBrk="0" hangingPunct="1">
        <a:defRPr sz="595" kern="1200">
          <a:solidFill>
            <a:schemeClr val="tx1"/>
          </a:solidFill>
          <a:latin typeface="+mn-lt"/>
          <a:ea typeface="+mn-ea"/>
          <a:cs typeface="+mn-cs"/>
        </a:defRPr>
      </a:lvl8pPr>
      <a:lvl9pPr marL="1209934" algn="l" defTabSz="302484" rtl="0" eaLnBrk="1" latinLnBrk="0" hangingPunct="1">
        <a:defRPr sz="59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9066240"/>
              </p:ext>
            </p:extLst>
          </p:nvPr>
        </p:nvGraphicFramePr>
        <p:xfrm>
          <a:off x="9525" y="-36989"/>
          <a:ext cx="4921250" cy="2321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9804"/>
                <a:gridCol w="1380761"/>
                <a:gridCol w="706935"/>
                <a:gridCol w="1009650"/>
                <a:gridCol w="1054100"/>
              </a:tblGrid>
              <a:tr h="463405">
                <a:tc>
                  <a:txBody>
                    <a:bodyPr/>
                    <a:lstStyle/>
                    <a:p>
                      <a:pPr algn="l"/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34052" marR="34052" marT="34052" marB="3405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Synchronization</a:t>
                      </a:r>
                      <a:endParaRPr lang="en-US" sz="1300" b="1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34052" marR="34052" marT="34052" marB="340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Lock conflict</a:t>
                      </a:r>
                      <a:endParaRPr lang="en-US" sz="1300" b="1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34052" marR="34052" marT="34052" marB="3405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Multi-versioning</a:t>
                      </a:r>
                      <a:endParaRPr lang="en-US" sz="1300" b="1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34052" marR="34052" marT="34052" marB="3405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Work-stealing</a:t>
                      </a:r>
                      <a:endParaRPr lang="en-US" sz="1300" b="1" i="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34052" marR="34052" marT="34052" marB="3405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63405">
                <a:tc>
                  <a:txBody>
                    <a:bodyPr/>
                    <a:lstStyle/>
                    <a:p>
                      <a:pPr algn="l"/>
                      <a:r>
                        <a:rPr lang="en-US" sz="1300" b="0" i="1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LAL</a:t>
                      </a:r>
                      <a:endParaRPr lang="en-US" sz="1300" b="0" i="1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34052" marR="34052" marT="34052" marB="3405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Synchronize by </a:t>
                      </a:r>
                    </a:p>
                    <a:p>
                      <a:pPr algn="l"/>
                      <a:r>
                        <a:rPr lang="en-US" sz="130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a global lock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34052" marR="34052" marT="34052" marB="3405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Blocking wait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34052" marR="34052" marT="34052" marB="3405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No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34052" marR="34052" marT="34052" marB="3405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No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34052" marR="34052" marT="34052" marB="3405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63405">
                <a:tc>
                  <a:txBody>
                    <a:bodyPr/>
                    <a:lstStyle/>
                    <a:p>
                      <a:pPr algn="l"/>
                      <a:r>
                        <a:rPr lang="en-US" sz="1300" b="0" i="1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LWM</a:t>
                      </a:r>
                      <a:endParaRPr lang="en-US" sz="1300" b="0" i="1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34052" marR="34052" marT="34052" marB="3405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Synchronize by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a global lock</a:t>
                      </a:r>
                    </a:p>
                  </a:txBody>
                  <a:tcPr marL="34052" marR="34052" marT="34052" marB="3405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Blocking wait</a:t>
                      </a:r>
                    </a:p>
                  </a:txBody>
                  <a:tcPr marL="34052" marR="34052" marT="34052" marB="3405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Yes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34052" marR="34052" marT="34052" marB="3405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No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34052" marR="34052" marT="34052" marB="3405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46564">
                <a:tc>
                  <a:txBody>
                    <a:bodyPr/>
                    <a:lstStyle/>
                    <a:p>
                      <a:pPr algn="l"/>
                      <a:r>
                        <a:rPr lang="en-US" sz="1300" b="0" i="1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PAT</a:t>
                      </a:r>
                      <a:endParaRPr lang="en-US" sz="1300" b="0" i="1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34052" marR="34052" marT="34052" marB="3405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Synchronize by an array of locks</a:t>
                      </a:r>
                    </a:p>
                  </a:txBody>
                  <a:tcPr marL="34052" marR="34052" marT="34052" marB="3405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Blocking </a:t>
                      </a:r>
                      <a:r>
                        <a:rPr lang="en-US" sz="130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wait</a:t>
                      </a:r>
                      <a:endParaRPr lang="en-US" sz="1300" dirty="0" smtClean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34052" marR="34052" marT="34052" marB="3405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No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34052" marR="34052" marT="34052" marB="3405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No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34052" marR="34052" marT="34052" marB="3405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63405">
                <a:tc>
                  <a:txBody>
                    <a:bodyPr/>
                    <a:lstStyle/>
                    <a:p>
                      <a:pPr algn="l"/>
                      <a:r>
                        <a:rPr lang="en-US" sz="1300" b="0" i="1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T-Stream</a:t>
                      </a:r>
                      <a:endParaRPr lang="en-US" sz="1300" b="0" i="1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34052" marR="34052" marT="34052" marB="3405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Synchronize by watermarks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34052" marR="34052" marT="34052" marB="3405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No</a:t>
                      </a:r>
                      <a:r>
                        <a:rPr lang="en-US" sz="1300" baseline="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 locks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34052" marR="34052" marT="34052" marB="3405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Configurable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34052" marR="34052" marT="34052" marB="3405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 smtClean="0">
                          <a:latin typeface="Helvetica" charset="0"/>
                          <a:ea typeface="Helvetica" charset="0"/>
                          <a:cs typeface="Helvetica" charset="0"/>
                        </a:rPr>
                        <a:t>Configurable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34052" marR="34052" marT="34052" marB="3405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030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83</TotalTime>
  <Words>44</Words>
  <Application>Microsoft Macintosh PowerPoint</Application>
  <PresentationFormat>Custom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Calibri</vt:lpstr>
      <vt:lpstr>Calibri Light</vt:lpstr>
      <vt:lpstr>Helvetica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15.0041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44</cp:revision>
  <cp:lastPrinted>2018-10-09T13:19:46Z</cp:lastPrinted>
  <dcterms:created xsi:type="dcterms:W3CDTF">2018-10-09T12:23:08Z</dcterms:created>
  <dcterms:modified xsi:type="dcterms:W3CDTF">2018-10-15T01:49:09Z</dcterms:modified>
</cp:coreProperties>
</file>