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</p:sldIdLst>
  <p:sldSz cx="6445250" cy="2014538"/>
  <p:notesSz cx="6858000" cy="9144000"/>
  <p:defaultTextStyle>
    <a:defPPr>
      <a:defRPr lang="en-US"/>
    </a:defPPr>
    <a:lvl1pPr marL="0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1pPr>
    <a:lvl2pPr marL="255449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2pPr>
    <a:lvl3pPr marL="510898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3pPr>
    <a:lvl4pPr marL="766347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4pPr>
    <a:lvl5pPr marL="1021796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5pPr>
    <a:lvl6pPr marL="1277244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6pPr>
    <a:lvl7pPr marL="1532694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7pPr>
    <a:lvl8pPr marL="1788142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8pPr>
    <a:lvl9pPr marL="2043591" algn="l" defTabSz="510898" rtl="0" eaLnBrk="1" latinLnBrk="0" hangingPunct="1">
      <a:defRPr sz="10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29"/>
    <p:restoredTop sz="94643"/>
  </p:normalViewPr>
  <p:slideViewPr>
    <p:cSldViewPr snapToGrid="0" snapToObjects="1">
      <p:cViewPr varScale="1">
        <p:scale>
          <a:sx n="153" d="100"/>
          <a:sy n="153" d="100"/>
        </p:scale>
        <p:origin x="120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5656" y="329694"/>
            <a:ext cx="4833938" cy="701358"/>
          </a:xfrm>
        </p:spPr>
        <p:txBody>
          <a:bodyPr anchor="b"/>
          <a:lstStyle>
            <a:lvl1pPr algn="ctr">
              <a:defRPr sz="176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5656" y="1058099"/>
            <a:ext cx="4833938" cy="486380"/>
          </a:xfrm>
        </p:spPr>
        <p:txBody>
          <a:bodyPr/>
          <a:lstStyle>
            <a:lvl1pPr marL="0" indent="0" algn="ctr">
              <a:buNone/>
              <a:defRPr sz="705"/>
            </a:lvl1pPr>
            <a:lvl2pPr marL="134325" indent="0" algn="ctr">
              <a:buNone/>
              <a:defRPr sz="588"/>
            </a:lvl2pPr>
            <a:lvl3pPr marL="268651" indent="0" algn="ctr">
              <a:buNone/>
              <a:defRPr sz="529"/>
            </a:lvl3pPr>
            <a:lvl4pPr marL="402976" indent="0" algn="ctr">
              <a:buNone/>
              <a:defRPr sz="470"/>
            </a:lvl4pPr>
            <a:lvl5pPr marL="537301" indent="0" algn="ctr">
              <a:buNone/>
              <a:defRPr sz="470"/>
            </a:lvl5pPr>
            <a:lvl6pPr marL="671627" indent="0" algn="ctr">
              <a:buNone/>
              <a:defRPr sz="470"/>
            </a:lvl6pPr>
            <a:lvl7pPr marL="805952" indent="0" algn="ctr">
              <a:buNone/>
              <a:defRPr sz="470"/>
            </a:lvl7pPr>
            <a:lvl8pPr marL="940278" indent="0" algn="ctr">
              <a:buNone/>
              <a:defRPr sz="470"/>
            </a:lvl8pPr>
            <a:lvl9pPr marL="1074603" indent="0" algn="ctr">
              <a:buNone/>
              <a:defRPr sz="47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754" y="502236"/>
            <a:ext cx="5559028" cy="837992"/>
          </a:xfrm>
        </p:spPr>
        <p:txBody>
          <a:bodyPr anchor="b"/>
          <a:lstStyle>
            <a:lvl1pPr>
              <a:defRPr sz="176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9754" y="1348155"/>
            <a:ext cx="5559028" cy="440680"/>
          </a:xfrm>
        </p:spPr>
        <p:txBody>
          <a:bodyPr/>
          <a:lstStyle>
            <a:lvl1pPr marL="0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1pPr>
            <a:lvl2pPr marL="134325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2pPr>
            <a:lvl3pPr marL="268651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3pPr>
            <a:lvl4pPr marL="402976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4pPr>
            <a:lvl5pPr marL="537301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5pPr>
            <a:lvl6pPr marL="671627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6pPr>
            <a:lvl7pPr marL="805952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7pPr>
            <a:lvl8pPr marL="940278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8pPr>
            <a:lvl9pPr marL="1074603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111" y="536277"/>
            <a:ext cx="2739231" cy="127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62908" y="536277"/>
            <a:ext cx="2739231" cy="127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50" y="107256"/>
            <a:ext cx="5559028" cy="389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950" y="493842"/>
            <a:ext cx="2726643" cy="242024"/>
          </a:xfrm>
        </p:spPr>
        <p:txBody>
          <a:bodyPr anchor="b"/>
          <a:lstStyle>
            <a:lvl1pPr marL="0" indent="0">
              <a:buNone/>
              <a:defRPr sz="705" b="1"/>
            </a:lvl1pPr>
            <a:lvl2pPr marL="134325" indent="0">
              <a:buNone/>
              <a:defRPr sz="588" b="1"/>
            </a:lvl2pPr>
            <a:lvl3pPr marL="268651" indent="0">
              <a:buNone/>
              <a:defRPr sz="529" b="1"/>
            </a:lvl3pPr>
            <a:lvl4pPr marL="402976" indent="0">
              <a:buNone/>
              <a:defRPr sz="470" b="1"/>
            </a:lvl4pPr>
            <a:lvl5pPr marL="537301" indent="0">
              <a:buNone/>
              <a:defRPr sz="470" b="1"/>
            </a:lvl5pPr>
            <a:lvl6pPr marL="671627" indent="0">
              <a:buNone/>
              <a:defRPr sz="470" b="1"/>
            </a:lvl6pPr>
            <a:lvl7pPr marL="805952" indent="0">
              <a:buNone/>
              <a:defRPr sz="470" b="1"/>
            </a:lvl7pPr>
            <a:lvl8pPr marL="940278" indent="0">
              <a:buNone/>
              <a:defRPr sz="470" b="1"/>
            </a:lvl8pPr>
            <a:lvl9pPr marL="1074603" indent="0">
              <a:buNone/>
              <a:defRPr sz="47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950" y="735866"/>
            <a:ext cx="2726643" cy="10823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62908" y="493842"/>
            <a:ext cx="2740071" cy="242024"/>
          </a:xfrm>
        </p:spPr>
        <p:txBody>
          <a:bodyPr anchor="b"/>
          <a:lstStyle>
            <a:lvl1pPr marL="0" indent="0">
              <a:buNone/>
              <a:defRPr sz="705" b="1"/>
            </a:lvl1pPr>
            <a:lvl2pPr marL="134325" indent="0">
              <a:buNone/>
              <a:defRPr sz="588" b="1"/>
            </a:lvl2pPr>
            <a:lvl3pPr marL="268651" indent="0">
              <a:buNone/>
              <a:defRPr sz="529" b="1"/>
            </a:lvl3pPr>
            <a:lvl4pPr marL="402976" indent="0">
              <a:buNone/>
              <a:defRPr sz="470" b="1"/>
            </a:lvl4pPr>
            <a:lvl5pPr marL="537301" indent="0">
              <a:buNone/>
              <a:defRPr sz="470" b="1"/>
            </a:lvl5pPr>
            <a:lvl6pPr marL="671627" indent="0">
              <a:buNone/>
              <a:defRPr sz="470" b="1"/>
            </a:lvl6pPr>
            <a:lvl7pPr marL="805952" indent="0">
              <a:buNone/>
              <a:defRPr sz="470" b="1"/>
            </a:lvl7pPr>
            <a:lvl8pPr marL="940278" indent="0">
              <a:buNone/>
              <a:defRPr sz="470" b="1"/>
            </a:lvl8pPr>
            <a:lvl9pPr marL="1074603" indent="0">
              <a:buNone/>
              <a:defRPr sz="47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62908" y="735866"/>
            <a:ext cx="2740071" cy="10823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51" y="134302"/>
            <a:ext cx="2078761" cy="470059"/>
          </a:xfrm>
        </p:spPr>
        <p:txBody>
          <a:bodyPr anchor="b"/>
          <a:lstStyle>
            <a:lvl1pPr>
              <a:defRPr sz="9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0071" y="290056"/>
            <a:ext cx="3262908" cy="1431628"/>
          </a:xfrm>
        </p:spPr>
        <p:txBody>
          <a:bodyPr/>
          <a:lstStyle>
            <a:lvl1pPr>
              <a:defRPr sz="940"/>
            </a:lvl1pPr>
            <a:lvl2pPr>
              <a:defRPr sz="823"/>
            </a:lvl2pPr>
            <a:lvl3pPr>
              <a:defRPr sz="705"/>
            </a:lvl3pPr>
            <a:lvl4pPr>
              <a:defRPr sz="588"/>
            </a:lvl4pPr>
            <a:lvl5pPr>
              <a:defRPr sz="588"/>
            </a:lvl5pPr>
            <a:lvl6pPr>
              <a:defRPr sz="588"/>
            </a:lvl6pPr>
            <a:lvl7pPr>
              <a:defRPr sz="588"/>
            </a:lvl7pPr>
            <a:lvl8pPr>
              <a:defRPr sz="588"/>
            </a:lvl8pPr>
            <a:lvl9pPr>
              <a:defRPr sz="58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3951" y="604362"/>
            <a:ext cx="2078761" cy="1119654"/>
          </a:xfrm>
        </p:spPr>
        <p:txBody>
          <a:bodyPr/>
          <a:lstStyle>
            <a:lvl1pPr marL="0" indent="0">
              <a:buNone/>
              <a:defRPr sz="470"/>
            </a:lvl1pPr>
            <a:lvl2pPr marL="134325" indent="0">
              <a:buNone/>
              <a:defRPr sz="411"/>
            </a:lvl2pPr>
            <a:lvl3pPr marL="268651" indent="0">
              <a:buNone/>
              <a:defRPr sz="353"/>
            </a:lvl3pPr>
            <a:lvl4pPr marL="402976" indent="0">
              <a:buNone/>
              <a:defRPr sz="294"/>
            </a:lvl4pPr>
            <a:lvl5pPr marL="537301" indent="0">
              <a:buNone/>
              <a:defRPr sz="294"/>
            </a:lvl5pPr>
            <a:lvl6pPr marL="671627" indent="0">
              <a:buNone/>
              <a:defRPr sz="294"/>
            </a:lvl6pPr>
            <a:lvl7pPr marL="805952" indent="0">
              <a:buNone/>
              <a:defRPr sz="294"/>
            </a:lvl7pPr>
            <a:lvl8pPr marL="940278" indent="0">
              <a:buNone/>
              <a:defRPr sz="294"/>
            </a:lvl8pPr>
            <a:lvl9pPr marL="1074603" indent="0">
              <a:buNone/>
              <a:defRPr sz="29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51" y="134302"/>
            <a:ext cx="2078761" cy="470059"/>
          </a:xfrm>
        </p:spPr>
        <p:txBody>
          <a:bodyPr anchor="b"/>
          <a:lstStyle>
            <a:lvl1pPr>
              <a:defRPr sz="9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0071" y="290056"/>
            <a:ext cx="3262908" cy="1431628"/>
          </a:xfrm>
        </p:spPr>
        <p:txBody>
          <a:bodyPr anchor="t"/>
          <a:lstStyle>
            <a:lvl1pPr marL="0" indent="0">
              <a:buNone/>
              <a:defRPr sz="940"/>
            </a:lvl1pPr>
            <a:lvl2pPr marL="134325" indent="0">
              <a:buNone/>
              <a:defRPr sz="823"/>
            </a:lvl2pPr>
            <a:lvl3pPr marL="268651" indent="0">
              <a:buNone/>
              <a:defRPr sz="705"/>
            </a:lvl3pPr>
            <a:lvl4pPr marL="402976" indent="0">
              <a:buNone/>
              <a:defRPr sz="588"/>
            </a:lvl4pPr>
            <a:lvl5pPr marL="537301" indent="0">
              <a:buNone/>
              <a:defRPr sz="588"/>
            </a:lvl5pPr>
            <a:lvl6pPr marL="671627" indent="0">
              <a:buNone/>
              <a:defRPr sz="588"/>
            </a:lvl6pPr>
            <a:lvl7pPr marL="805952" indent="0">
              <a:buNone/>
              <a:defRPr sz="588"/>
            </a:lvl7pPr>
            <a:lvl8pPr marL="940278" indent="0">
              <a:buNone/>
              <a:defRPr sz="588"/>
            </a:lvl8pPr>
            <a:lvl9pPr marL="1074603" indent="0">
              <a:buNone/>
              <a:defRPr sz="58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3951" y="604362"/>
            <a:ext cx="2078761" cy="1119654"/>
          </a:xfrm>
        </p:spPr>
        <p:txBody>
          <a:bodyPr/>
          <a:lstStyle>
            <a:lvl1pPr marL="0" indent="0">
              <a:buNone/>
              <a:defRPr sz="470"/>
            </a:lvl1pPr>
            <a:lvl2pPr marL="134325" indent="0">
              <a:buNone/>
              <a:defRPr sz="411"/>
            </a:lvl2pPr>
            <a:lvl3pPr marL="268651" indent="0">
              <a:buNone/>
              <a:defRPr sz="353"/>
            </a:lvl3pPr>
            <a:lvl4pPr marL="402976" indent="0">
              <a:buNone/>
              <a:defRPr sz="294"/>
            </a:lvl4pPr>
            <a:lvl5pPr marL="537301" indent="0">
              <a:buNone/>
              <a:defRPr sz="294"/>
            </a:lvl5pPr>
            <a:lvl6pPr marL="671627" indent="0">
              <a:buNone/>
              <a:defRPr sz="294"/>
            </a:lvl6pPr>
            <a:lvl7pPr marL="805952" indent="0">
              <a:buNone/>
              <a:defRPr sz="294"/>
            </a:lvl7pPr>
            <a:lvl8pPr marL="940278" indent="0">
              <a:buNone/>
              <a:defRPr sz="294"/>
            </a:lvl8pPr>
            <a:lvl9pPr marL="1074603" indent="0">
              <a:buNone/>
              <a:defRPr sz="29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12382" y="107255"/>
            <a:ext cx="1389757" cy="17072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111" y="107255"/>
            <a:ext cx="4088705" cy="17072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111" y="107256"/>
            <a:ext cx="5559028" cy="38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111" y="536277"/>
            <a:ext cx="5559028" cy="127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3111" y="1867179"/>
            <a:ext cx="1450181" cy="1072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15D81-D87A-1D4C-80C2-B16E1C63BC3C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34989" y="1867179"/>
            <a:ext cx="2175272" cy="1072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51958" y="1867179"/>
            <a:ext cx="1450181" cy="1072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1B60C-8226-8B4C-81DC-D87C7A84F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2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268651" rtl="0" eaLnBrk="1" latinLnBrk="0" hangingPunct="1">
        <a:lnSpc>
          <a:spcPct val="90000"/>
        </a:lnSpc>
        <a:spcBef>
          <a:spcPct val="0"/>
        </a:spcBef>
        <a:buNone/>
        <a:defRPr sz="12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163" indent="-67163" algn="l" defTabSz="268651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823" kern="1200">
          <a:solidFill>
            <a:schemeClr val="tx1"/>
          </a:solidFill>
          <a:latin typeface="+mn-lt"/>
          <a:ea typeface="+mn-ea"/>
          <a:cs typeface="+mn-cs"/>
        </a:defRPr>
      </a:lvl1pPr>
      <a:lvl2pPr marL="201488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705" kern="1200">
          <a:solidFill>
            <a:schemeClr val="tx1"/>
          </a:solidFill>
          <a:latin typeface="+mn-lt"/>
          <a:ea typeface="+mn-ea"/>
          <a:cs typeface="+mn-cs"/>
        </a:defRPr>
      </a:lvl2pPr>
      <a:lvl3pPr marL="335813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3pPr>
      <a:lvl4pPr marL="470139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4pPr>
      <a:lvl5pPr marL="604464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5pPr>
      <a:lvl6pPr marL="738789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6pPr>
      <a:lvl7pPr marL="873115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7pPr>
      <a:lvl8pPr marL="1007440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8pPr>
      <a:lvl9pPr marL="1141766" indent="-67163" algn="l" defTabSz="268651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1pPr>
      <a:lvl2pPr marL="134325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2pPr>
      <a:lvl3pPr marL="268651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3pPr>
      <a:lvl4pPr marL="402976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4pPr>
      <a:lvl5pPr marL="537301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5pPr>
      <a:lvl6pPr marL="671627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6pPr>
      <a:lvl7pPr marL="805952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7pPr>
      <a:lvl8pPr marL="940278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8pPr>
      <a:lvl9pPr marL="1074603" algn="l" defTabSz="268651" rtl="0" eaLnBrk="1" latinLnBrk="0" hangingPunct="1">
        <a:defRPr sz="5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/>
          <p:cNvSpPr txBox="1"/>
          <p:nvPr/>
        </p:nvSpPr>
        <p:spPr>
          <a:xfrm rot="16200000">
            <a:off x="4616169" y="553198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x</a:t>
            </a:r>
            <a:endParaRPr lang="en-US" sz="14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825390" y="-32501"/>
            <a:ext cx="1453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Computation</a:t>
            </a:r>
            <a:endParaRPr lang="en-US" sz="1600" dirty="0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1707913" y="1402584"/>
            <a:ext cx="2988000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 rot="16200000">
            <a:off x="2230802" y="1215388"/>
            <a:ext cx="180000" cy="39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919451" y="398339"/>
            <a:ext cx="10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 rot="16200000">
            <a:off x="4103644" y="1258891"/>
            <a:ext cx="194400" cy="3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4611440" y="1246257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400" b="1" dirty="0"/>
          </a:p>
        </p:txBody>
      </p:sp>
      <p:cxnSp>
        <p:nvCxnSpPr>
          <p:cNvPr id="114" name="Straight Connector 113"/>
          <p:cNvCxnSpPr/>
          <p:nvPr/>
        </p:nvCxnSpPr>
        <p:spPr>
          <a:xfrm rot="16200000">
            <a:off x="1786368" y="432758"/>
            <a:ext cx="2510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rot="16200000">
            <a:off x="2857798" y="411034"/>
            <a:ext cx="2510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flipV="1">
            <a:off x="1707913" y="707085"/>
            <a:ext cx="2988000" cy="33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Rectangle 196"/>
          <p:cNvSpPr/>
          <p:nvPr/>
        </p:nvSpPr>
        <p:spPr>
          <a:xfrm rot="16200000">
            <a:off x="2369452" y="166803"/>
            <a:ext cx="180000" cy="10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3372668" y="376640"/>
            <a:ext cx="1108883" cy="100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3372666" y="242730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689030" y="-42236"/>
            <a:ext cx="55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txn</a:t>
            </a:r>
            <a:r>
              <a:rPr lang="en-US" sz="1800" baseline="-25000" dirty="0"/>
              <a:t>1</a:t>
            </a:r>
          </a:p>
        </p:txBody>
      </p:sp>
      <p:cxnSp>
        <p:nvCxnSpPr>
          <p:cNvPr id="100" name="Straight Connector 99"/>
          <p:cNvCxnSpPr/>
          <p:nvPr/>
        </p:nvCxnSpPr>
        <p:spPr>
          <a:xfrm flipV="1">
            <a:off x="4481549" y="255691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1554087" y="1896103"/>
            <a:ext cx="325581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796621" y="174708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time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2945079" y="1130322"/>
            <a:ext cx="91600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945079" y="985007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152434" y="786173"/>
            <a:ext cx="55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txn</a:t>
            </a:r>
            <a:r>
              <a:rPr lang="en-US" sz="1800" baseline="-25000" dirty="0"/>
              <a:t>2</a:t>
            </a:r>
          </a:p>
        </p:txBody>
      </p:sp>
      <p:cxnSp>
        <p:nvCxnSpPr>
          <p:cNvPr id="80" name="Straight Connector 79"/>
          <p:cNvCxnSpPr/>
          <p:nvPr/>
        </p:nvCxnSpPr>
        <p:spPr>
          <a:xfrm flipV="1">
            <a:off x="3915747" y="938036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317" y="13672"/>
            <a:ext cx="1266539" cy="30646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dirty="0"/>
              <a:t>Event Stream</a:t>
            </a:r>
          </a:p>
        </p:txBody>
      </p:sp>
      <p:sp>
        <p:nvSpPr>
          <p:cNvPr id="68" name="Oval 67"/>
          <p:cNvSpPr/>
          <p:nvPr/>
        </p:nvSpPr>
        <p:spPr>
          <a:xfrm>
            <a:off x="648739" y="565001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dirty="0"/>
              <a:t>A</a:t>
            </a:r>
          </a:p>
        </p:txBody>
      </p:sp>
      <p:sp>
        <p:nvSpPr>
          <p:cNvPr id="75" name="Oval 74"/>
          <p:cNvSpPr/>
          <p:nvPr/>
        </p:nvSpPr>
        <p:spPr>
          <a:xfrm>
            <a:off x="646285" y="1212844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dirty="0"/>
              <a:t>C</a:t>
            </a:r>
          </a:p>
        </p:txBody>
      </p:sp>
      <p:cxnSp>
        <p:nvCxnSpPr>
          <p:cNvPr id="81" name="Curved Connector 80"/>
          <p:cNvCxnSpPr>
            <a:endCxn id="68" idx="2"/>
          </p:cNvCxnSpPr>
          <p:nvPr/>
        </p:nvCxnSpPr>
        <p:spPr>
          <a:xfrm rot="16200000" flipH="1">
            <a:off x="276739" y="373001"/>
            <a:ext cx="424864" cy="31913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endCxn id="75" idx="2"/>
          </p:cNvCxnSpPr>
          <p:nvPr/>
        </p:nvCxnSpPr>
        <p:spPr>
          <a:xfrm rot="16200000" flipH="1">
            <a:off x="-118440" y="628119"/>
            <a:ext cx="1062357" cy="467095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4166" y="326681"/>
            <a:ext cx="391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829" y="920260"/>
            <a:ext cx="391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e2</a:t>
            </a:r>
            <a:endParaRPr lang="en-US" sz="1600" dirty="0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147705"/>
              </p:ext>
            </p:extLst>
          </p:nvPr>
        </p:nvGraphicFramePr>
        <p:xfrm>
          <a:off x="4915993" y="514837"/>
          <a:ext cx="1494913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68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3364820" y="551986"/>
            <a:ext cx="1116731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W</a:t>
            </a:r>
            <a:r>
              <a:rPr lang="en-US" sz="1600" dirty="0"/>
              <a:t>(p1,e1)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12691" y="1243128"/>
            <a:ext cx="1042407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R</a:t>
            </a:r>
            <a:r>
              <a:rPr lang="en-US" sz="1600" dirty="0"/>
              <a:t>(p1,e2)</a:t>
            </a:r>
          </a:p>
        </p:txBody>
      </p:sp>
      <p:cxnSp>
        <p:nvCxnSpPr>
          <p:cNvPr id="92" name="Curved Connector 91"/>
          <p:cNvCxnSpPr>
            <a:stCxn id="23" idx="0"/>
          </p:cNvCxnSpPr>
          <p:nvPr/>
        </p:nvCxnSpPr>
        <p:spPr>
          <a:xfrm rot="5400000" flipH="1" flipV="1">
            <a:off x="4583056" y="-132062"/>
            <a:ext cx="24179" cy="1343918"/>
          </a:xfrm>
          <a:prstGeom prst="curvedConnector3">
            <a:avLst>
              <a:gd name="adj1" fmla="val 1045449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Curved Connector 101"/>
          <p:cNvCxnSpPr>
            <a:stCxn id="24" idx="2"/>
          </p:cNvCxnSpPr>
          <p:nvPr/>
        </p:nvCxnSpPr>
        <p:spPr>
          <a:xfrm rot="5400000" flipH="1" flipV="1">
            <a:off x="4350248" y="184307"/>
            <a:ext cx="481027" cy="2313735"/>
          </a:xfrm>
          <a:prstGeom prst="curvedConnector3">
            <a:avLst>
              <a:gd name="adj1" fmla="val -47523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177332" y="565001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/>
              <a:t>B</a:t>
            </a:r>
            <a:endParaRPr lang="en-US" sz="1800" dirty="0"/>
          </a:p>
        </p:txBody>
      </p:sp>
      <p:cxnSp>
        <p:nvCxnSpPr>
          <p:cNvPr id="6" name="Straight Arrow Connector 5"/>
          <p:cNvCxnSpPr>
            <a:stCxn id="68" idx="6"/>
            <a:endCxn id="37" idx="2"/>
          </p:cNvCxnSpPr>
          <p:nvPr/>
        </p:nvCxnSpPr>
        <p:spPr>
          <a:xfrm>
            <a:off x="1008741" y="745001"/>
            <a:ext cx="16859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5139" y="52646"/>
            <a:ext cx="1569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Update too late</a:t>
            </a:r>
          </a:p>
        </p:txBody>
      </p:sp>
    </p:spTree>
    <p:extLst>
      <p:ext uri="{BB962C8B-B14F-4D97-AF65-F5344CB8AC3E}">
        <p14:creationId xmlns:p14="http://schemas.microsoft.com/office/powerpoint/2010/main" val="1838704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1348</TotalTime>
  <Words>26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129</cp:revision>
  <cp:lastPrinted>2018-08-12T11:40:19Z</cp:lastPrinted>
  <dcterms:created xsi:type="dcterms:W3CDTF">2018-07-31T10:58:29Z</dcterms:created>
  <dcterms:modified xsi:type="dcterms:W3CDTF">2018-10-16T03:02:52Z</dcterms:modified>
</cp:coreProperties>
</file>