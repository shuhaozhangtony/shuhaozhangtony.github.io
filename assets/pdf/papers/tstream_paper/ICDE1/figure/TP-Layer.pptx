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2413000" cy="1260475"/>
  <p:notesSz cx="6858000" cy="9144000"/>
  <p:defaultTextStyle>
    <a:defPPr>
      <a:defRPr lang="en-US"/>
    </a:defPPr>
    <a:lvl1pPr marL="0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1pPr>
    <a:lvl2pPr marL="222280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2pPr>
    <a:lvl3pPr marL="444562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3pPr>
    <a:lvl4pPr marL="666842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4pPr>
    <a:lvl5pPr marL="889123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5pPr>
    <a:lvl6pPr marL="1111403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6pPr>
    <a:lvl7pPr marL="1333684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7pPr>
    <a:lvl8pPr marL="1555965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8pPr>
    <a:lvl9pPr marL="1778246" algn="l" defTabSz="444562" rtl="0" eaLnBrk="1" latinLnBrk="0" hangingPunct="1">
      <a:defRPr sz="87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69"/>
    <p:restoredTop sz="94643"/>
  </p:normalViewPr>
  <p:slideViewPr>
    <p:cSldViewPr snapToGrid="0" snapToObjects="1">
      <p:cViewPr>
        <p:scale>
          <a:sx n="299" d="100"/>
          <a:sy n="299" d="100"/>
        </p:scale>
        <p:origin x="2248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625" y="206286"/>
            <a:ext cx="1809750" cy="438832"/>
          </a:xfrm>
        </p:spPr>
        <p:txBody>
          <a:bodyPr anchor="b"/>
          <a:lstStyle>
            <a:lvl1pPr algn="ctr"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625" y="662041"/>
            <a:ext cx="1809750" cy="304323"/>
          </a:xfrm>
        </p:spPr>
        <p:txBody>
          <a:bodyPr/>
          <a:lstStyle>
            <a:lvl1pPr marL="0" indent="0" algn="ctr">
              <a:buNone/>
              <a:defRPr sz="441"/>
            </a:lvl1pPr>
            <a:lvl2pPr marL="84033" indent="0" algn="ctr">
              <a:buNone/>
              <a:defRPr sz="368"/>
            </a:lvl2pPr>
            <a:lvl3pPr marL="168067" indent="0" algn="ctr">
              <a:buNone/>
              <a:defRPr sz="331"/>
            </a:lvl3pPr>
            <a:lvl4pPr marL="252100" indent="0" algn="ctr">
              <a:buNone/>
              <a:defRPr sz="294"/>
            </a:lvl4pPr>
            <a:lvl5pPr marL="336133" indent="0" algn="ctr">
              <a:buNone/>
              <a:defRPr sz="294"/>
            </a:lvl5pPr>
            <a:lvl6pPr marL="420167" indent="0" algn="ctr">
              <a:buNone/>
              <a:defRPr sz="294"/>
            </a:lvl6pPr>
            <a:lvl7pPr marL="504200" indent="0" algn="ctr">
              <a:buNone/>
              <a:defRPr sz="294"/>
            </a:lvl7pPr>
            <a:lvl8pPr marL="588234" indent="0" algn="ctr">
              <a:buNone/>
              <a:defRPr sz="294"/>
            </a:lvl8pPr>
            <a:lvl9pPr marL="672267" indent="0" algn="ctr">
              <a:buNone/>
              <a:defRPr sz="29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37" y="314244"/>
            <a:ext cx="2081213" cy="524322"/>
          </a:xfrm>
        </p:spPr>
        <p:txBody>
          <a:bodyPr anchor="b"/>
          <a:lstStyle>
            <a:lvl1pPr>
              <a:defRPr sz="110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37" y="843526"/>
            <a:ext cx="2081213" cy="275729"/>
          </a:xfrm>
        </p:spPr>
        <p:txBody>
          <a:bodyPr/>
          <a:lstStyle>
            <a:lvl1pPr marL="0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1pPr>
            <a:lvl2pPr marL="84033" indent="0">
              <a:buNone/>
              <a:defRPr sz="368">
                <a:solidFill>
                  <a:schemeClr val="tx1">
                    <a:tint val="75000"/>
                  </a:schemeClr>
                </a:solidFill>
              </a:defRPr>
            </a:lvl2pPr>
            <a:lvl3pPr marL="168067" indent="0">
              <a:buNone/>
              <a:defRPr sz="331">
                <a:solidFill>
                  <a:schemeClr val="tx1">
                    <a:tint val="75000"/>
                  </a:schemeClr>
                </a:solidFill>
              </a:defRPr>
            </a:lvl3pPr>
            <a:lvl4pPr marL="2521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4pPr>
            <a:lvl5pPr marL="336133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5pPr>
            <a:lvl6pPr marL="4201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6pPr>
            <a:lvl7pPr marL="504200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7pPr>
            <a:lvl8pPr marL="588234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8pPr>
            <a:lvl9pPr marL="672267" indent="0">
              <a:buNone/>
              <a:defRPr sz="2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894" y="335543"/>
            <a:ext cx="1025525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581" y="335543"/>
            <a:ext cx="1025525" cy="799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08" y="67108"/>
            <a:ext cx="2081213" cy="2436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208" y="308992"/>
            <a:ext cx="1020812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208" y="460423"/>
            <a:ext cx="1020812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21581" y="308992"/>
            <a:ext cx="1025839" cy="151432"/>
          </a:xfrm>
        </p:spPr>
        <p:txBody>
          <a:bodyPr anchor="b"/>
          <a:lstStyle>
            <a:lvl1pPr marL="0" indent="0">
              <a:buNone/>
              <a:defRPr sz="441" b="1"/>
            </a:lvl1pPr>
            <a:lvl2pPr marL="84033" indent="0">
              <a:buNone/>
              <a:defRPr sz="368" b="1"/>
            </a:lvl2pPr>
            <a:lvl3pPr marL="168067" indent="0">
              <a:buNone/>
              <a:defRPr sz="331" b="1"/>
            </a:lvl3pPr>
            <a:lvl4pPr marL="252100" indent="0">
              <a:buNone/>
              <a:defRPr sz="294" b="1"/>
            </a:lvl4pPr>
            <a:lvl5pPr marL="336133" indent="0">
              <a:buNone/>
              <a:defRPr sz="294" b="1"/>
            </a:lvl5pPr>
            <a:lvl6pPr marL="420167" indent="0">
              <a:buNone/>
              <a:defRPr sz="294" b="1"/>
            </a:lvl6pPr>
            <a:lvl7pPr marL="504200" indent="0">
              <a:buNone/>
              <a:defRPr sz="294" b="1"/>
            </a:lvl7pPr>
            <a:lvl8pPr marL="588234" indent="0">
              <a:buNone/>
              <a:defRPr sz="294" b="1"/>
            </a:lvl8pPr>
            <a:lvl9pPr marL="672267" indent="0">
              <a:buNone/>
              <a:defRPr sz="294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21581" y="460423"/>
            <a:ext cx="1025839" cy="6772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08" y="84032"/>
            <a:ext cx="778255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839" y="181485"/>
            <a:ext cx="1221581" cy="895754"/>
          </a:xfrm>
        </p:spPr>
        <p:txBody>
          <a:bodyPr/>
          <a:lstStyle>
            <a:lvl1pPr>
              <a:defRPr sz="588"/>
            </a:lvl1pPr>
            <a:lvl2pPr>
              <a:defRPr sz="515"/>
            </a:lvl2pPr>
            <a:lvl3pPr>
              <a:defRPr sz="441"/>
            </a:lvl3pPr>
            <a:lvl4pPr>
              <a:defRPr sz="368"/>
            </a:lvl4pPr>
            <a:lvl5pPr>
              <a:defRPr sz="368"/>
            </a:lvl5pPr>
            <a:lvl6pPr>
              <a:defRPr sz="368"/>
            </a:lvl6pPr>
            <a:lvl7pPr>
              <a:defRPr sz="368"/>
            </a:lvl7pPr>
            <a:lvl8pPr>
              <a:defRPr sz="368"/>
            </a:lvl8pPr>
            <a:lvl9pPr>
              <a:defRPr sz="3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208" y="378142"/>
            <a:ext cx="778255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08" y="84032"/>
            <a:ext cx="778255" cy="294111"/>
          </a:xfrm>
        </p:spPr>
        <p:txBody>
          <a:bodyPr anchor="b"/>
          <a:lstStyle>
            <a:lvl1pPr>
              <a:defRPr sz="58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5839" y="181485"/>
            <a:ext cx="1221581" cy="895754"/>
          </a:xfrm>
        </p:spPr>
        <p:txBody>
          <a:bodyPr anchor="t"/>
          <a:lstStyle>
            <a:lvl1pPr marL="0" indent="0">
              <a:buNone/>
              <a:defRPr sz="588"/>
            </a:lvl1pPr>
            <a:lvl2pPr marL="84033" indent="0">
              <a:buNone/>
              <a:defRPr sz="515"/>
            </a:lvl2pPr>
            <a:lvl3pPr marL="168067" indent="0">
              <a:buNone/>
              <a:defRPr sz="441"/>
            </a:lvl3pPr>
            <a:lvl4pPr marL="252100" indent="0">
              <a:buNone/>
              <a:defRPr sz="368"/>
            </a:lvl4pPr>
            <a:lvl5pPr marL="336133" indent="0">
              <a:buNone/>
              <a:defRPr sz="368"/>
            </a:lvl5pPr>
            <a:lvl6pPr marL="420167" indent="0">
              <a:buNone/>
              <a:defRPr sz="368"/>
            </a:lvl6pPr>
            <a:lvl7pPr marL="504200" indent="0">
              <a:buNone/>
              <a:defRPr sz="368"/>
            </a:lvl7pPr>
            <a:lvl8pPr marL="588234" indent="0">
              <a:buNone/>
              <a:defRPr sz="368"/>
            </a:lvl8pPr>
            <a:lvl9pPr marL="672267" indent="0">
              <a:buNone/>
              <a:defRPr sz="368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208" y="378142"/>
            <a:ext cx="778255" cy="700556"/>
          </a:xfrm>
        </p:spPr>
        <p:txBody>
          <a:bodyPr/>
          <a:lstStyle>
            <a:lvl1pPr marL="0" indent="0">
              <a:buNone/>
              <a:defRPr sz="294"/>
            </a:lvl1pPr>
            <a:lvl2pPr marL="84033" indent="0">
              <a:buNone/>
              <a:defRPr sz="257"/>
            </a:lvl2pPr>
            <a:lvl3pPr marL="168067" indent="0">
              <a:buNone/>
              <a:defRPr sz="221"/>
            </a:lvl3pPr>
            <a:lvl4pPr marL="252100" indent="0">
              <a:buNone/>
              <a:defRPr sz="184"/>
            </a:lvl4pPr>
            <a:lvl5pPr marL="336133" indent="0">
              <a:buNone/>
              <a:defRPr sz="184"/>
            </a:lvl5pPr>
            <a:lvl6pPr marL="420167" indent="0">
              <a:buNone/>
              <a:defRPr sz="184"/>
            </a:lvl6pPr>
            <a:lvl7pPr marL="504200" indent="0">
              <a:buNone/>
              <a:defRPr sz="184"/>
            </a:lvl7pPr>
            <a:lvl8pPr marL="588234" indent="0">
              <a:buNone/>
              <a:defRPr sz="184"/>
            </a:lvl8pPr>
            <a:lvl9pPr marL="672267" indent="0">
              <a:buNone/>
              <a:defRPr sz="1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26803" y="67109"/>
            <a:ext cx="520303" cy="106819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94" y="67109"/>
            <a:ext cx="1530747" cy="106819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894" y="67108"/>
            <a:ext cx="2081213" cy="243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894" y="335543"/>
            <a:ext cx="2081213" cy="799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5894" y="1168273"/>
            <a:ext cx="542925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35501-0CB7-4E49-BCC5-B79364583D20}" type="datetimeFigureOut">
              <a:rPr lang="en-US" smtClean="0"/>
              <a:t>10/15/18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9306" y="1168273"/>
            <a:ext cx="814388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4181" y="1168273"/>
            <a:ext cx="542925" cy="67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5B4A-1B9A-3F41-8AC5-D2D2D2DA9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68067" rtl="0" eaLnBrk="1" latinLnBrk="0" hangingPunct="1">
        <a:lnSpc>
          <a:spcPct val="90000"/>
        </a:lnSpc>
        <a:spcBef>
          <a:spcPct val="0"/>
        </a:spcBef>
        <a:buNone/>
        <a:defRPr sz="8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17" indent="-42017" algn="l" defTabSz="168067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515" kern="1200">
          <a:solidFill>
            <a:schemeClr val="tx1"/>
          </a:solidFill>
          <a:latin typeface="+mn-lt"/>
          <a:ea typeface="+mn-ea"/>
          <a:cs typeface="+mn-cs"/>
        </a:defRPr>
      </a:lvl1pPr>
      <a:lvl2pPr marL="1260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2pPr>
      <a:lvl3pPr marL="2100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68" kern="1200">
          <a:solidFill>
            <a:schemeClr val="tx1"/>
          </a:solidFill>
          <a:latin typeface="+mn-lt"/>
          <a:ea typeface="+mn-ea"/>
          <a:cs typeface="+mn-cs"/>
        </a:defRPr>
      </a:lvl3pPr>
      <a:lvl4pPr marL="2941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781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62183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46217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630250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714284" indent="-42017" algn="l" defTabSz="168067" rtl="0" eaLnBrk="1" latinLnBrk="0" hangingPunct="1">
        <a:lnSpc>
          <a:spcPct val="90000"/>
        </a:lnSpc>
        <a:spcBef>
          <a:spcPts val="92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1pPr>
      <a:lvl2pPr marL="840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2pPr>
      <a:lvl3pPr marL="1680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521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4pPr>
      <a:lvl5pPr marL="336133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5pPr>
      <a:lvl6pPr marL="4201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6pPr>
      <a:lvl7pPr marL="504200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7pPr>
      <a:lvl8pPr marL="588234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8pPr>
      <a:lvl9pPr marL="672267" algn="l" defTabSz="168067" rtl="0" eaLnBrk="1" latinLnBrk="0" hangingPunct="1">
        <a:defRPr sz="3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1003224" y="899790"/>
            <a:ext cx="3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sz="1200" baseline="-25000" dirty="0">
                <a:latin typeface="Helvetica" charset="0"/>
                <a:ea typeface="Helvetica" charset="0"/>
                <a:cs typeface="Helvetica" charset="0"/>
              </a:rPr>
              <a:t>3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0" y="574823"/>
            <a:ext cx="27892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txn</a:t>
            </a:r>
            <a:r>
              <a:rPr lang="en-US" sz="1100" baseline="-25000" dirty="0">
                <a:latin typeface="Helvetica" charset="0"/>
                <a:ea typeface="Helvetica" charset="0"/>
                <a:cs typeface="Helvetica" charset="0"/>
              </a:rPr>
              <a:t>2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4" y="838375"/>
            <a:ext cx="27892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txn</a:t>
            </a:r>
            <a:r>
              <a:rPr lang="en-US" sz="1100" baseline="-25000" dirty="0">
                <a:latin typeface="Helvetica" charset="0"/>
                <a:ea typeface="Helvetica" charset="0"/>
                <a:cs typeface="Helvetica" charset="0"/>
              </a:rPr>
              <a:t>3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:</a:t>
            </a:r>
          </a:p>
        </p:txBody>
      </p:sp>
      <p:cxnSp>
        <p:nvCxnSpPr>
          <p:cNvPr id="21" name="Curved Connector 20"/>
          <p:cNvCxnSpPr>
            <a:stCxn id="92" idx="3"/>
          </p:cNvCxnSpPr>
          <p:nvPr/>
        </p:nvCxnSpPr>
        <p:spPr>
          <a:xfrm>
            <a:off x="709676" y="925236"/>
            <a:ext cx="401542" cy="41355"/>
          </a:xfrm>
          <a:prstGeom prst="curvedConnector2">
            <a:avLst/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29" idx="2"/>
          </p:cNvCxnSpPr>
          <p:nvPr/>
        </p:nvCxnSpPr>
        <p:spPr>
          <a:xfrm rot="16200000" flipH="1">
            <a:off x="736755" y="119824"/>
            <a:ext cx="23570" cy="731118"/>
          </a:xfrm>
          <a:prstGeom prst="curvedConnector3">
            <a:avLst>
              <a:gd name="adj1" fmla="val 248731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550982" y="335412"/>
            <a:ext cx="3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altLang="zh-CN" sz="1200" baseline="-25000" dirty="0">
                <a:latin typeface="Helvetica" charset="0"/>
                <a:ea typeface="Helvetica" charset="0"/>
                <a:cs typeface="Helvetica" charset="0"/>
              </a:rPr>
              <a:t>1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y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3731" y="576383"/>
            <a:ext cx="26609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w(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7984" y="845160"/>
            <a:ext cx="20999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r(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cxnSp>
        <p:nvCxnSpPr>
          <p:cNvPr id="47" name="Curved Connector 46"/>
          <p:cNvCxnSpPr>
            <a:stCxn id="31" idx="0"/>
          </p:cNvCxnSpPr>
          <p:nvPr/>
        </p:nvCxnSpPr>
        <p:spPr>
          <a:xfrm rot="16200000" flipH="1">
            <a:off x="1104915" y="140460"/>
            <a:ext cx="175286" cy="1045806"/>
          </a:xfrm>
          <a:prstGeom prst="curvedConnector3">
            <a:avLst>
              <a:gd name="adj1" fmla="val -16377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30" idx="0"/>
          </p:cNvCxnSpPr>
          <p:nvPr/>
        </p:nvCxnSpPr>
        <p:spPr>
          <a:xfrm rot="16200000" flipH="1">
            <a:off x="1119461" y="-211184"/>
            <a:ext cx="93083" cy="1130656"/>
          </a:xfrm>
          <a:prstGeom prst="curvedConnector3">
            <a:avLst>
              <a:gd name="adj1" fmla="val -94810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1532373" y="678053"/>
            <a:ext cx="37784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sz="1200" baseline="-25000" dirty="0">
                <a:latin typeface="Helvetica" charset="0"/>
                <a:ea typeface="Helvetica" charset="0"/>
                <a:cs typeface="Helvetica" charset="0"/>
              </a:rPr>
              <a:t>2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y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 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003224" y="335412"/>
            <a:ext cx="3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altLang="zh-CN" sz="1200" baseline="-25000" dirty="0">
                <a:latin typeface="Helvetica" charset="0"/>
                <a:ea typeface="Helvetica" charset="0"/>
                <a:cs typeface="Helvetica" charset="0"/>
              </a:rPr>
              <a:t>1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cxnSp>
        <p:nvCxnSpPr>
          <p:cNvPr id="186" name="Straight Arrow Connector 185"/>
          <p:cNvCxnSpPr>
            <a:endCxn id="190" idx="0"/>
          </p:cNvCxnSpPr>
          <p:nvPr/>
        </p:nvCxnSpPr>
        <p:spPr>
          <a:xfrm>
            <a:off x="1158898" y="520343"/>
            <a:ext cx="0" cy="144000"/>
          </a:xfrm>
          <a:prstGeom prst="straightConnector1">
            <a:avLst/>
          </a:prstGeom>
          <a:ln w="28575">
            <a:solidFill>
              <a:schemeClr val="dk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996899" y="606103"/>
            <a:ext cx="36715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w</a:t>
            </a:r>
            <a:r>
              <a:rPr lang="en-US" altLang="zh-CN" sz="1200" baseline="-25000" dirty="0">
                <a:latin typeface="Helvetica" charset="0"/>
                <a:ea typeface="Helvetica" charset="0"/>
                <a:cs typeface="Helvetica" charset="0"/>
              </a:rPr>
              <a:t>2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 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64960" y="13825"/>
            <a:ext cx="392584" cy="1491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Chain x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525004" y="15383"/>
            <a:ext cx="392584" cy="1491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Chain 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8" y="302764"/>
            <a:ext cx="278923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txn</a:t>
            </a:r>
            <a:r>
              <a:rPr lang="en-US" sz="1100" baseline="-25000" dirty="0">
                <a:latin typeface="Helvetica" charset="0"/>
                <a:ea typeface="Helvetica" charset="0"/>
                <a:cs typeface="Helvetica" charset="0"/>
              </a:rPr>
              <a:t>1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984" y="304324"/>
            <a:ext cx="20999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r(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x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5675" y="307606"/>
            <a:ext cx="20999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r(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y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6606" y="575723"/>
            <a:ext cx="266098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w(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y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cxnSp>
        <p:nvCxnSpPr>
          <p:cNvPr id="48" name="Curved Connector 47"/>
          <p:cNvCxnSpPr>
            <a:stCxn id="42" idx="2"/>
          </p:cNvCxnSpPr>
          <p:nvPr/>
        </p:nvCxnSpPr>
        <p:spPr>
          <a:xfrm rot="16200000" flipH="1">
            <a:off x="745132" y="407305"/>
            <a:ext cx="24298" cy="701002"/>
          </a:xfrm>
          <a:prstGeom prst="curvedConnector3">
            <a:avLst>
              <a:gd name="adj1" fmla="val 366804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17299" y="301205"/>
            <a:ext cx="20999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r(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z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9682" y="840597"/>
            <a:ext cx="209994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r(</a:t>
            </a:r>
            <a:r>
              <a:rPr lang="en-US" altLang="zh-CN" sz="1100" dirty="0">
                <a:latin typeface="Helvetica" charset="0"/>
                <a:ea typeface="Helvetica" charset="0"/>
                <a:cs typeface="Helvetica" charset="0"/>
              </a:rPr>
              <a:t>z</a:t>
            </a:r>
            <a:r>
              <a:rPr lang="en-US" sz="11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53777" y="404049"/>
            <a:ext cx="3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altLang="zh-CN" sz="1200" baseline="-25000" dirty="0">
                <a:latin typeface="Helvetica" charset="0"/>
                <a:ea typeface="Helvetica" charset="0"/>
                <a:cs typeface="Helvetica" charset="0"/>
              </a:rPr>
              <a:t>1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z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63424" y="697185"/>
            <a:ext cx="3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r</a:t>
            </a:r>
            <a:r>
              <a:rPr lang="en-US" sz="1200" baseline="-25000" dirty="0">
                <a:latin typeface="Helvetica" charset="0"/>
                <a:ea typeface="Helvetica" charset="0"/>
                <a:cs typeface="Helvetica" charset="0"/>
              </a:rPr>
              <a:t>3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(</a:t>
            </a:r>
            <a:r>
              <a:rPr lang="en-US" altLang="zh-CN" sz="1200" dirty="0">
                <a:latin typeface="Helvetica" charset="0"/>
                <a:ea typeface="Helvetica" charset="0"/>
                <a:cs typeface="Helvetica" charset="0"/>
              </a:rPr>
              <a:t>z</a:t>
            </a:r>
            <a:r>
              <a:rPr lang="en-US" sz="1200" dirty="0">
                <a:latin typeface="Helvetica" charset="0"/>
                <a:ea typeface="Helvetica" charset="0"/>
                <a:cs typeface="Helvetica" charset="0"/>
              </a:rPr>
              <a:t>)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9484" y="19189"/>
            <a:ext cx="392584" cy="1491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Chain z</a:t>
            </a:r>
          </a:p>
        </p:txBody>
      </p:sp>
      <p:cxnSp>
        <p:nvCxnSpPr>
          <p:cNvPr id="100" name="Curved Connector 99"/>
          <p:cNvCxnSpPr>
            <a:stCxn id="89" idx="0"/>
          </p:cNvCxnSpPr>
          <p:nvPr/>
        </p:nvCxnSpPr>
        <p:spPr>
          <a:xfrm rot="16200000" flipH="1">
            <a:off x="1434141" y="-310643"/>
            <a:ext cx="171306" cy="1394996"/>
          </a:xfrm>
          <a:prstGeom prst="curvedConnector3">
            <a:avLst>
              <a:gd name="adj1" fmla="val -49033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urved Connector 102"/>
          <p:cNvCxnSpPr>
            <a:stCxn id="92" idx="2"/>
          </p:cNvCxnSpPr>
          <p:nvPr/>
        </p:nvCxnSpPr>
        <p:spPr>
          <a:xfrm rot="5400000" flipH="1" flipV="1">
            <a:off x="1329712" y="148536"/>
            <a:ext cx="136305" cy="1586366"/>
          </a:xfrm>
          <a:prstGeom prst="curvedConnector3">
            <a:avLst>
              <a:gd name="adj1" fmla="val -114669"/>
            </a:avLst>
          </a:prstGeom>
          <a:ln w="9525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722629" y="515574"/>
            <a:ext cx="0" cy="180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146" idx="2"/>
          </p:cNvCxnSpPr>
          <p:nvPr/>
        </p:nvCxnSpPr>
        <p:spPr>
          <a:xfrm>
            <a:off x="1721299" y="862719"/>
            <a:ext cx="247" cy="25623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1722629" y="192182"/>
            <a:ext cx="0" cy="180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 flipH="1">
            <a:off x="1168061" y="800414"/>
            <a:ext cx="1" cy="14630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/>
          <p:cNvCxnSpPr/>
          <p:nvPr/>
        </p:nvCxnSpPr>
        <p:spPr>
          <a:xfrm flipH="1">
            <a:off x="1165224" y="192182"/>
            <a:ext cx="0" cy="180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165224" y="1079952"/>
            <a:ext cx="0" cy="180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2225424" y="584211"/>
            <a:ext cx="0" cy="144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2225424" y="877598"/>
            <a:ext cx="0" cy="216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>
            <a:off x="2215776" y="210837"/>
            <a:ext cx="0" cy="1800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2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40</Words>
  <Application>Microsoft Macintosh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44</cp:revision>
  <cp:lastPrinted>2018-10-15T13:05:03Z</cp:lastPrinted>
  <dcterms:created xsi:type="dcterms:W3CDTF">2018-08-02T03:28:30Z</dcterms:created>
  <dcterms:modified xsi:type="dcterms:W3CDTF">2018-10-15T13:06:14Z</dcterms:modified>
</cp:coreProperties>
</file>