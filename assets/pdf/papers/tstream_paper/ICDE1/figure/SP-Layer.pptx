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</p:sldIdLst>
  <p:sldSz cx="4356100" cy="2339975"/>
  <p:notesSz cx="6858000" cy="9144000"/>
  <p:defaultTextStyle>
    <a:defPPr>
      <a:defRPr lang="en-US"/>
    </a:defPPr>
    <a:lvl1pPr marL="0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1pPr>
    <a:lvl2pPr marL="293397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2pPr>
    <a:lvl3pPr marL="586793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3pPr>
    <a:lvl4pPr marL="880190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4pPr>
    <a:lvl5pPr marL="1173586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5pPr>
    <a:lvl6pPr marL="1466983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6pPr>
    <a:lvl7pPr marL="1760380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7pPr>
    <a:lvl8pPr marL="2053775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8pPr>
    <a:lvl9pPr marL="2347172" algn="l" defTabSz="586793" rtl="0" eaLnBrk="1" latinLnBrk="0" hangingPunct="1">
      <a:defRPr sz="115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199"/>
    <p:restoredTop sz="94643"/>
  </p:normalViewPr>
  <p:slideViewPr>
    <p:cSldViewPr snapToGrid="0" snapToObjects="1">
      <p:cViewPr>
        <p:scale>
          <a:sx n="168" d="100"/>
          <a:sy n="168" d="100"/>
        </p:scale>
        <p:origin x="1776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4513" y="382954"/>
            <a:ext cx="3267075" cy="814658"/>
          </a:xfrm>
        </p:spPr>
        <p:txBody>
          <a:bodyPr anchor="b"/>
          <a:lstStyle>
            <a:lvl1pPr algn="ctr">
              <a:defRPr sz="204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4513" y="1229029"/>
            <a:ext cx="3267075" cy="564952"/>
          </a:xfrm>
        </p:spPr>
        <p:txBody>
          <a:bodyPr/>
          <a:lstStyle>
            <a:lvl1pPr marL="0" indent="0" algn="ctr">
              <a:buNone/>
              <a:defRPr sz="819"/>
            </a:lvl1pPr>
            <a:lvl2pPr marL="155997" indent="0" algn="ctr">
              <a:buNone/>
              <a:defRPr sz="682"/>
            </a:lvl2pPr>
            <a:lvl3pPr marL="311993" indent="0" algn="ctr">
              <a:buNone/>
              <a:defRPr sz="614"/>
            </a:lvl3pPr>
            <a:lvl4pPr marL="467990" indent="0" algn="ctr">
              <a:buNone/>
              <a:defRPr sz="546"/>
            </a:lvl4pPr>
            <a:lvl5pPr marL="623987" indent="0" algn="ctr">
              <a:buNone/>
              <a:defRPr sz="546"/>
            </a:lvl5pPr>
            <a:lvl6pPr marL="779983" indent="0" algn="ctr">
              <a:buNone/>
              <a:defRPr sz="546"/>
            </a:lvl6pPr>
            <a:lvl7pPr marL="935980" indent="0" algn="ctr">
              <a:buNone/>
              <a:defRPr sz="546"/>
            </a:lvl7pPr>
            <a:lvl8pPr marL="1091976" indent="0" algn="ctr">
              <a:buNone/>
              <a:defRPr sz="546"/>
            </a:lvl8pPr>
            <a:lvl9pPr marL="1247973" indent="0" algn="ctr">
              <a:buNone/>
              <a:defRPr sz="546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213" y="583369"/>
            <a:ext cx="3757136" cy="973364"/>
          </a:xfrm>
        </p:spPr>
        <p:txBody>
          <a:bodyPr anchor="b"/>
          <a:lstStyle>
            <a:lvl1pPr>
              <a:defRPr sz="204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213" y="1565942"/>
            <a:ext cx="3757136" cy="511869"/>
          </a:xfrm>
        </p:spPr>
        <p:txBody>
          <a:bodyPr/>
          <a:lstStyle>
            <a:lvl1pPr marL="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1pPr>
            <a:lvl2pPr marL="155997" indent="0">
              <a:buNone/>
              <a:defRPr sz="682">
                <a:solidFill>
                  <a:schemeClr val="tx1">
                    <a:tint val="75000"/>
                  </a:schemeClr>
                </a:solidFill>
              </a:defRPr>
            </a:lvl2pPr>
            <a:lvl3pPr marL="311993" indent="0">
              <a:buNone/>
              <a:defRPr sz="614">
                <a:solidFill>
                  <a:schemeClr val="tx1">
                    <a:tint val="75000"/>
                  </a:schemeClr>
                </a:solidFill>
              </a:defRPr>
            </a:lvl3pPr>
            <a:lvl4pPr marL="467990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4pPr>
            <a:lvl5pPr marL="623987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5pPr>
            <a:lvl6pPr marL="779983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6pPr>
            <a:lvl7pPr marL="935980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7pPr>
            <a:lvl8pPr marL="1091976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8pPr>
            <a:lvl9pPr marL="1247973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9482" y="622910"/>
            <a:ext cx="1851343" cy="148469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5275" y="622910"/>
            <a:ext cx="1851343" cy="148469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49" y="124582"/>
            <a:ext cx="3757136" cy="4522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50" y="573619"/>
            <a:ext cx="1842834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050" y="854741"/>
            <a:ext cx="1842834" cy="12571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05276" y="573619"/>
            <a:ext cx="1851910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05276" y="854741"/>
            <a:ext cx="1851910" cy="12571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49" y="155998"/>
            <a:ext cx="1404956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910" y="336913"/>
            <a:ext cx="2205276" cy="1662899"/>
          </a:xfrm>
        </p:spPr>
        <p:txBody>
          <a:bodyPr/>
          <a:lstStyle>
            <a:lvl1pPr>
              <a:defRPr sz="1092"/>
            </a:lvl1pPr>
            <a:lvl2pPr>
              <a:defRPr sz="955"/>
            </a:lvl2pPr>
            <a:lvl3pPr>
              <a:defRPr sz="819"/>
            </a:lvl3pPr>
            <a:lvl4pPr>
              <a:defRPr sz="682"/>
            </a:lvl4pPr>
            <a:lvl5pPr>
              <a:defRPr sz="682"/>
            </a:lvl5pPr>
            <a:lvl6pPr>
              <a:defRPr sz="682"/>
            </a:lvl6pPr>
            <a:lvl7pPr>
              <a:defRPr sz="682"/>
            </a:lvl7pPr>
            <a:lvl8pPr>
              <a:defRPr sz="682"/>
            </a:lvl8pPr>
            <a:lvl9pPr>
              <a:defRPr sz="68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0049" y="701992"/>
            <a:ext cx="1404956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49" y="155998"/>
            <a:ext cx="1404956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1910" y="336913"/>
            <a:ext cx="2205276" cy="1662899"/>
          </a:xfrm>
        </p:spPr>
        <p:txBody>
          <a:bodyPr anchor="t"/>
          <a:lstStyle>
            <a:lvl1pPr marL="0" indent="0">
              <a:buNone/>
              <a:defRPr sz="1092"/>
            </a:lvl1pPr>
            <a:lvl2pPr marL="155997" indent="0">
              <a:buNone/>
              <a:defRPr sz="955"/>
            </a:lvl2pPr>
            <a:lvl3pPr marL="311993" indent="0">
              <a:buNone/>
              <a:defRPr sz="819"/>
            </a:lvl3pPr>
            <a:lvl4pPr marL="467990" indent="0">
              <a:buNone/>
              <a:defRPr sz="682"/>
            </a:lvl4pPr>
            <a:lvl5pPr marL="623987" indent="0">
              <a:buNone/>
              <a:defRPr sz="682"/>
            </a:lvl5pPr>
            <a:lvl6pPr marL="779983" indent="0">
              <a:buNone/>
              <a:defRPr sz="682"/>
            </a:lvl6pPr>
            <a:lvl7pPr marL="935980" indent="0">
              <a:buNone/>
              <a:defRPr sz="682"/>
            </a:lvl7pPr>
            <a:lvl8pPr marL="1091976" indent="0">
              <a:buNone/>
              <a:defRPr sz="682"/>
            </a:lvl8pPr>
            <a:lvl9pPr marL="1247973" indent="0">
              <a:buNone/>
              <a:defRPr sz="682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0049" y="701992"/>
            <a:ext cx="1404956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17334" y="124582"/>
            <a:ext cx="939284" cy="19830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9482" y="124582"/>
            <a:ext cx="2763401" cy="19830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9482" y="124582"/>
            <a:ext cx="3757136" cy="45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82" y="622910"/>
            <a:ext cx="3757136" cy="148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9482" y="2168810"/>
            <a:ext cx="980123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B12C5-C23E-6B45-A127-E3372FA53B39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2958" y="2168810"/>
            <a:ext cx="1470184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76495" y="2168810"/>
            <a:ext cx="980123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CD55C-996E-374D-B0A6-627C4FC4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8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311993" rtl="0" eaLnBrk="1" latinLnBrk="0" hangingPunct="1">
        <a:lnSpc>
          <a:spcPct val="90000"/>
        </a:lnSpc>
        <a:spcBef>
          <a:spcPct val="0"/>
        </a:spcBef>
        <a:buNone/>
        <a:defRPr sz="15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998" indent="-77998" algn="l" defTabSz="311993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955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2pPr>
      <a:lvl3pPr marL="389992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82" kern="1200">
          <a:solidFill>
            <a:schemeClr val="tx1"/>
          </a:solidFill>
          <a:latin typeface="+mn-lt"/>
          <a:ea typeface="+mn-ea"/>
          <a:cs typeface="+mn-cs"/>
        </a:defRPr>
      </a:lvl3pPr>
      <a:lvl4pPr marL="545988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70198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857982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1013978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16997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325971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1pPr>
      <a:lvl2pPr marL="155997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2pPr>
      <a:lvl3pPr marL="31199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3pPr>
      <a:lvl4pPr marL="46799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623987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77998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93598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091976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24797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able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64889"/>
              </p:ext>
            </p:extLst>
          </p:nvPr>
        </p:nvGraphicFramePr>
        <p:xfrm>
          <a:off x="922701" y="282652"/>
          <a:ext cx="1761702" cy="1265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364"/>
                <a:gridCol w="882650"/>
                <a:gridCol w="418688"/>
              </a:tblGrid>
              <a:tr h="31301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17365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</a:tr>
              <a:tr h="317365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</a:tr>
              <a:tr h="317365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3" name="Rectangle 132"/>
          <p:cNvSpPr/>
          <p:nvPr/>
        </p:nvSpPr>
        <p:spPr>
          <a:xfrm>
            <a:off x="850642" y="280869"/>
            <a:ext cx="5975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116" y="156693"/>
            <a:ext cx="3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R</a:t>
            </a:r>
            <a:r>
              <a:rPr lang="en-US" sz="1600" baseline="-25000" dirty="0"/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189432" y="766495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36" name="TextBox 35"/>
          <p:cNvSpPr txBox="1"/>
          <p:nvPr/>
        </p:nvSpPr>
        <p:spPr>
          <a:xfrm>
            <a:off x="101082" y="472804"/>
            <a:ext cx="35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e</a:t>
            </a:r>
            <a:r>
              <a:rPr lang="en-US" altLang="zh-CN" sz="1600" baseline="-25000" dirty="0"/>
              <a:t>3</a:t>
            </a:r>
            <a:endParaRPr lang="en-US" sz="1600" baseline="-25000" dirty="0"/>
          </a:p>
        </p:txBody>
      </p:sp>
      <p:sp>
        <p:nvSpPr>
          <p:cNvPr id="38" name="Rounded Rectangle 37"/>
          <p:cNvSpPr/>
          <p:nvPr/>
        </p:nvSpPr>
        <p:spPr>
          <a:xfrm>
            <a:off x="428116" y="807642"/>
            <a:ext cx="3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R</a:t>
            </a:r>
            <a:r>
              <a:rPr lang="en-US" sz="1600" baseline="-25000" dirty="0"/>
              <a:t>1</a:t>
            </a:r>
            <a:r>
              <a:rPr lang="en-US" sz="1600" dirty="0"/>
              <a:t>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7552" y="2122051"/>
            <a:ext cx="2356144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altLang="zh-CN" dirty="0"/>
              <a:t>a</a:t>
            </a:r>
            <a:r>
              <a:rPr lang="en-US" dirty="0"/>
              <a:t>) </a:t>
            </a:r>
            <a:r>
              <a:rPr lang="en-US" dirty="0" smtClean="0"/>
              <a:t>Asynchronously propagate </a:t>
            </a:r>
            <a:r>
              <a:rPr lang="en-US" dirty="0" err="1" smtClean="0"/>
              <a:t>txns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209350" y="170561"/>
            <a:ext cx="131877" cy="14447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9" dirty="0"/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112" y="-122018"/>
            <a:ext cx="35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e</a:t>
            </a:r>
            <a:r>
              <a:rPr lang="en-US" altLang="zh-CN" sz="1600" baseline="-25000" dirty="0"/>
              <a:t>1</a:t>
            </a:r>
            <a:endParaRPr lang="en-US" sz="1600" baseline="-25000" dirty="0"/>
          </a:p>
        </p:txBody>
      </p:sp>
      <p:sp>
        <p:nvSpPr>
          <p:cNvPr id="117" name="TextBox 116"/>
          <p:cNvSpPr txBox="1"/>
          <p:nvPr/>
        </p:nvSpPr>
        <p:spPr>
          <a:xfrm flipH="1">
            <a:off x="971256" y="581297"/>
            <a:ext cx="391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</a:t>
            </a:r>
            <a:r>
              <a:rPr lang="en-US" altLang="zh-CN" sz="1600" baseline="-25000" dirty="0"/>
              <a:t>1</a:t>
            </a:r>
            <a:endParaRPr lang="en-US" sz="1600" baseline="-25000" dirty="0"/>
          </a:p>
        </p:txBody>
      </p:sp>
      <p:sp>
        <p:nvSpPr>
          <p:cNvPr id="157" name="TextBox 156"/>
          <p:cNvSpPr txBox="1"/>
          <p:nvPr/>
        </p:nvSpPr>
        <p:spPr>
          <a:xfrm>
            <a:off x="2449799" y="2130505"/>
            <a:ext cx="2552994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altLang="zh-CN" dirty="0"/>
              <a:t>b) Synchronize by watermark.</a:t>
            </a:r>
            <a:endParaRPr lang="en-US" dirty="0"/>
          </a:p>
        </p:txBody>
      </p:sp>
      <p:sp>
        <p:nvSpPr>
          <p:cNvPr id="169" name="Rectangle 168"/>
          <p:cNvSpPr/>
          <p:nvPr/>
        </p:nvSpPr>
        <p:spPr>
          <a:xfrm>
            <a:off x="1351739" y="285103"/>
            <a:ext cx="969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operations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57750" y="604699"/>
            <a:ext cx="426720" cy="270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txn</a:t>
            </a:r>
            <a:r>
              <a:rPr lang="en-US" baseline="-25000" dirty="0"/>
              <a:t>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162606" y="1856204"/>
            <a:ext cx="843501" cy="270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watermark</a:t>
            </a:r>
          </a:p>
        </p:txBody>
      </p:sp>
      <p:cxnSp>
        <p:nvCxnSpPr>
          <p:cNvPr id="194" name="Straight Arrow Connector 193"/>
          <p:cNvCxnSpPr/>
          <p:nvPr/>
        </p:nvCxnSpPr>
        <p:spPr>
          <a:xfrm flipH="1">
            <a:off x="2915313" y="1621061"/>
            <a:ext cx="294737" cy="3078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/>
          <p:cNvSpPr/>
          <p:nvPr/>
        </p:nvSpPr>
        <p:spPr>
          <a:xfrm>
            <a:off x="2264199" y="276795"/>
            <a:ext cx="4187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/>
              <a:t>txn</a:t>
            </a:r>
            <a:endParaRPr lang="en-US" sz="1400" dirty="0"/>
          </a:p>
        </p:txBody>
      </p:sp>
      <p:sp>
        <p:nvSpPr>
          <p:cNvPr id="213" name="Rectangle 212"/>
          <p:cNvSpPr/>
          <p:nvPr/>
        </p:nvSpPr>
        <p:spPr>
          <a:xfrm>
            <a:off x="1401524" y="629221"/>
            <a:ext cx="864339" cy="270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r(x) r(y) r(z)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8116" y="1470801"/>
            <a:ext cx="3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W</a:t>
            </a:r>
            <a:r>
              <a:rPr lang="en-US" sz="1600" baseline="-25000" dirty="0"/>
              <a:t>1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-193451" y="987642"/>
            <a:ext cx="62156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207552" y="1430856"/>
            <a:ext cx="131877" cy="14447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91" name="TextBox 90"/>
          <p:cNvSpPr txBox="1"/>
          <p:nvPr/>
        </p:nvSpPr>
        <p:spPr>
          <a:xfrm>
            <a:off x="100314" y="1138277"/>
            <a:ext cx="35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e</a:t>
            </a:r>
            <a:r>
              <a:rPr lang="en-US" altLang="zh-CN" sz="1600" baseline="-25000" dirty="0"/>
              <a:t>2</a:t>
            </a:r>
            <a:endParaRPr lang="en-US" sz="1600" baseline="-25000" dirty="0"/>
          </a:p>
        </p:txBody>
      </p:sp>
      <p:sp>
        <p:nvSpPr>
          <p:cNvPr id="126" name="TextBox 125"/>
          <p:cNvSpPr txBox="1"/>
          <p:nvPr/>
        </p:nvSpPr>
        <p:spPr>
          <a:xfrm flipH="1">
            <a:off x="969470" y="868708"/>
            <a:ext cx="391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</a:t>
            </a:r>
            <a:r>
              <a:rPr lang="en-US" altLang="zh-CN" sz="1600" baseline="-25000" dirty="0"/>
              <a:t>3</a:t>
            </a:r>
            <a:endParaRPr lang="en-US" sz="1600" baseline="-25000" dirty="0"/>
          </a:p>
        </p:txBody>
      </p:sp>
      <p:sp>
        <p:nvSpPr>
          <p:cNvPr id="127" name="Rectangle 126"/>
          <p:cNvSpPr/>
          <p:nvPr/>
        </p:nvSpPr>
        <p:spPr>
          <a:xfrm>
            <a:off x="1395834" y="931493"/>
            <a:ext cx="622286" cy="270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r(x) r(z)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255880" y="945794"/>
            <a:ext cx="426720" cy="270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txn</a:t>
            </a:r>
            <a:r>
              <a:rPr lang="en-US" baseline="-25000" dirty="0"/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 flipH="1">
            <a:off x="977209" y="1184116"/>
            <a:ext cx="391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e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2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384207" y="1234466"/>
            <a:ext cx="740908" cy="270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w(x) w(y)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55602" y="1256331"/>
            <a:ext cx="426720" cy="270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txn</a:t>
            </a:r>
            <a:r>
              <a:rPr lang="en-US" baseline="-25000" dirty="0"/>
              <a:t>2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399362" y="204988"/>
            <a:ext cx="3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R</a:t>
            </a:r>
            <a:r>
              <a:rPr lang="en-US" sz="1600" baseline="-25000" dirty="0"/>
              <a:t>1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399363" y="855937"/>
            <a:ext cx="3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R</a:t>
            </a:r>
            <a:r>
              <a:rPr lang="en-US" sz="1600" baseline="-25000" dirty="0"/>
              <a:t>1</a:t>
            </a:r>
            <a:r>
              <a:rPr lang="en-US" sz="1600" dirty="0"/>
              <a:t>’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399363" y="1526716"/>
            <a:ext cx="360000" cy="36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W</a:t>
            </a:r>
            <a:r>
              <a:rPr lang="en-US" sz="1600" baseline="-25000" dirty="0"/>
              <a:t>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0263" y="1698707"/>
            <a:ext cx="17134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Can be immediately processed.</a:t>
            </a:r>
          </a:p>
        </p:txBody>
      </p:sp>
      <p:cxnSp>
        <p:nvCxnSpPr>
          <p:cNvPr id="164" name="Straight Arrow Connector 163"/>
          <p:cNvCxnSpPr>
            <a:stCxn id="134" idx="2"/>
            <a:endCxn id="163" idx="0"/>
          </p:cNvCxnSpPr>
          <p:nvPr/>
        </p:nvCxnSpPr>
        <p:spPr>
          <a:xfrm>
            <a:off x="1173197" y="1522670"/>
            <a:ext cx="533783" cy="17603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1180772" y="-11676"/>
            <a:ext cx="17134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Place-holders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-193451" y="1621925"/>
            <a:ext cx="62156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-180270" y="342742"/>
            <a:ext cx="62996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943123" y="1077317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2943123" y="1731945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934521" y="371983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169506" y="838529"/>
            <a:ext cx="131877" cy="1433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49" name="TextBox 48"/>
          <p:cNvSpPr txBox="1"/>
          <p:nvPr/>
        </p:nvSpPr>
        <p:spPr>
          <a:xfrm>
            <a:off x="3081156" y="544838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</a:t>
            </a:r>
            <a:r>
              <a:rPr lang="en-US" sz="1600" baseline="-25000" dirty="0"/>
              <a:t>4</a:t>
            </a:r>
          </a:p>
        </p:txBody>
      </p:sp>
      <p:sp>
        <p:nvSpPr>
          <p:cNvPr id="50" name="Oval 49"/>
          <p:cNvSpPr/>
          <p:nvPr/>
        </p:nvSpPr>
        <p:spPr>
          <a:xfrm>
            <a:off x="3181756" y="181848"/>
            <a:ext cx="131877" cy="1444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9" dirty="0"/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74518" y="-110731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</a:t>
            </a:r>
            <a:r>
              <a:rPr lang="en-US" sz="1600" baseline="-25000" dirty="0"/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3187043" y="1540991"/>
            <a:ext cx="131877" cy="1444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53" name="TextBox 52"/>
          <p:cNvSpPr txBox="1"/>
          <p:nvPr/>
        </p:nvSpPr>
        <p:spPr>
          <a:xfrm>
            <a:off x="3079805" y="1248412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</a:t>
            </a:r>
            <a:r>
              <a:rPr lang="en-US" sz="1600" baseline="-25000" dirty="0"/>
              <a:t>4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767964" y="1077377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3767964" y="1724385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759362" y="372043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60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1295</TotalTime>
  <Words>60</Words>
  <Application>Microsoft Macintosh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等线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87</cp:revision>
  <cp:lastPrinted>2018-10-15T08:20:05Z</cp:lastPrinted>
  <dcterms:created xsi:type="dcterms:W3CDTF">2018-08-01T03:23:13Z</dcterms:created>
  <dcterms:modified xsi:type="dcterms:W3CDTF">2018-10-15T18:12:39Z</dcterms:modified>
</cp:coreProperties>
</file>