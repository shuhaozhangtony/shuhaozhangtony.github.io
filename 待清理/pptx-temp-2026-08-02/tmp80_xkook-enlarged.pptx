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98a3d5728b84146" Type="http://schemas.openxmlformats.org/package/2006/relationships/metadata/core-properties" Target="docProps/core.xml"/><Relationship Id="R6937a01478ba4b69" Type="http://schemas.openxmlformats.org/officeDocument/2006/relationships/officeDocument" Target="ppt/presentation.xml"/><Relationship Id="Rc27f6561dbe1443e"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4bcf41044e22478a"/>
  </p:sldMasterIdLst>
  <p:notesMasterIdLst>
    <p:notesMasterId xmlns:r="http://schemas.openxmlformats.org/officeDocument/2006/relationships" r:id="Rce818e54a66146bc"/>
  </p:notesMasterIdLst>
  <p:sldIdLst>
    <p:sldId xmlns:r="http://schemas.openxmlformats.org/officeDocument/2006/relationships" id="256" r:id="R140c539a50a64e6e"/>
    <p:sldId xmlns:r="http://schemas.openxmlformats.org/officeDocument/2006/relationships" id="257" r:id="R86377cc5889943f9"/>
    <p:sldId xmlns:r="http://schemas.openxmlformats.org/officeDocument/2006/relationships" id="258" r:id="Rf74763b77a864b96"/>
    <p:sldId xmlns:r="http://schemas.openxmlformats.org/officeDocument/2006/relationships" id="259" r:id="Rfc937c149f9b47fb"/>
    <p:sldId xmlns:r="http://schemas.openxmlformats.org/officeDocument/2006/relationships" id="260" r:id="Ra9cfb84ceec34e86"/>
    <p:sldId xmlns:r="http://schemas.openxmlformats.org/officeDocument/2006/relationships" id="261" r:id="Ra3a42b3bdfd249d9"/>
    <p:sldId xmlns:r="http://schemas.openxmlformats.org/officeDocument/2006/relationships" id="262" r:id="Rd10db45a19d84916"/>
    <p:sldId xmlns:r="http://schemas.openxmlformats.org/officeDocument/2006/relationships" id="263" r:id="R85c72f6d90db4925"/>
    <p:sldId xmlns:r="http://schemas.openxmlformats.org/officeDocument/2006/relationships" id="264" r:id="R2e446b3b68ea4071"/>
    <p:sldId xmlns:r="http://schemas.openxmlformats.org/officeDocument/2006/relationships" id="265" r:id="R24e765ee5f204991"/>
    <p:sldId xmlns:r="http://schemas.openxmlformats.org/officeDocument/2006/relationships" id="266" r:id="R0dec581a590640be"/>
    <p:sldId xmlns:r="http://schemas.openxmlformats.org/officeDocument/2006/relationships" id="267" r:id="R190d561d4ed740c2"/>
    <p:sldId xmlns:r="http://schemas.openxmlformats.org/officeDocument/2006/relationships" id="268" r:id="R1341e02a253644e9"/>
    <p:sldId xmlns:r="http://schemas.openxmlformats.org/officeDocument/2006/relationships" id="269" r:id="Rbcac14a041794846"/>
    <p:sldId xmlns:r="http://schemas.openxmlformats.org/officeDocument/2006/relationships" id="270" r:id="R39f6bd79f9cc42ec"/>
    <p:sldId xmlns:r="http://schemas.openxmlformats.org/officeDocument/2006/relationships" id="271" r:id="Rca8b3dcccee9462a"/>
    <p:sldId xmlns:r="http://schemas.openxmlformats.org/officeDocument/2006/relationships" id="272" r:id="Rfa560acae4ac4337"/>
    <p:sldId xmlns:r="http://schemas.openxmlformats.org/officeDocument/2006/relationships" id="273" r:id="R270d83ba97234342"/>
    <p:sldId xmlns:r="http://schemas.openxmlformats.org/officeDocument/2006/relationships" id="274" r:id="R58b8c0597dd147e7"/>
    <p:sldId xmlns:r="http://schemas.openxmlformats.org/officeDocument/2006/relationships" id="275" r:id="Reb1bd3994e234836"/>
    <p:sldId xmlns:r="http://schemas.openxmlformats.org/officeDocument/2006/relationships" id="276" r:id="R4fbf64f8f7a44955"/>
    <p:sldId xmlns:r="http://schemas.openxmlformats.org/officeDocument/2006/relationships" id="277" r:id="R952b5656d1f54d53"/>
    <p:sldId xmlns:r="http://schemas.openxmlformats.org/officeDocument/2006/relationships" id="278" r:id="R7f233175c8b845bb"/>
    <p:sldId xmlns:r="http://schemas.openxmlformats.org/officeDocument/2006/relationships" id="279" r:id="R9e08ee26cca94809"/>
    <p:sldId xmlns:r="http://schemas.openxmlformats.org/officeDocument/2006/relationships" id="280" r:id="Rf6b84969baaa45c3"/>
    <p:sldId xmlns:r="http://schemas.openxmlformats.org/officeDocument/2006/relationships" id="281" r:id="R5d5aa9802a1e4e7a"/>
    <p:sldId xmlns:r="http://schemas.openxmlformats.org/officeDocument/2006/relationships" id="282" r:id="Rabe662e583ed487d"/>
    <p:sldId xmlns:r="http://schemas.openxmlformats.org/officeDocument/2006/relationships" id="283" r:id="Rf234961c4b1a4b27"/>
    <p:sldId xmlns:r="http://schemas.openxmlformats.org/officeDocument/2006/relationships" id="284" r:id="R8b64471020ed46bf"/>
    <p:sldId xmlns:r="http://schemas.openxmlformats.org/officeDocument/2006/relationships" id="285" r:id="R863ab14491f84f58"/>
    <p:sldId xmlns:r="http://schemas.openxmlformats.org/officeDocument/2006/relationships" id="286" r:id="R3dcd50f63e5743d9"/>
    <p:sldId xmlns:r="http://schemas.openxmlformats.org/officeDocument/2006/relationships" id="287" r:id="Rb50d4a7d8e1f40c2"/>
    <p:sldId xmlns:r="http://schemas.openxmlformats.org/officeDocument/2006/relationships" id="288" r:id="R1f0ec003ee4248b2"/>
    <p:sldId xmlns:r="http://schemas.openxmlformats.org/officeDocument/2006/relationships" id="289" r:id="Rb86504465e6d43cd"/>
    <p:sldId xmlns:r="http://schemas.openxmlformats.org/officeDocument/2006/relationships" id="290" r:id="Rf05b2148fc504265"/>
    <p:sldId xmlns:r="http://schemas.openxmlformats.org/officeDocument/2006/relationships" id="291" r:id="R103f3525d0604fcd"/>
    <p:sldId xmlns:r="http://schemas.openxmlformats.org/officeDocument/2006/relationships" id="292" r:id="Rde7a5b8faa1845dc"/>
    <p:sldId xmlns:r="http://schemas.openxmlformats.org/officeDocument/2006/relationships" id="293" r:id="Rb815ebc2da2744b5"/>
    <p:sldId xmlns:r="http://schemas.openxmlformats.org/officeDocument/2006/relationships" id="294" r:id="Rbde127d4667048bc"/>
    <p:sldId xmlns:r="http://schemas.openxmlformats.org/officeDocument/2006/relationships" id="295" r:id="R90c5290d1dab4229"/>
    <p:sldId xmlns:r="http://schemas.openxmlformats.org/officeDocument/2006/relationships" id="296" r:id="Rdf5303b65dc84cfd"/>
    <p:sldId xmlns:r="http://schemas.openxmlformats.org/officeDocument/2006/relationships" id="297" r:id="R03009186f13c44f7"/>
    <p:sldId xmlns:r="http://schemas.openxmlformats.org/officeDocument/2006/relationships" id="298" r:id="Re07c484b357e4ef7"/>
    <p:sldId xmlns:r="http://schemas.openxmlformats.org/officeDocument/2006/relationships" id="299" r:id="R273a7624c50d4f84"/>
    <p:sldId xmlns:r="http://schemas.openxmlformats.org/officeDocument/2006/relationships" id="300" r:id="R95d56e79369148f0"/>
    <p:sldId xmlns:r="http://schemas.openxmlformats.org/officeDocument/2006/relationships" id="301" r:id="R59c0098a8fdf42a8"/>
    <p:sldId xmlns:r="http://schemas.openxmlformats.org/officeDocument/2006/relationships" id="302" r:id="R7609d82c23c64fb4"/>
    <p:sldId xmlns:r="http://schemas.openxmlformats.org/officeDocument/2006/relationships" id="303" r:id="R6a530575c3a44129"/>
    <p:sldId xmlns:r="http://schemas.openxmlformats.org/officeDocument/2006/relationships" id="304" r:id="R1f53d606c26f488b"/>
    <p:sldId xmlns:r="http://schemas.openxmlformats.org/officeDocument/2006/relationships" id="305" r:id="Rd642f9c2f25f4adc"/>
    <p:sldId xmlns:r="http://schemas.openxmlformats.org/officeDocument/2006/relationships" id="306" r:id="R6e15f7cea3c6483c"/>
    <p:sldId xmlns:r="http://schemas.openxmlformats.org/officeDocument/2006/relationships" id="307" r:id="R8858733d44e843de"/>
    <p:sldId xmlns:r="http://schemas.openxmlformats.org/officeDocument/2006/relationships" id="308" r:id="R19ea096be14b4792"/>
    <p:sldId xmlns:r="http://schemas.openxmlformats.org/officeDocument/2006/relationships" id="309" r:id="R069d977976a54356"/>
    <p:sldId xmlns:r="http://schemas.openxmlformats.org/officeDocument/2006/relationships" id="310" r:id="R24c75cfe3f074641"/>
    <p:sldId xmlns:r="http://schemas.openxmlformats.org/officeDocument/2006/relationships" id="311" r:id="R07301ae68969417b"/>
    <p:sldId xmlns:r="http://schemas.openxmlformats.org/officeDocument/2006/relationships" id="312" r:id="R8ab62137f2a04522"/>
    <p:sldId xmlns:r="http://schemas.openxmlformats.org/officeDocument/2006/relationships" id="313" r:id="R4e5f4e56fe814984"/>
    <p:sldId xmlns:r="http://schemas.openxmlformats.org/officeDocument/2006/relationships" id="314" r:id="R5aad2401baff4688"/>
    <p:sldId xmlns:r="http://schemas.openxmlformats.org/officeDocument/2006/relationships" id="315" r:id="Rb5f64ea3417c4abe"/>
    <p:sldId xmlns:r="http://schemas.openxmlformats.org/officeDocument/2006/relationships" id="316" r:id="R3bc515e5831749f7"/>
    <p:sldId xmlns:r="http://schemas.openxmlformats.org/officeDocument/2006/relationships" id="317" r:id="R71e21be386524e7a"/>
    <p:sldId xmlns:r="http://schemas.openxmlformats.org/officeDocument/2006/relationships" id="318" r:id="R45433aab58604b2c"/>
    <p:sldId xmlns:r="http://schemas.openxmlformats.org/officeDocument/2006/relationships" id="319" r:id="R9c2ddd371cc3498d"/>
    <p:sldId xmlns:r="http://schemas.openxmlformats.org/officeDocument/2006/relationships" id="320" r:id="R80e17c263850431c"/>
    <p:sldId xmlns:r="http://schemas.openxmlformats.org/officeDocument/2006/relationships" id="321" r:id="Rd80cb0d9dcdc495d"/>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009186f13c44f7" Type="http://schemas.openxmlformats.org/officeDocument/2006/relationships/slide" Target="slides/slide42.xml"/><Relationship Id="R069d977976a54356" Type="http://schemas.openxmlformats.org/officeDocument/2006/relationships/slide" Target="slides/slide54.xml"/><Relationship Id="R07301ae68969417b" Type="http://schemas.openxmlformats.org/officeDocument/2006/relationships/slide" Target="slides/slide56.xml"/><Relationship Id="R0dec581a590640be" Type="http://schemas.openxmlformats.org/officeDocument/2006/relationships/slide" Target="slides/slide11.xml"/><Relationship Id="R103f3525d0604fcd" Type="http://schemas.openxmlformats.org/officeDocument/2006/relationships/slide" Target="slides/slide36.xml"/><Relationship Id="R1341e02a253644e9" Type="http://schemas.openxmlformats.org/officeDocument/2006/relationships/slide" Target="slides/slide13.xml"/><Relationship Id="R140c539a50a64e6e" Type="http://schemas.openxmlformats.org/officeDocument/2006/relationships/slide" Target="slides/slide1.xml"/><Relationship Id="R190d561d4ed740c2" Type="http://schemas.openxmlformats.org/officeDocument/2006/relationships/slide" Target="slides/slide12.xml"/><Relationship Id="R19ea096be14b4792" Type="http://schemas.openxmlformats.org/officeDocument/2006/relationships/slide" Target="slides/slide53.xml"/><Relationship Id="R1f0ec003ee4248b2" Type="http://schemas.openxmlformats.org/officeDocument/2006/relationships/slide" Target="slides/slide33.xml"/><Relationship Id="R1f53d606c26f488b" Type="http://schemas.openxmlformats.org/officeDocument/2006/relationships/slide" Target="slides/slide49.xml"/><Relationship Id="R24c75cfe3f074641" Type="http://schemas.openxmlformats.org/officeDocument/2006/relationships/slide" Target="slides/slide55.xml"/><Relationship Id="R24e765ee5f204991" Type="http://schemas.openxmlformats.org/officeDocument/2006/relationships/slide" Target="slides/slide10.xml"/><Relationship Id="R270d83ba97234342" Type="http://schemas.openxmlformats.org/officeDocument/2006/relationships/slide" Target="slides/slide18.xml"/><Relationship Id="R273a7624c50d4f84" Type="http://schemas.openxmlformats.org/officeDocument/2006/relationships/slide" Target="slides/slide44.xml"/><Relationship Id="R2e446b3b68ea4071" Type="http://schemas.openxmlformats.org/officeDocument/2006/relationships/slide" Target="slides/slide9.xml"/><Relationship Id="R39f6bd79f9cc42ec" Type="http://schemas.openxmlformats.org/officeDocument/2006/relationships/slide" Target="slides/slide15.xml"/><Relationship Id="R3bc515e5831749f7" Type="http://schemas.openxmlformats.org/officeDocument/2006/relationships/slide" Target="slides/slide61.xml"/><Relationship Id="R3dcd50f63e5743d9" Type="http://schemas.openxmlformats.org/officeDocument/2006/relationships/slide" Target="slides/slide31.xml"/><Relationship Id="R45433aab58604b2c" Type="http://schemas.openxmlformats.org/officeDocument/2006/relationships/slide" Target="slides/slide63.xml"/><Relationship Id="R4bcf41044e22478a" Type="http://schemas.openxmlformats.org/officeDocument/2006/relationships/slideMaster" Target="slideMasters/slideMaster1.xml"/><Relationship Id="R4e5f4e56fe814984" Type="http://schemas.openxmlformats.org/officeDocument/2006/relationships/slide" Target="slides/slide58.xml"/><Relationship Id="R4fbf64f8f7a44955" Type="http://schemas.openxmlformats.org/officeDocument/2006/relationships/slide" Target="slides/slide21.xml"/><Relationship Id="R58b8c0597dd147e7" Type="http://schemas.openxmlformats.org/officeDocument/2006/relationships/slide" Target="slides/slide19.xml"/><Relationship Id="R59c0098a8fdf42a8" Type="http://schemas.openxmlformats.org/officeDocument/2006/relationships/slide" Target="slides/slide46.xml"/><Relationship Id="R5aad2401baff4688" Type="http://schemas.openxmlformats.org/officeDocument/2006/relationships/slide" Target="slides/slide59.xml"/><Relationship Id="R5c4557569f8f42fc" Type="http://schemas.openxmlformats.org/officeDocument/2006/relationships/theme" Target="theme/theme1.xml"/><Relationship Id="R5d5aa9802a1e4e7a" Type="http://schemas.openxmlformats.org/officeDocument/2006/relationships/slide" Target="slides/slide26.xml"/><Relationship Id="R6a530575c3a44129" Type="http://schemas.openxmlformats.org/officeDocument/2006/relationships/slide" Target="slides/slide48.xml"/><Relationship Id="R6e15f7cea3c6483c" Type="http://schemas.openxmlformats.org/officeDocument/2006/relationships/slide" Target="slides/slide51.xml"/><Relationship Id="R71e21be386524e7a" Type="http://schemas.openxmlformats.org/officeDocument/2006/relationships/slide" Target="slides/slide62.xml"/><Relationship Id="R7609d82c23c64fb4" Type="http://schemas.openxmlformats.org/officeDocument/2006/relationships/slide" Target="slides/slide47.xml"/><Relationship Id="R7f233175c8b845bb" Type="http://schemas.openxmlformats.org/officeDocument/2006/relationships/slide" Target="slides/slide23.xml"/><Relationship Id="R80e17c263850431c" Type="http://schemas.openxmlformats.org/officeDocument/2006/relationships/slide" Target="slides/slide65.xml"/><Relationship Id="R85c72f6d90db4925" Type="http://schemas.openxmlformats.org/officeDocument/2006/relationships/slide" Target="slides/slide8.xml"/><Relationship Id="R86377cc5889943f9" Type="http://schemas.openxmlformats.org/officeDocument/2006/relationships/slide" Target="slides/slide2.xml"/><Relationship Id="R863ab14491f84f58" Type="http://schemas.openxmlformats.org/officeDocument/2006/relationships/slide" Target="slides/slide30.xml"/><Relationship Id="R8858733d44e843de" Type="http://schemas.openxmlformats.org/officeDocument/2006/relationships/slide" Target="slides/slide52.xml"/><Relationship Id="R8ab62137f2a04522" Type="http://schemas.openxmlformats.org/officeDocument/2006/relationships/slide" Target="slides/slide57.xml"/><Relationship Id="R8b64471020ed46bf" Type="http://schemas.openxmlformats.org/officeDocument/2006/relationships/slide" Target="slides/slide29.xml"/><Relationship Id="R90c5290d1dab4229" Type="http://schemas.openxmlformats.org/officeDocument/2006/relationships/slide" Target="slides/slide40.xml"/><Relationship Id="R952b5656d1f54d53" Type="http://schemas.openxmlformats.org/officeDocument/2006/relationships/slide" Target="slides/slide22.xml"/><Relationship Id="R95d56e79369148f0" Type="http://schemas.openxmlformats.org/officeDocument/2006/relationships/slide" Target="slides/slide45.xml"/><Relationship Id="R9c2ddd371cc3498d" Type="http://schemas.openxmlformats.org/officeDocument/2006/relationships/slide" Target="slides/slide64.xml"/><Relationship Id="R9e08ee26cca94809" Type="http://schemas.openxmlformats.org/officeDocument/2006/relationships/slide" Target="slides/slide24.xml"/><Relationship Id="Ra3a42b3bdfd249d9" Type="http://schemas.openxmlformats.org/officeDocument/2006/relationships/slide" Target="slides/slide6.xml"/><Relationship Id="Ra9cfb84ceec34e86" Type="http://schemas.openxmlformats.org/officeDocument/2006/relationships/slide" Target="slides/slide5.xml"/><Relationship Id="Rabe662e583ed487d" Type="http://schemas.openxmlformats.org/officeDocument/2006/relationships/slide" Target="slides/slide27.xml"/><Relationship Id="Rb50d4a7d8e1f40c2" Type="http://schemas.openxmlformats.org/officeDocument/2006/relationships/slide" Target="slides/slide32.xml"/><Relationship Id="Rb5f64ea3417c4abe" Type="http://schemas.openxmlformats.org/officeDocument/2006/relationships/slide" Target="slides/slide60.xml"/><Relationship Id="Rb815ebc2da2744b5" Type="http://schemas.openxmlformats.org/officeDocument/2006/relationships/slide" Target="slides/slide38.xml"/><Relationship Id="Rb86504465e6d43cd" Type="http://schemas.openxmlformats.org/officeDocument/2006/relationships/slide" Target="slides/slide34.xml"/><Relationship Id="Rbcac14a041794846" Type="http://schemas.openxmlformats.org/officeDocument/2006/relationships/slide" Target="slides/slide14.xml"/><Relationship Id="Rbde127d4667048bc" Type="http://schemas.openxmlformats.org/officeDocument/2006/relationships/slide" Target="slides/slide39.xml"/><Relationship Id="Rc40748033dcb4a05" Type="http://schemas.openxmlformats.org/officeDocument/2006/relationships/tableStyles" Target="tableStyles.xml"/><Relationship Id="Rca8b3dcccee9462a" Type="http://schemas.openxmlformats.org/officeDocument/2006/relationships/slide" Target="slides/slide16.xml"/><Relationship Id="Rce818e54a66146bc" Type="http://schemas.openxmlformats.org/officeDocument/2006/relationships/notesMaster" Target="notesMasters/notesMaster1.xml"/><Relationship Id="Rd10db45a19d84916" Type="http://schemas.openxmlformats.org/officeDocument/2006/relationships/slide" Target="slides/slide7.xml"/><Relationship Id="Rd642f9c2f25f4adc" Type="http://schemas.openxmlformats.org/officeDocument/2006/relationships/slide" Target="slides/slide50.xml"/><Relationship Id="Rd80cb0d9dcdc495d" Type="http://schemas.openxmlformats.org/officeDocument/2006/relationships/slide" Target="slides/slide66.xml"/><Relationship Id="Rd932b5cd3b904ad4" Type="http://schemas.openxmlformats.org/officeDocument/2006/relationships/presProps" Target="presProps.xml"/><Relationship Id="Rde7a5b8faa1845dc" Type="http://schemas.openxmlformats.org/officeDocument/2006/relationships/slide" Target="slides/slide37.xml"/><Relationship Id="Rdf5303b65dc84cfd" Type="http://schemas.openxmlformats.org/officeDocument/2006/relationships/slide" Target="slides/slide41.xml"/><Relationship Id="Re07c484b357e4ef7" Type="http://schemas.openxmlformats.org/officeDocument/2006/relationships/slide" Target="slides/slide43.xml"/><Relationship Id="Reb1bd3994e234836" Type="http://schemas.openxmlformats.org/officeDocument/2006/relationships/slide" Target="slides/slide20.xml"/><Relationship Id="Rf05b2148fc504265" Type="http://schemas.openxmlformats.org/officeDocument/2006/relationships/slide" Target="slides/slide35.xml"/><Relationship Id="Rf234961c4b1a4b27" Type="http://schemas.openxmlformats.org/officeDocument/2006/relationships/slide" Target="slides/slide28.xml"/><Relationship Id="Rf6b84969baaa45c3" Type="http://schemas.openxmlformats.org/officeDocument/2006/relationships/slide" Target="slides/slide25.xml"/><Relationship Id="Rf74763b77a864b96" Type="http://schemas.openxmlformats.org/officeDocument/2006/relationships/slide" Target="slides/slide3.xml"/><Relationship Id="Rfa560acae4ac4337" Type="http://schemas.openxmlformats.org/officeDocument/2006/relationships/slide" Target="slides/slide17.xml"/><Relationship Id="Rfc937c149f9b47fb"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2ab147aa692f45f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6aed17a80bc49d3" Type="http://schemas.openxmlformats.org/officeDocument/2006/relationships/slide" Target="../slides/slide1.xml"/><Relationship Id="Rfcd39e2de3a64c7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e5e1484bd7f4c79" Type="http://schemas.openxmlformats.org/officeDocument/2006/relationships/slide" Target="../slides/slide2.xml"/><Relationship Id="R9286a7f92e3348d5"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d02687f02c7d4647" Type="http://schemas.openxmlformats.org/officeDocument/2006/relationships/slide" Target="../slides/slide3.xml"/><Relationship Id="Rd43e6b684666448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a82e3ad73ef4b6e" Type="http://schemas.openxmlformats.org/officeDocument/2006/relationships/slide" Target="../slides/slide4.xml"/><Relationship Id="Rc45746bb6ac54784"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973e0a98d98b4bcd" Type="http://schemas.openxmlformats.org/officeDocument/2006/relationships/slide" Target="../slides/slide5.xml"/><Relationship Id="Rc694e47bf54d410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b89cee3b12384004" Type="http://schemas.openxmlformats.org/officeDocument/2006/relationships/slide" Target="../slides/slide6.xml"/><Relationship Id="Rbe305a521a7247a5"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7badd225edf1468b" Type="http://schemas.openxmlformats.org/officeDocument/2006/relationships/notesMaster" Target="../notesMasters/notesMaster1.xml"/><Relationship Id="Rf77f2635e98d4b19"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4ab484384a744d6" Type="http://schemas.openxmlformats.org/officeDocument/2006/relationships/slide" Target="../slides/slide8.xml"/><Relationship Id="R8b2eea5ce770467c"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11920d7c50ac4b95" Type="http://schemas.openxmlformats.org/officeDocument/2006/relationships/slide" Target="../slides/slide9.xml"/><Relationship Id="Rea7a4a0c7ea3427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829921c4afc4b41" Type="http://schemas.openxmlformats.org/officeDocument/2006/relationships/notesMaster" Target="../notesMasters/notesMaster1.xml"/><Relationship Id="Rb2740b476fe14d25"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4323587f1924378" Type="http://schemas.openxmlformats.org/officeDocument/2006/relationships/notesMaster" Target="../notesMasters/notesMaster1.xml"/><Relationship Id="R4ac2f407f35f456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56a647dddb024e7f" Type="http://schemas.openxmlformats.org/officeDocument/2006/relationships/slide" Target="../slides/slide12.xml"/><Relationship Id="Rbabcea2abe9d4cdf"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73f9441210684c92" Type="http://schemas.openxmlformats.org/officeDocument/2006/relationships/slide" Target="../slides/slide13.xml"/><Relationship Id="R95da90ff5a00406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47c22ae05ad041ee" Type="http://schemas.openxmlformats.org/officeDocument/2006/relationships/notesMaster" Target="../notesMasters/notesMaster1.xml"/><Relationship Id="Re1223b17b752469f"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b36fbca2b80d4906" Type="http://schemas.openxmlformats.org/officeDocument/2006/relationships/slide" Target="../slides/slide15.xml"/><Relationship Id="Ree77e666e5f142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d61098af8254998" Type="http://schemas.openxmlformats.org/officeDocument/2006/relationships/slide" Target="../slides/slide16.xml"/><Relationship Id="Rbad0a1dd68a94636"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06be8eda98104d64" Type="http://schemas.openxmlformats.org/officeDocument/2006/relationships/slide" Target="../slides/slide17.xml"/><Relationship Id="R2198af33b9c04ee0"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d1cdc04ae8fe477e" Type="http://schemas.openxmlformats.org/officeDocument/2006/relationships/notesMaster" Target="../notesMasters/notesMaster1.xml"/><Relationship Id="Re8bc62372cc844bd"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7bf9c423b0e64291" Type="http://schemas.openxmlformats.org/officeDocument/2006/relationships/notesMaster" Target="../notesMasters/notesMaster1.xml"/><Relationship Id="Re225c1a754ce4f66"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07b5933a82014cfd" Type="http://schemas.openxmlformats.org/officeDocument/2006/relationships/slide" Target="../slides/slide20.xml"/><Relationship Id="R679bb63c102c46f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a983ff79e829433c" Type="http://schemas.openxmlformats.org/officeDocument/2006/relationships/slide" Target="../slides/slide21.xml"/><Relationship Id="Rf3192cf9448d40b6"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d42923c482444f04" Type="http://schemas.openxmlformats.org/officeDocument/2006/relationships/slide" Target="../slides/slide22.xml"/><Relationship Id="Reb1f6ead84d64130"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66e6029a84a242cd" Type="http://schemas.openxmlformats.org/officeDocument/2006/relationships/notesMaster" Target="../notesMasters/notesMaster1.xml"/><Relationship Id="Raf7d57c4c7cf4c0b"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43a25773a2194e0e" Type="http://schemas.openxmlformats.org/officeDocument/2006/relationships/slide" Target="../slides/slide24.xml"/><Relationship Id="R8d0476e0952748c7"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9d4b43a5774c499f" Type="http://schemas.openxmlformats.org/officeDocument/2006/relationships/slide" Target="../slides/slide25.xml"/><Relationship Id="Rab9dd2118abb4506"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2e9e98a734774c2c" Type="http://schemas.openxmlformats.org/officeDocument/2006/relationships/slide" Target="../slides/slide26.xml"/><Relationship Id="Rd3efc44e889e423a"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14ab15244d424be0" Type="http://schemas.openxmlformats.org/officeDocument/2006/relationships/slide" Target="../slides/slide27.xml"/><Relationship Id="R77451d5119d84a20"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41cd901557ab4449" Type="http://schemas.openxmlformats.org/officeDocument/2006/relationships/slide" Target="../slides/slide28.xml"/><Relationship Id="R6b309717ca6e4c19"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2d5f65ef26614a65" Type="http://schemas.openxmlformats.org/officeDocument/2006/relationships/notesMaster" Target="../notesMasters/notesMaster1.xml"/><Relationship Id="Rc8e504816f7a4535"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17dc2ab97c104fff" Type="http://schemas.openxmlformats.org/officeDocument/2006/relationships/notesMaster" Target="../notesMasters/notesMaster1.xml"/><Relationship Id="R6c6f98c1f62c4b3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ac094302429242d7" Type="http://schemas.openxmlformats.org/officeDocument/2006/relationships/slide" Target="../slides/slide31.xml"/><Relationship Id="Rf75cbb0e8b544125"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44bed93465844de0" Type="http://schemas.openxmlformats.org/officeDocument/2006/relationships/notesMaster" Target="../notesMasters/notesMaster1.xml"/><Relationship Id="Rb8a73b12002c42f6"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e0c2a77e94084798" Type="http://schemas.openxmlformats.org/officeDocument/2006/relationships/slide" Target="../slides/slide33.xml"/><Relationship Id="Rfdcbd96fa45a4c89"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14e38695c3cc4aa5" Type="http://schemas.openxmlformats.org/officeDocument/2006/relationships/slide" Target="../slides/slide34.xml"/><Relationship Id="R36661d945cb64407"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50015517c0a24d16" Type="http://schemas.openxmlformats.org/officeDocument/2006/relationships/slide" Target="../slides/slide35.xml"/><Relationship Id="R8a804ba19f8742b0"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402ffa35acbe416f" Type="http://schemas.openxmlformats.org/officeDocument/2006/relationships/notesMaster" Target="../notesMasters/notesMaster1.xml"/><Relationship Id="Rd126a84c475e449f"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6ef903f6576544a1" Type="http://schemas.openxmlformats.org/officeDocument/2006/relationships/notesMaster" Target="../notesMasters/notesMaster1.xml"/><Relationship Id="R794ecf02e6fc406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91f6266bcb7d406f" Type="http://schemas.openxmlformats.org/officeDocument/2006/relationships/slide" Target="../slides/slide38.xml"/><Relationship Id="Re0ae93f3ef5f4f69"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f1ef7079a78c414c" Type="http://schemas.openxmlformats.org/officeDocument/2006/relationships/notesMaster" Target="../notesMasters/notesMaster1.xml"/><Relationship Id="Rfc98905b2a4f4af6"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05e575d04ce141e7" Type="http://schemas.openxmlformats.org/officeDocument/2006/relationships/notesMaster" Target="../notesMasters/notesMaster1.xml"/><Relationship Id="Rabd080404e6b4b0d"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66d403040ee2482a" Type="http://schemas.openxmlformats.org/officeDocument/2006/relationships/notesMaster" Target="../notesMasters/notesMaster1.xml"/><Relationship Id="Rab1c82576c43453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814eab90fe054fcb" Type="http://schemas.openxmlformats.org/officeDocument/2006/relationships/notesMaster" Target="../notesMasters/notesMaster1.xml"/><Relationship Id="Reff84482274a4c60"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33afc85dfbbd4bc0" Type="http://schemas.openxmlformats.org/officeDocument/2006/relationships/notesMaster" Target="../notesMasters/notesMaster1.xml"/><Relationship Id="R76a395c1fe5f45b7"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9278103e63284949" Type="http://schemas.openxmlformats.org/officeDocument/2006/relationships/slide" Target="../slides/slide44.xml"/><Relationship Id="Ra05ac818af984e7b"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87e960025d074f98" Type="http://schemas.openxmlformats.org/officeDocument/2006/relationships/notesMaster" Target="../notesMasters/notesMaster1.xml"/><Relationship Id="R94ea3e8951754c5b"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7379dda434654c2d" Type="http://schemas.openxmlformats.org/officeDocument/2006/relationships/notesMaster" Target="../notesMasters/notesMaster1.xml"/><Relationship Id="R815de31666ab48c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5933df6a4454429b" Type="http://schemas.openxmlformats.org/officeDocument/2006/relationships/notesMaster" Target="../notesMasters/notesMaster1.xml"/><Relationship Id="R83dcf868af3a4729"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bb667e6cb4414006" Type="http://schemas.openxmlformats.org/officeDocument/2006/relationships/notesMaster" Target="../notesMasters/notesMaster1.xml"/><Relationship Id="Rcaab8186b7cd461c"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b17849ca3e5545fd" Type="http://schemas.openxmlformats.org/officeDocument/2006/relationships/slide" Target="../slides/slide49.xml"/><Relationship Id="Rf4cad00c6ea74d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01a864c5e724e15" Type="http://schemas.openxmlformats.org/officeDocument/2006/relationships/notesMaster" Target="../notesMasters/notesMaster1.xml"/><Relationship Id="R7dcfd3ccb4744c23"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8a299e2c5af142b9" Type="http://schemas.openxmlformats.org/officeDocument/2006/relationships/notesMaster" Target="../notesMasters/notesMaster1.xml"/><Relationship Id="Rcf5255d88ca14fc4"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8aedd14cad13485c" Type="http://schemas.openxmlformats.org/officeDocument/2006/relationships/slide" Target="../slides/slide52.xml"/><Relationship Id="Ra4c3e9cf7c7e4b39"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7c327daad8cb4a86" Type="http://schemas.openxmlformats.org/officeDocument/2006/relationships/notesMaster" Target="../notesMasters/notesMaster1.xml"/><Relationship Id="Rcd5961eba32b4f68"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534f68c40c524c31" Type="http://schemas.openxmlformats.org/officeDocument/2006/relationships/notesMaster" Target="../notesMasters/notesMaster1.xml"/><Relationship Id="Rb19a0356e9fb4105"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251ea9285e604c2f" Type="http://schemas.openxmlformats.org/officeDocument/2006/relationships/notesMaster" Target="../notesMasters/notesMaster1.xml"/><Relationship Id="Rcd2dce889e204396"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a9b6d1fe48384ab4" Type="http://schemas.openxmlformats.org/officeDocument/2006/relationships/slide" Target="../slides/slide56.xml"/><Relationship Id="Rd11232043e4c4f77"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ec9bbd7ee694199" Type="http://schemas.openxmlformats.org/officeDocument/2006/relationships/notesMaster" Target="../notesMasters/notesMaster1.xml"/><Relationship Id="R5b55825224254ba6"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76d2f699682141ef" Type="http://schemas.openxmlformats.org/officeDocument/2006/relationships/slide" Target="../slides/slide58.xml"/><Relationship Id="R8cd84c7dcb5246e4"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2a54b969658140da" Type="http://schemas.openxmlformats.org/officeDocument/2006/relationships/slide" Target="../slides/slide59.xml"/><Relationship Id="R40c88481ee5545b4"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60ad11a3c6d54c49" Type="http://schemas.openxmlformats.org/officeDocument/2006/relationships/slide" Target="../slides/slide60.xml"/><Relationship Id="R62e1e03b9fe743a9"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0a64bd697e63477b" Type="http://schemas.openxmlformats.org/officeDocument/2006/relationships/notesMaster" Target="../notesMasters/notesMaster1.xml"/><Relationship Id="Rf8ace96ed184492e"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77fab52457a74510" Type="http://schemas.openxmlformats.org/officeDocument/2006/relationships/slide" Target="../slides/slide62.xml"/><Relationship Id="Rc400df3e863845e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89843497f6e24a8a" Type="http://schemas.openxmlformats.org/officeDocument/2006/relationships/notesMaster" Target="../notesMasters/notesMaster1.xml"/><Relationship Id="Rf5dca7ff80c94a88"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5440d52792b44529" Type="http://schemas.openxmlformats.org/officeDocument/2006/relationships/notesMaster" Target="../notesMasters/notesMaster1.xml"/><Relationship Id="R579fd5cc1dd84a2c"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4b12b44f0e534a4d" Type="http://schemas.openxmlformats.org/officeDocument/2006/relationships/slide" Target="../slides/slide65.xml"/><Relationship Id="R62db781968734949"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517a518657ef49e5" Type="http://schemas.openxmlformats.org/officeDocument/2006/relationships/notesMaster" Target="../notesMasters/notesMaster1.xml"/><Relationship Id="Re82a6d32de66499a" Type="http://schemas.openxmlformats.org/officeDocument/2006/relationships/slide" Target="../slides/slide6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a:p xmlns:a="http://schemas.openxmlformats.org/drawingml/2006/main">
            <a:r>
              <a:t/>
            </a:r>
          </a:p>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a:t>
            </a:r>
          </a:p>
          <a:p xmlns:a="http://schemas.openxmlformats.org/drawingml/2006/main">
            <a:r>
              <a:t/>
            </a:r>
          </a:p>
          <a:p xmlns:a="http://schemas.openxmlformats.org/drawingml/2006/main">
            <a:r>
              <a:t>Attention converts exactly that reading question into arithmetic. Over the next few slides, we will keep the same four cards on the table. We will turn them into tokens, compare one query with several keys, hide the future, divide a one-hundred-percent relevance budget, and finally mix the useful information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a:p xmlns:a="http://schemas.openxmlformats.org/drawingml/2006/main">
            <a:r>
              <a:t/>
            </a:r>
          </a:p>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 They are learned coordinates that help the model represent useful patterns.</a:t>
            </a:r>
          </a:p>
          <a:p xmlns:a="http://schemas.openxmlformats.org/drawingml/2006/main">
            <a:r>
              <a:t/>
            </a:r>
          </a:p>
          <a:p xmlns:a="http://schemas.openxmlformats.org/drawingml/2006/main">
            <a:r>
              <a:t>This distinction matters for systems work. The sequence length tells us how many cards are present. The hidden width tells us how much state each card carries. Those two dimensions drive both memory traffic and compute.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easiest to understand as a relevance budget. When the model is processing the card “sat,” that position asks a question: which cards contain information that is useful to me right now?</a:t>
            </a:r>
          </a:p>
          <a:p xmlns:a="http://schemas.openxmlformats.org/drawingml/2006/main">
            <a:r>
              <a:t/>
            </a:r>
          </a:p>
          <a:p xmlns:a="http://schemas.openxmlformats.org/drawingml/2006/main">
            <a:r>
              <a:t>The query is the question carried by the current position. The keys are labels that advertise what each position can help with. The values are the actual payloads that will be collected if a position receives attention.</a:t>
            </a:r>
          </a:p>
          <a:p xmlns:a="http://schemas.openxmlformats.org/drawingml/2006/main">
            <a:r>
              <a:t/>
            </a:r>
          </a:p>
          <a:p xmlns:a="http://schemas.openxmlformats.org/drawingml/2006/main">
            <a:r>
              <a:t>For our sentence, the query at “sat” is roughly asking, “Who is performing this action, and what action state should I preserve?” The key at “cat” can match the actor part of that question. The key at “sat” can match the action part. After comparing the query with the keys, the model spends its relevance budget on the corresponding values.</a:t>
            </a:r>
          </a:p>
          <a:p xmlns:a="http://schemas.openxmlformats.org/drawingml/2006/main">
            <a:r>
              <a:t/>
            </a:r>
          </a:p>
          <a:p xmlns:a="http://schemas.openxmlformats.org/drawingml/2006/main">
            <a:r>
              <a:t>This budget is over positions in the existing sequence. It is not yet a probability distribution over possible next words. That comes later, after many layers and the final vocabulary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tiny two-number vectors so that every calculation fits on the slide. These numbers are invented for teaching. A real model learns much larger vectors from data, but the mechanism is the same.</a:t>
            </a:r>
          </a:p>
          <a:p xmlns:a="http://schemas.openxmlformats.org/drawingml/2006/main">
            <a:r>
              <a:t/>
            </a:r>
          </a:p>
          <a:p xmlns:a="http://schemas.openxmlformats.org/drawingml/2006/main">
            <a:r>
              <a:t>Follow only the row for the position “sat.” Its query is the vector one, one. The key for “The” is zero, zero. The key for “cat” is one, zero. The key for “sat” is one, one. The future period has key zero, one.</a:t>
            </a:r>
          </a:p>
          <a:p xmlns:a="http://schemas.openxmlformats.org/drawingml/2006/main">
            <a:r>
              <a:t/>
            </a:r>
          </a:p>
          <a:p xmlns:a="http://schemas.openxmlformats.org/drawingml/2006/main">
            <a:r>
              <a:t>You can picture the query as a two-part checklist. One coordinate looks for an actor clue, and the other looks for an action clue. The card “cat” matches the first part. The card “sat” matches both parts. The period happens to match one part, but it is in the future, so the causal rule will remove it before probabilities are formed.</a:t>
            </a:r>
          </a:p>
          <a:p xmlns:a="http://schemas.openxmlformats.org/drawingml/2006/main">
            <a:r>
              <a:t/>
            </a:r>
          </a:p>
          <a:p xmlns:a="http://schemas.openxmlformats.org/drawingml/2006/main">
            <a:r>
              <a:t>For now, the important move is simple: one current query is compared with every candidate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a:t>
            </a:r>
          </a:p>
          <a:p xmlns:a="http://schemas.openxmlformats.org/drawingml/2006/main">
            <a:r>
              <a:t/>
            </a:r>
          </a:p>
          <a:p xmlns:a="http://schemas.openxmlformats.org/drawingml/2006/main">
            <a:r>
              <a:t>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a:p xmlns:a="http://schemas.openxmlformats.org/drawingml/2006/main">
            <a:r>
              <a:t/>
            </a:r>
          </a:p>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a:t>
            </a:r>
          </a:p>
          <a:p xmlns:a="http://schemas.openxmlformats.org/drawingml/2006/main">
            <a:r>
              <a:t/>
            </a:r>
          </a:p>
          <a:p xmlns:a="http://schemas.openxmlformats.org/drawingml/2006/main">
            <a:r>
              <a:t>Scaling by the square root keeps dot products from becoming excessively large as vectors get wider. It helps softmax remain numerically and statistically well behaved.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generating left to right, so the position “sat” is not allowed to peek at the future period. Imagine placing an opaque card over that final column. The arithmetic version of that cover is the causal mask.</a:t>
            </a:r>
          </a:p>
          <a:p xmlns:a="http://schemas.openxmlformats.org/drawingml/2006/main">
            <a:r>
              <a:t/>
            </a:r>
          </a:p>
          <a:p xmlns:a="http://schemas.openxmlformats.org/drawingml/2006/main">
            <a:r>
              <a:t>Before masking, the four scores are approximately zero, zero point seven zero seven, one point four one four, and zero point seven zero seven. We replace the future score with negative infinity. After softmax, negative infinity becomes exactly zero probability. The period receives none of the attention budget.</a:t>
            </a:r>
          </a:p>
          <a:p xmlns:a="http://schemas.openxmlformats.org/drawingml/2006/main">
            <a:r>
              <a:t/>
            </a:r>
          </a:p>
          <a:p xmlns:a="http://schemas.openxmlformats.org/drawingml/2006/main">
            <a:r>
              <a:t>This rule prevents information leakage during training and preserves autoregressive generation during inference. Notice that masking does not force the whole prompt to run one token at a time. For a known prompt, all query rows can still be computed in parallel. Each row simply has a different boundary that hides later positions.</a:t>
            </a:r>
          </a:p>
          <a:p xmlns:a="http://schemas.openxmlformats.org/drawingml/2006/main">
            <a:r>
              <a:t/>
            </a:r>
          </a:p>
          <a:p xmlns:a="http://schemas.openxmlformats.org/drawingml/2006/main">
            <a:r>
              <a:t>The mask changes what each position may see, not whether the GPU may process many positions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now converts the allowed scores into a one-hundred-percent relevance budget. For our “sat” row, the approximate weights are fourteen percent for “The,” twenty-eight percent for “cat,” fifty-eight percent for “sat,” and zero percent for the future period.</a:t>
            </a:r>
          </a:p>
          <a:p xmlns:a="http://schemas.openxmlformats.org/drawingml/2006/main">
            <a:r>
              <a:t/>
            </a:r>
          </a:p>
          <a:p xmlns:a="http://schemas.openxmlformats.org/drawingml/2006/main">
            <a:r>
              <a:t>The exact numbers are less important than the pattern. A higher score receives more of the budget. Every visible position receives a nonnegative share, and all shares add up to one. The mask guarantees that a forbidden future position receives zero.</a:t>
            </a:r>
          </a:p>
          <a:p xmlns:a="http://schemas.openxmlformats.org/drawingml/2006/main">
            <a:r>
              <a:t/>
            </a:r>
          </a:p>
          <a:p xmlns:a="http://schemas.openxmlformats.org/drawingml/2006/main">
            <a:r>
              <a:t>This gives us an intuitive reading. The model keeps a little broad context from “The.” It spends a meaningful share on “cat” because that token supplies the actor. It spends the largest share on “sat” because the current action is central to the representation.</a:t>
            </a:r>
          </a:p>
          <a:p xmlns:a="http://schemas.openxmlformats.org/drawingml/2006/main">
            <a:r>
              <a:t/>
            </a:r>
          </a:p>
          <a:p xmlns:a="http://schemas.openxmlformats.org/drawingml/2006/main">
            <a:r>
              <a:t>Again, these are attention weights over token positions. They do not mean there is a fifty-eight-percent chance that the next word will be “sat.”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step is to collect the payloads stored in the values. In our toy example, let the first value coordinate mean “actor clue” and the second mean “action clue.” Give “The” the value zero, zero. Give “cat” the value one, zero. Give “sat” the value zero, one.</a:t>
            </a:r>
          </a:p>
          <a:p xmlns:a="http://schemas.openxmlformats.org/drawingml/2006/main">
            <a:r>
              <a:t/>
            </a:r>
          </a:p>
          <a:p xmlns:a="http://schemas.openxmlformats.org/drawingml/2006/main">
            <a:r>
              <a:t>We multiply each value by its attention weight and add the results. Fourteen percent of zero, zero contributes nothing. Twenty-eight percent of one, zero contributes an actor signal. Fifty-eight percent of zero, one contributes an action signal. The mixed output is approximately zero point two eight four, zero point five seven six.</a:t>
            </a:r>
          </a:p>
          <a:p xmlns:a="http://schemas.openxmlformats.org/drawingml/2006/main">
            <a:r>
              <a:t/>
            </a:r>
          </a:p>
          <a:p xmlns:a="http://schemas.openxmlformats.org/drawingml/2006/main">
            <a:r>
              <a:t>So the representation at “sat” now carries both ideas: the actor was the cat, and the current token expresses an action. A real model uses many learned dimensions rather than two named axes, and it repeats this operation across many heads and layers. The toy story simply makes the mechanism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a:t>
            </a:r>
          </a:p>
          <a:p xmlns:a="http://schemas.openxmlformats.org/drawingml/2006/main">
            <a:r>
              <a:t/>
            </a:r>
          </a:p>
          <a:p xmlns:a="http://schemas.openxmlformats.org/drawingml/2006/main">
            <a:r>
              <a:t>Each head has its own Q, K, and V projections. Different heads can learn different positional or semantic relationships. Their outputs are concatenated and projected back to the model width.</a:t>
            </a:r>
          </a:p>
          <a:p xmlns:a="http://schemas.openxmlformats.org/drawingml/2006/main">
            <a:r>
              <a:t/>
            </a:r>
          </a:p>
          <a:p xmlns:a="http://schemas.openxmlformats.org/drawingml/2006/main">
            <a:r>
              <a:t>The shape example uses batch size two, sequence length four, model width eight, and two heads. The input shape is two by four by eight. Splitting into two heads gives a head dimension of four. Q, K, and V therefore have shape two by two by four by four. After attention and concatenation, the result returns to two by four by eight.</a:t>
            </a:r>
          </a:p>
          <a:p xmlns:a="http://schemas.openxmlformats.org/drawingml/2006/main">
            <a:r>
              <a:t/>
            </a:r>
          </a:p>
          <a:p xmlns:a="http://schemas.openxmlformats.org/drawingml/2006/main">
            <a:r>
              <a:t>This shape restoration is important because the next operation expects the same model width. It also lets residual connections add the input back to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a:t>
            </a:r>
          </a:p>
          <a:p xmlns:a="http://schemas.openxmlformats.org/drawingml/2006/main">
            <a:r>
              <a:t/>
            </a:r>
          </a:p>
          <a:p xmlns:a="http://schemas.openxmlformats.org/drawingml/2006/main">
            <a:r>
              <a:t>For our example, the input is two by four by eight and the block output is still two by four by eight. This shape invariant allows many blocks to be stacked.</a:t>
            </a:r>
          </a:p>
          <a:p xmlns:a="http://schemas.openxmlformats.org/drawingml/2006/main">
            <a:r>
              <a:t/>
            </a:r>
          </a:p>
          <a:p xmlns:a="http://schemas.openxmlformats.org/drawingml/2006/main">
            <a:r>
              <a:t>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a:p xmlns:a="http://schemas.openxmlformats.org/drawingml/2006/main">
            <a:r>
              <a:t/>
            </a:r>
          </a:p>
          <a:p xmlns:a="http://schemas.openxmlformats.org/drawingml/2006/main">
            <a:r>
              <a:t>After the final block, the model must choose a next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a:t>
            </a:r>
          </a:p>
          <a:p xmlns:a="http://schemas.openxmlformats.org/drawingml/2006/main">
            <a:r>
              <a:t/>
            </a:r>
          </a:p>
          <a:p xmlns:a="http://schemas.openxmlformats.org/drawingml/2006/main">
            <a:r>
              <a:t>Logits are unnormalized. Temperature, top-k, top-p, or another decoding rule changes how a token is selected. The selected token is appended to the sequence.</a:t>
            </a:r>
          </a:p>
          <a:p xmlns:a="http://schemas.openxmlformats.org/drawingml/2006/main">
            <a:r>
              <a:t/>
            </a:r>
          </a:p>
          <a:p xmlns:a="http://schemas.openxmlformats.org/drawingml/2006/main">
            <a:r>
              <a:t>Only one next token is selected per active sequence at a decode step. Different sequences may choose different tokens and finish at different times.</a:t>
            </a:r>
          </a:p>
          <a:p xmlns:a="http://schemas.openxmlformats.org/drawingml/2006/main">
            <a:r>
              <a:t/>
            </a:r>
          </a:p>
          <a:p xmlns:a="http://schemas.openxmlformats.org/drawingml/2006/main">
            <a:r>
              <a:t>This is where the model computation becomes an online loop. The selected token changes the input for the next step, so the next token cannot be finalized before the current one has been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a:t>
            </a:r>
          </a:p>
          <a:p xmlns:a="http://schemas.openxmlformats.org/drawingml/2006/main">
            <a:r>
              <a:t/>
            </a:r>
          </a:p>
          <a:p xmlns:a="http://schemas.openxmlformats.org/drawingml/2006/main">
            <a:r>
              <a:t>The stop condition may be an end-of-sequence token, a maximum length, or an application rule.</a:t>
            </a:r>
          </a:p>
          <a:p xmlns:a="http://schemas.openxmlformats.org/drawingml/2006/main">
            <a:r>
              <a:t/>
            </a:r>
          </a:p>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a:p xmlns:a="http://schemas.openxmlformats.org/drawingml/2006/main">
            <a:r>
              <a:t/>
            </a:r>
          </a:p>
          <a:p xmlns:a="http://schemas.openxmlformats.org/drawingml/2006/main">
            <a:r>
              <a:t>This creates the prefill and decode split. Prefill processes the prompt and creates the first KV state. Decode consumes that state and extends it one step at a time.</a:t>
            </a:r>
          </a:p>
          <a:p xmlns:a="http://schemas.openxmlformats.org/drawingml/2006/main">
            <a:r>
              <a:t/>
            </a:r>
          </a:p>
          <a:p xmlns:a="http://schemas.openxmlformats.org/drawingml/2006/main">
            <a:r>
              <a:t>Before moving to serving, let us check the model-side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a:t>
            </a:r>
          </a:p>
          <a:p xmlns:a="http://schemas.openxmlformats.org/drawingml/2006/main">
            <a:r>
              <a:t/>
            </a:r>
          </a:p>
          <a:p xmlns:a="http://schemas.openxmlformats.org/drawingml/2006/main">
            <a:r>
              <a:t>One: the API receives the prompt and generation parameters. Two: the tokenizer converts text into token identifiers. Three: the scheduler admits the request into a waiting queue. Four: prefill processes the prompt and creates the first KV cache. Five: decode repeatedly generates new tokens. Six: the server streams output and releases resources.</a:t>
            </a:r>
          </a:p>
          <a:p xmlns:a="http://schemas.openxmlformats.org/drawingml/2006/main">
            <a:r>
              <a:t/>
            </a:r>
          </a:p>
          <a:p xmlns:a="http://schemas.openxmlformats.org/drawingml/2006/main">
            <a:r>
              <a:t>This lifecycle is useful because every performance claim should name the stage it changes. A faster tokenizer does not automatically reduce decode latency. A better scheduler may reduce queueing without changing kernel speed. A cache policy may reduce prefill work but increase memory pressure.</a:t>
            </a:r>
          </a:p>
          <a:p xmlns:a="http://schemas.openxmlformats.org/drawingml/2006/main">
            <a:r>
              <a:t/>
            </a:r>
          </a:p>
          <a:p xmlns:a="http://schemas.openxmlformats.org/drawingml/2006/main">
            <a:r>
              <a:t>By naming the stage and the resource, we can explain where a benefit comes from and where its cost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a:t>
            </a:r>
          </a:p>
          <a:p xmlns:a="http://schemas.openxmlformats.org/drawingml/2006/main">
            <a:r>
              <a:t/>
            </a:r>
          </a:p>
          <a:p xmlns:a="http://schemas.openxmlformats.org/drawingml/2006/main">
            <a:r>
              <a:t>Decode generates one or a few tokens per iteration. Each step is smaller, but it repeats many times. Decode depends on KV cache remaining available and is sensitive to scheduling jitter.</a:t>
            </a:r>
          </a:p>
          <a:p xmlns:a="http://schemas.openxmlformats.org/drawingml/2006/main">
            <a:r>
              <a:t/>
            </a:r>
          </a:p>
          <a:p xmlns:a="http://schemas.openxmlformats.org/drawingml/2006/main">
            <a:r>
              <a:t>The point at the bottom is the conclusion: prefill and decode expose different bottlenecks and need different optimization paths.</a:t>
            </a:r>
          </a:p>
          <a:p xmlns:a="http://schemas.openxmlformats.org/drawingml/2006/main">
            <a:r>
              <a:t/>
            </a:r>
          </a:p>
          <a:p xmlns:a="http://schemas.openxmlformats.org/drawingml/2006/main">
            <a:r>
              <a:t>An optimization that helps prefill may not help decode. For example, prefix reuse can remove repeated prompt work, while continuous batching may improve decode utilization.</a:t>
            </a:r>
          </a:p>
          <a:p xmlns:a="http://schemas.openxmlformats.org/drawingml/2006/main">
            <a:r>
              <a:t/>
            </a:r>
          </a:p>
          <a:p xmlns:a="http://schemas.openxmlformats.org/drawingml/2006/main">
            <a:r>
              <a:t>When reporting performance, separate the two phases instead of hiding them inside one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a:t>
            </a:r>
          </a:p>
          <a:p xmlns:a="http://schemas.openxmlformats.org/drawingml/2006/main">
            <a:r>
              <a:t/>
            </a:r>
          </a:p>
          <a:p xmlns:a="http://schemas.openxmlformats.org/drawingml/2006/main">
            <a:r>
              <a:t>Prefill is one relatively heavy pass over the six hundred prompt tokens. Decode is one hundred twenty smaller iterations, each extending the sequence and updating KV state.</a:t>
            </a:r>
          </a:p>
          <a:p xmlns:a="http://schemas.openxmlformats.org/drawingml/2006/main">
            <a:r>
              <a:t/>
            </a:r>
          </a:p>
          <a:p xmlns:a="http://schemas.openxmlformats.org/drawingml/2006/main">
            <a:r>
              <a:t>The timeline on the right makes the asymmetry visible. Prefill happens once. Decode repeats over time.</a:t>
            </a:r>
          </a:p>
          <a:p xmlns:a="http://schemas.openxmlformats.org/drawingml/2006/main">
            <a:r>
              <a:t/>
            </a:r>
          </a:p>
          <a:p xmlns:a="http://schemas.openxmlformats.org/drawingml/2006/main">
            <a:r>
              <a:t>The user experiences both. The wait before the first token reflects queueing and prefill. The smoothness of the output stream reflects decode scheduling, KV residency, batch changes, and backpressure.</a:t>
            </a:r>
          </a:p>
          <a:p xmlns:a="http://schemas.openxmlformats.org/drawingml/2006/main">
            <a:r>
              <a:t/>
            </a:r>
          </a:p>
          <a:p xmlns:a="http://schemas.openxmlformats.org/drawingml/2006/main">
            <a:r>
              <a:t>This is why “request latency” should not be treated as one indivisible number. We need metrics that identify the part of the experience that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a:t>
            </a:r>
          </a:p>
          <a:p xmlns:a="http://schemas.openxmlformats.org/drawingml/2006/main">
            <a:r>
              <a:t/>
            </a:r>
          </a:p>
          <a:p xmlns:a="http://schemas.openxmlformats.org/drawingml/2006/main">
            <a:r>
              <a:t>After the first token, time is spent in repeated decode iterations, batch reshaping, KV-page lookup and residency, and stream backpressure.</a:t>
            </a:r>
          </a:p>
          <a:p xmlns:a="http://schemas.openxmlformats.org/drawingml/2006/main">
            <a:r>
              <a:t/>
            </a:r>
          </a:p>
          <a:p xmlns:a="http://schemas.openxmlformats.org/drawingml/2006/main">
            <a:r>
              <a:t>The same request contributes to different bottlenecks at different times. This is the final idea of the first half.</a:t>
            </a:r>
          </a:p>
          <a:p xmlns:a="http://schemas.openxmlformats.org/drawingml/2006/main">
            <a:r>
              <a:t/>
            </a:r>
          </a:p>
          <a:p xmlns:a="http://schemas.openxmlformats.org/drawingml/2006/main">
            <a:r>
              <a:t>If time to first token is poor, investigate queueing and prefill first. If token streaming is uneven, investigate decode scheduling, KV state, and backpressure. If P99 is poor while the mean looks good, investigate bursts, long requests, and resource contention.</a:t>
            </a:r>
          </a:p>
          <a:p xmlns:a="http://schemas.openxmlformats.org/drawingml/2006/main">
            <a:r>
              <a:t/>
            </a:r>
          </a:p>
          <a:p xmlns:a="http://schemas.openxmlformats.org/drawingml/2006/main">
            <a:r>
              <a:t>We will now take a ten-minute break. When we return, we will open the scheduler and KV 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a:t>
            </a:r>
          </a:p>
          <a:p xmlns:a="http://schemas.openxmlformats.org/drawingml/2006/main">
            <a:r>
              <a:t/>
            </a:r>
          </a:p>
          <a:p xmlns:a="http://schemas.openxmlformats.org/drawingml/2006/main">
            <a:r>
              <a:t>Request-level scheduling is simple, but it has poor ability to insert new work while a long generation is running.</a:t>
            </a:r>
          </a:p>
          <a:p xmlns:a="http://schemas.openxmlformats.org/drawingml/2006/main">
            <a:r>
              <a:t/>
            </a:r>
          </a:p>
          <a:p xmlns:a="http://schemas.openxmlformats.org/drawingml/2006/main">
            <a:r>
              <a:t>Iteration-level scheduling rebuilds the active batch after each decode round. This enables new requests to enter and finished requests to leave, but it requires careful state tracking and KV management.</a:t>
            </a:r>
          </a:p>
          <a:p xmlns:a="http://schemas.openxmlformats.org/drawingml/2006/main">
            <a:r>
              <a:t/>
            </a:r>
          </a:p>
          <a:p xmlns:a="http://schemas.openxmlformats.org/drawingml/2006/main">
            <a:r>
              <a:t>Token-level scheduling offers maximum flexibility, but the metadata and synchronization overhead can become large.</a:t>
            </a:r>
          </a:p>
          <a:p xmlns:a="http://schemas.openxmlformats.org/drawingml/2006/main">
            <a:r>
              <a:t/>
            </a:r>
          </a:p>
          <a:p xmlns:a="http://schemas.openxmlformats.org/drawingml/2006/main">
            <a:r>
              <a:t>The Orca-style intuition at the bottom is the key: move the scheduling decision from the request boundary to the generation-iteration boundary.</a:t>
            </a:r>
          </a:p>
          <a:p xmlns:a="http://schemas.openxmlformats.org/drawingml/2006/main">
            <a:r>
              <a:t/>
            </a:r>
          </a:p>
          <a:p xmlns:a="http://schemas.openxmlformats.org/drawingml/2006/main">
            <a:r>
              <a:t>The next slide shows what that looks like over several iterations.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a:p xmlns:a="http://schemas.openxmlformats.org/drawingml/2006/main">
            <a:r>
              <a:t/>
            </a:r>
          </a:p>
          <a:p xmlns:a="http://schemas.openxmlformats.org/drawingml/2006/main">
            <a:r>
              <a:t>This is continuous batching. The engine does not wait for the whole original batch to finish before admitting new work.</a:t>
            </a:r>
          </a:p>
          <a:p xmlns:a="http://schemas.openxmlformats.org/drawingml/2006/main">
            <a:r>
              <a:t/>
            </a:r>
          </a:p>
          <a:p xmlns:a="http://schemas.openxmlformats.org/drawingml/2006/main">
            <a:r>
              <a:t>The benefit is better utilization and lower waiting time. The price is state management. Every active request must preserve its token history, KV-page mapping, finish status, sampling configuration, and execution progress across changing batches.</a:t>
            </a:r>
          </a:p>
          <a:p xmlns:a="http://schemas.openxmlformats.org/drawingml/2006/main">
            <a:r>
              <a:t/>
            </a:r>
          </a:p>
          <a:p xmlns:a="http://schemas.openxmlformats.org/drawingml/2006/main">
            <a:r>
              <a:t>Iteration boundaries therefore become control points where the scheduler and KV manager cooperate.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a:t>
            </a:r>
          </a:p>
          <a:p xmlns:a="http://schemas.openxmlformats.org/drawingml/2006/main">
            <a:r>
              <a:t/>
            </a:r>
          </a:p>
          <a:p xmlns:a="http://schemas.openxmlformats.org/drawingml/2006/main">
            <a:r>
              <a:t>Request A needs four tokens and two blocks. Request B needs three tokens and one block. Request C needs five tokens and three blocks.</a:t>
            </a:r>
          </a:p>
          <a:p xmlns:a="http://schemas.openxmlformats.org/drawingml/2006/main">
            <a:r>
              <a:t/>
            </a:r>
          </a:p>
          <a:p xmlns:a="http://schemas.openxmlformats.org/drawingml/2006/main">
            <a:r>
              <a:t>The question is not which pair has the smallest total or which pair arrived first. The first question is feasibility: which pairs fit both budgets at the same time?</a:t>
            </a:r>
          </a:p>
          <a:p xmlns:a="http://schemas.openxmlformats.org/drawingml/2006/main">
            <a:r>
              <a:t/>
            </a:r>
          </a:p>
          <a:p xmlns:a="http://schemas.openxmlformats.org/drawingml/2006/main">
            <a:r>
              <a:t>Take thirty seconds and calculate A plus B, A plus C, and B plus C.</a:t>
            </a:r>
          </a:p>
          <a:p xmlns:a="http://schemas.openxmlformats.org/drawingml/2006/main">
            <a:r>
              <a:t/>
            </a:r>
          </a:p>
          <a:p xmlns:a="http://schemas.openxmlformats.org/drawingml/2006/main">
            <a:r>
              <a:t>Now let us check every candidate pair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a:t>
            </a:r>
          </a:p>
          <a:p xmlns:a="http://schemas.openxmlformats.org/drawingml/2006/main">
            <a:r>
              <a:t/>
            </a:r>
          </a:p>
          <a:p xmlns:a="http://schemas.openxmlformats.org/drawingml/2006/main">
            <a:r>
              <a:t>A plus C uses nine tokens and five blocks, so it exceeds both budgets.</a:t>
            </a:r>
          </a:p>
          <a:p xmlns:a="http://schemas.openxmlformats.org/drawingml/2006/main">
            <a:r>
              <a:t/>
            </a:r>
          </a:p>
          <a:p xmlns:a="http://schemas.openxmlformats.org/drawingml/2006/main">
            <a:r>
              <a:t>B plus C uses eight tokens and four blocks. The token budget fits, but the KV-block budget does not.</a:t>
            </a:r>
          </a:p>
          <a:p xmlns:a="http://schemas.openxmlformats.org/drawingml/2006/main">
            <a:r>
              <a:t/>
            </a:r>
          </a:p>
          <a:p xmlns:a="http://schemas.openxmlformats.org/drawingml/2006/main">
            <a:r>
              <a:t>Therefore A plus B is the only feasible pair.</a:t>
            </a:r>
          </a:p>
          <a:p xmlns:a="http://schemas.openxmlformats.org/drawingml/2006/main">
            <a:r>
              <a:t/>
            </a:r>
          </a:p>
          <a:p xmlns:a="http://schemas.openxmlformats.org/drawingml/2006/main">
            <a:r>
              <a:t>This example separates constraints from policy. Hard constraints define the feasible set. Priority, fairness, deadlines, or service objectives choose among feasible options. A scheduler that ignores memory can select a batch that fits compute but cannot allocate its KV state.</a:t>
            </a:r>
          </a:p>
          <a:p xmlns:a="http://schemas.openxmlformats.org/drawingml/2006/main">
            <a:r>
              <a:t/>
            </a:r>
          </a:p>
          <a:p xmlns:a="http://schemas.openxmlformats.org/drawingml/2006/main">
            <a:r>
              <a:t>Next we quantify why KV capacity becomes such a central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a:t>
            </a:r>
          </a:p>
          <a:p xmlns:a="http://schemas.openxmlformats.org/drawingml/2006/main">
            <a:r>
              <a:t/>
            </a:r>
          </a:p>
          <a:p xmlns:a="http://schemas.openxmlformats.org/drawingml/2006/main">
            <a:r>
              <a:t>KV bytes per token equal two times the number of layers times the number of KV heads times the head dimension times the bytes per value. The first factor of two accounts for one key and one value.</a:t>
            </a:r>
          </a:p>
          <a:p xmlns:a="http://schemas.openxmlformats.org/drawingml/2006/main">
            <a:r>
              <a:t/>
            </a:r>
          </a:p>
          <a:p xmlns:a="http://schemas.openxmlformats.org/drawingml/2006/main">
            <a:r>
              <a:t>Substituting the numbers gives one hundred thirty-one thousand seventy-two bytes, or one hundred twenty-eight KiB per token.</a:t>
            </a:r>
          </a:p>
          <a:p xmlns:a="http://schemas.openxmlformats.org/drawingml/2006/main">
            <a:r>
              <a:t/>
            </a:r>
          </a:p>
          <a:p xmlns:a="http://schemas.openxmlformats.org/drawingml/2006/main">
            <a:r>
              <a:t>One hundred new tokens therefore add approximately twelve point five MiB for one request. Multiply that by many concurrent requests and long contexts, and KV capacity can dominate admission and batch size.</a:t>
            </a:r>
          </a:p>
          <a:p xmlns:a="http://schemas.openxmlformats.org/drawingml/2006/main">
            <a:r>
              <a:t/>
            </a:r>
          </a:p>
          <a:p xmlns:a="http://schemas.openxmlformats.org/drawingml/2006/main">
            <a:r>
              <a:t>The exact number changes with architecture and precision, but the method is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a:t>
            </a:r>
          </a:p>
          <a:p xmlns:a="http://schemas.openxmlformats.org/drawingml/2006/main">
            <a:r>
              <a:t/>
            </a:r>
          </a:p>
          <a:p xmlns:a="http://schemas.openxmlformats.org/drawingml/2006/main">
            <a:r>
              <a:t>Tokens one through sixteen fill block zero. Tokens seventeen through thirty-two fill block one. Tokens thirty-three through forty require block two.</a:t>
            </a:r>
          </a:p>
          <a:p xmlns:a="http://schemas.openxmlformats.org/drawingml/2006/main">
            <a:r>
              <a:t/>
            </a:r>
          </a:p>
          <a:p xmlns:a="http://schemas.openxmlformats.org/drawingml/2006/main">
            <a:r>
              <a:t>Forty divided by sixteen rounds up to three blocks. Three blocks provide forty-eight slots, so eight slots are unused.</a:t>
            </a:r>
          </a:p>
          <a:p xmlns:a="http://schemas.openxmlformats.org/drawingml/2006/main">
            <a:r>
              <a:t/>
            </a:r>
          </a:p>
          <a:p xmlns:a="http://schemas.openxmlformats.org/drawingml/2006/main">
            <a:r>
              <a:t>Paging avoids the requirement for one contiguous forty-token allocation. However, capacity still grows in block-sized units, so the last block may contain internal fragmentation.</a:t>
            </a:r>
          </a:p>
          <a:p xmlns:a="http://schemas.openxmlformats.org/drawingml/2006/main">
            <a:r>
              <a:t/>
            </a:r>
          </a:p>
          <a:p xmlns:a="http://schemas.openxmlformats.org/drawingml/2006/main">
            <a:r>
              <a:t>This small example explains why block size is a trade-off. Smaller blocks reduce wasted slots but increase mapping and metadata overhead. Larger blocks reduce metadata but may waste more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a:t>
            </a:r>
          </a:p>
          <a:p xmlns:a="http://schemas.openxmlformats.org/drawingml/2006/main">
            <a:r>
              <a:t/>
            </a:r>
          </a:p>
          <a:p xmlns:a="http://schemas.openxmlformats.org/drawingml/2006/main">
            <a:r>
              <a:t>If R seventeen is cancelled, the count drops to one. P three cannot return to the free list because R eighteen still reads it.</a:t>
            </a:r>
          </a:p>
          <a:p xmlns:a="http://schemas.openxmlformats.org/drawingml/2006/main">
            <a:r>
              <a:t/>
            </a:r>
          </a:p>
          <a:p xmlns:a="http://schemas.openxmlformats.org/drawingml/2006/main">
            <a:r>
              <a:t>When R eighteen finishes, the count drops to zero. Even then, the block is reclaimed only after in-flight device reads complete.</a:t>
            </a:r>
          </a:p>
          <a:p xmlns:a="http://schemas.openxmlformats.org/drawingml/2006/main">
            <a:r>
              <a:t/>
            </a:r>
          </a:p>
          <a:p xmlns:a="http://schemas.openxmlformats.org/drawingml/2006/main">
            <a:r>
              <a:t>The sentence at the bottom separates two mechanisms. Reference counting handles logical sharing. A device event or fence handles asynchronous completion.</a:t>
            </a:r>
          </a:p>
          <a:p xmlns:a="http://schemas.openxmlformats.org/drawingml/2006/main">
            <a:r>
              <a:t/>
            </a:r>
          </a:p>
          <a:p xmlns:a="http://schemas.openxmlformats.org/drawingml/2006/main">
            <a:r>
              <a:t>Without both, the runtime risks use-after-free errors, corrupted outputs, or premature reuse of memory that an accelerator still accesses.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a:t>
            </a:r>
          </a:p>
          <a:p xmlns:a="http://schemas.openxmlformats.org/drawingml/2006/main">
            <a:r>
              <a:t/>
            </a:r>
          </a:p>
          <a:p xmlns:a="http://schemas.openxmlformats.org/drawingml/2006/main">
            <a:r>
              <a:t>This is the core PagedAttention-style idea. The request sees an ordered logical sequence, while the memory manager is free to place blocks in available physical locations.</a:t>
            </a:r>
          </a:p>
          <a:p xmlns:a="http://schemas.openxmlformats.org/drawingml/2006/main">
            <a:r>
              <a:t/>
            </a:r>
          </a:p>
          <a:p xmlns:a="http://schemas.openxmlformats.org/drawingml/2006/main">
            <a:r>
              <a:t>The system effect is broader than fragmentation reduction. Paging supports dynamic batching and creates handles for prefix reuse, migration, offload, and multi-level KV storage.</a:t>
            </a:r>
          </a:p>
          <a:p xmlns:a="http://schemas.openxmlformats.org/drawingml/2006/main">
            <a:r>
              <a:t/>
            </a:r>
          </a:p>
          <a:p xmlns:a="http://schemas.openxmlformats.org/drawingml/2006/main">
            <a:r>
              <a:t>The cost is additional mapping state and lookup logic. The scheduler and executor must agree on the current page table for every active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a3e5c19e606e4e7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8dee9f665a54241" Type="http://schemas.openxmlformats.org/officeDocument/2006/relationships/theme" Target="theme/theme2.xml"/><Relationship Id="Reeda5587376844d3"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da5587376844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1cc434c57644657" Type="http://schemas.openxmlformats.org/officeDocument/2006/relationships/slideLayout" Target="../slideLayouts/slideLayout1.xml"/><Relationship Id="R9f74703d54fb4605" Type="http://schemas.openxmlformats.org/officeDocument/2006/relationships/image" Target="../media/image.png"/><Relationship Id="Rc4c8109b35304a0a"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8b6e0e282b2c4ff8" Type="http://schemas.openxmlformats.org/officeDocument/2006/relationships/image" Target="../media/image2.png"/><Relationship Id="Rabb5f04c16574670" Type="http://schemas.openxmlformats.org/officeDocument/2006/relationships/slideLayout" Target="../slideLayouts/slideLayout1.xml"/><Relationship Id="Rf6e6cd99e1de45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96a0143e0034386" Type="http://schemas.openxmlformats.org/officeDocument/2006/relationships/slideLayout" Target="../slideLayouts/slideLayout1.xml"/><Relationship Id="R89d23158102a424a" Type="http://schemas.openxmlformats.org/officeDocument/2006/relationships/notesSlide" Target="../notesSlides/notesSlide3.xml"/><Relationship Id="Rf67149d29acd4788" Type="http://schemas.openxmlformats.org/officeDocument/2006/relationships/image" Target="../media/image3.png"/></Relationships>
</file>

<file path=ppt/slides/_rels/slide4.xml.rels><?xml version='1.0' encoding='UTF-8' standalone='yes'?>
<Relationships xmlns="http://schemas.openxmlformats.org/package/2006/relationships"><Relationship Id="R698929a5607f4d65" Type="http://schemas.openxmlformats.org/officeDocument/2006/relationships/image" Target="../media/image4.png"/><Relationship Id="R9d66fd07745b46f3" Type="http://schemas.openxmlformats.org/officeDocument/2006/relationships/notesSlide" Target="../notesSlides/notesSlide4.xml"/><Relationship Id="Rd9febd4d54ee4d3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158158e7f6d946c9" Type="http://schemas.openxmlformats.org/officeDocument/2006/relationships/notesSlide" Target="../notesSlides/notesSlide5.xml"/><Relationship Id="R4095d515d48643fb" Type="http://schemas.openxmlformats.org/officeDocument/2006/relationships/image" Target="../media/image5.png"/><Relationship Id="Ra9b9db6a17b844f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0976a8ce527f4675" Type="http://schemas.openxmlformats.org/officeDocument/2006/relationships/notesSlide" Target="../notesSlides/notesSlide6.xml"/><Relationship Id="R2436a8da23d44080" Type="http://schemas.openxmlformats.org/officeDocument/2006/relationships/image" Target="../media/image6.png"/><Relationship Id="R805f3c3006be4a7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3055e4a0c44b416d" Type="http://schemas.openxmlformats.org/officeDocument/2006/relationships/image" Target="../media/image7.png"/><Relationship Id="R3c1835554deb4da4" Type="http://schemas.openxmlformats.org/officeDocument/2006/relationships/notesSlide" Target="../notesSlides/notesSlide7.xml"/><Relationship Id="Rb88d2bd801f1450d"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3343b3e09d224ef8" Type="http://schemas.openxmlformats.org/officeDocument/2006/relationships/notesSlide" Target="../notesSlides/notesSlide8.xml"/><Relationship Id="Rc7950909c474484b" Type="http://schemas.openxmlformats.org/officeDocument/2006/relationships/slideLayout" Target="../slideLayouts/slideLayout1.xml"/><Relationship Id="Re36c7acb89964a7a" Type="http://schemas.openxmlformats.org/officeDocument/2006/relationships/image" Target="../media/image8.png"/></Relationships>
</file>

<file path=ppt/slides/_rels/slide9.xml.rels><?xml version='1.0' encoding='UTF-8' standalone='yes'?>
<Relationships xmlns="http://schemas.openxmlformats.org/package/2006/relationships"><Relationship Id="Rb4724ec25a0d4991" Type="http://schemas.openxmlformats.org/officeDocument/2006/relationships/notesSlide" Target="../notesSlides/notesSlide9.xml"/><Relationship Id="Rde1e9fa75bf14c93" Type="http://schemas.openxmlformats.org/officeDocument/2006/relationships/slideLayout" Target="../slideLayouts/slideLayout1.xml"/><Relationship Id="Rf73a9098c7404c88" Type="http://schemas.openxmlformats.org/officeDocument/2006/relationships/image" Target="../media/image9.png"/></Relationships>
</file>

<file path=ppt/slides/_rels/slide10.xml.rels><?xml version='1.0' encoding='UTF-8' standalone='yes'?>
<Relationships xmlns="http://schemas.openxmlformats.org/package/2006/relationships"><Relationship Id="R40232eeb39fc4a2d" Type="http://schemas.openxmlformats.org/officeDocument/2006/relationships/image" Target="../media/image10.png"/><Relationship Id="R49510251cf864994" Type="http://schemas.openxmlformats.org/officeDocument/2006/relationships/slideLayout" Target="../slideLayouts/slideLayout1.xml"/><Relationship Id="R715921ace4bc448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0e9d450485e49f9" Type="http://schemas.openxmlformats.org/officeDocument/2006/relationships/notesSlide" Target="../notesSlides/notesSlide11.xml"/><Relationship Id="Rde0f591263824635" Type="http://schemas.openxmlformats.org/officeDocument/2006/relationships/image" Target="../media/image11.png"/><Relationship Id="Rebf28657c0ec45e9"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2a900855bbc34402" Type="http://schemas.openxmlformats.org/officeDocument/2006/relationships/image" Target="../media/image12.png"/><Relationship Id="Rb1f0618ff5db4a24" Type="http://schemas.openxmlformats.org/officeDocument/2006/relationships/notesSlide" Target="../notesSlides/notesSlide12.xml"/><Relationship Id="Rde91bd63247d4430"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36081d2cb1934715" Type="http://schemas.openxmlformats.org/officeDocument/2006/relationships/notesSlide" Target="../notesSlides/notesSlide13.xml"/><Relationship Id="Rb18d058ac78d4ce2" Type="http://schemas.openxmlformats.org/officeDocument/2006/relationships/slideLayout" Target="../slideLayouts/slideLayout1.xml"/><Relationship Id="Rf20f0612d3644b20" Type="http://schemas.openxmlformats.org/officeDocument/2006/relationships/image" Target="../media/image13.png"/></Relationships>
</file>

<file path=ppt/slides/_rels/slide14.xml.rels><?xml version='1.0' encoding='UTF-8' standalone='yes'?>
<Relationships xmlns="http://schemas.openxmlformats.org/package/2006/relationships"><Relationship Id="R10eb895efa2c47df" Type="http://schemas.openxmlformats.org/officeDocument/2006/relationships/image" Target="../media/image14.png"/><Relationship Id="R87c09e8fdd0e434f" Type="http://schemas.openxmlformats.org/officeDocument/2006/relationships/notesSlide" Target="../notesSlides/notesSlide14.xml"/><Relationship Id="R9196548f246f4309"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1a94f27e7b0b4816" Type="http://schemas.openxmlformats.org/officeDocument/2006/relationships/slideLayout" Target="../slideLayouts/slideLayout1.xml"/><Relationship Id="R4a30fcda352b4406" Type="http://schemas.openxmlformats.org/officeDocument/2006/relationships/image" Target="../media/image15.png"/><Relationship Id="Re48a4c99d08145ca"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298b446687844cb" Type="http://schemas.openxmlformats.org/officeDocument/2006/relationships/image" Target="../media/image16.png"/><Relationship Id="Rc9ee08933bd845d6" Type="http://schemas.openxmlformats.org/officeDocument/2006/relationships/notesSlide" Target="../notesSlides/notesSlide16.xml"/><Relationship Id="Re631ac63fcbc42b3"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2610dce58e224ee5" Type="http://schemas.openxmlformats.org/officeDocument/2006/relationships/slideLayout" Target="../slideLayouts/slideLayout1.xml"/><Relationship Id="Rd690d1515896426f" Type="http://schemas.openxmlformats.org/officeDocument/2006/relationships/image" Target="../media/image17.png"/><Relationship Id="Rf43946cf0317459c"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0285d0155e4e4bae" Type="http://schemas.openxmlformats.org/officeDocument/2006/relationships/image" Target="../media/image18.png"/><Relationship Id="R423e720b2fe3439e" Type="http://schemas.openxmlformats.org/officeDocument/2006/relationships/slideLayout" Target="../slideLayouts/slideLayout1.xml"/><Relationship Id="Rd0be77197ab540ce"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0e64a8b3707c48de" Type="http://schemas.openxmlformats.org/officeDocument/2006/relationships/slideLayout" Target="../slideLayouts/slideLayout1.xml"/><Relationship Id="R2d1c91cf11804b8f" Type="http://schemas.openxmlformats.org/officeDocument/2006/relationships/image" Target="../media/image19.png"/><Relationship Id="Ra2ab905c213c4e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b8778e73a344275" Type="http://schemas.openxmlformats.org/officeDocument/2006/relationships/notesSlide" Target="../notesSlides/notesSlide20.xml"/><Relationship Id="R5b237b701eb24d74" Type="http://schemas.openxmlformats.org/officeDocument/2006/relationships/image" Target="../media/image20.png"/><Relationship Id="Rab77f3c31339436f"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83a39746b86a4a5c" Type="http://schemas.openxmlformats.org/officeDocument/2006/relationships/slideLayout" Target="../slideLayouts/slideLayout1.xml"/><Relationship Id="Re52cfbffc1584396" Type="http://schemas.openxmlformats.org/officeDocument/2006/relationships/notesSlide" Target="../notesSlides/notesSlide21.xml"/><Relationship Id="Rf77f96cf51a848c4" Type="http://schemas.openxmlformats.org/officeDocument/2006/relationships/image" Target="../media/image21.png"/></Relationships>
</file>

<file path=ppt/slides/_rels/slide22.xml.rels><?xml version='1.0' encoding='UTF-8' standalone='yes'?>
<Relationships xmlns="http://schemas.openxmlformats.org/package/2006/relationships"><Relationship Id="R607f0b3ab7104bea" Type="http://schemas.openxmlformats.org/officeDocument/2006/relationships/slideLayout" Target="../slideLayouts/slideLayout1.xml"/><Relationship Id="R9b1c3bc1cb664fe7" Type="http://schemas.openxmlformats.org/officeDocument/2006/relationships/notesSlide" Target="../notesSlides/notesSlide22.xml"/><Relationship Id="Rea73914a558c47e6" Type="http://schemas.openxmlformats.org/officeDocument/2006/relationships/image" Target="../media/image22.png"/></Relationships>
</file>

<file path=ppt/slides/_rels/slide23.xml.rels><?xml version='1.0' encoding='UTF-8' standalone='yes'?>
<Relationships xmlns="http://schemas.openxmlformats.org/package/2006/relationships"><Relationship Id="R1350588a68ed4eff" Type="http://schemas.openxmlformats.org/officeDocument/2006/relationships/slideLayout" Target="../slideLayouts/slideLayout1.xml"/><Relationship Id="R790b6467f8094a85" Type="http://schemas.openxmlformats.org/officeDocument/2006/relationships/image" Target="../media/image23.png"/><Relationship Id="Ra09bbf4b70a4493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076014cb08e14c1b" Type="http://schemas.openxmlformats.org/officeDocument/2006/relationships/notesSlide" Target="../notesSlides/notesSlide24.xml"/><Relationship Id="R84eaabe8b37346bc" Type="http://schemas.openxmlformats.org/officeDocument/2006/relationships/image" Target="../media/image24.png"/><Relationship Id="Rb467d75f39334f9e"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18d73d898e2e4597" Type="http://schemas.openxmlformats.org/officeDocument/2006/relationships/slideLayout" Target="../slideLayouts/slideLayout1.xml"/><Relationship Id="R2dea20966b014b16" Type="http://schemas.openxmlformats.org/officeDocument/2006/relationships/notesSlide" Target="../notesSlides/notesSlide25.xml"/><Relationship Id="Raa6d5647a51049d8" Type="http://schemas.openxmlformats.org/officeDocument/2006/relationships/image" Target="../media/image25.png"/></Relationships>
</file>

<file path=ppt/slides/_rels/slide26.xml.rels><?xml version='1.0' encoding='UTF-8' standalone='yes'?>
<Relationships xmlns="http://schemas.openxmlformats.org/package/2006/relationships"><Relationship Id="R457ab42925c240e8" Type="http://schemas.openxmlformats.org/officeDocument/2006/relationships/notesSlide" Target="../notesSlides/notesSlide26.xml"/><Relationship Id="R9f140929ac014fb7" Type="http://schemas.openxmlformats.org/officeDocument/2006/relationships/slideLayout" Target="../slideLayouts/slideLayout1.xml"/><Relationship Id="Raa6769a35cf84b57" Type="http://schemas.openxmlformats.org/officeDocument/2006/relationships/image" Target="../media/image26.png"/></Relationships>
</file>

<file path=ppt/slides/_rels/slide27.xml.rels><?xml version='1.0' encoding='UTF-8' standalone='yes'?>
<Relationships xmlns="http://schemas.openxmlformats.org/package/2006/relationships"><Relationship Id="R38804e73ef3644c9" Type="http://schemas.openxmlformats.org/officeDocument/2006/relationships/notesSlide" Target="../notesSlides/notesSlide27.xml"/><Relationship Id="Rbbb7c245329141d7" Type="http://schemas.openxmlformats.org/officeDocument/2006/relationships/image" Target="../media/image27.png"/><Relationship Id="Rbc8c467753a0434b"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04ef98af77f84f89" Type="http://schemas.openxmlformats.org/officeDocument/2006/relationships/image" Target="../media/image28.png"/><Relationship Id="R289e223b87214b40" Type="http://schemas.openxmlformats.org/officeDocument/2006/relationships/notesSlide" Target="../notesSlides/notesSlide28.xml"/><Relationship Id="R82a5f714a1f64df0"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09a78de6afec4178" Type="http://schemas.openxmlformats.org/officeDocument/2006/relationships/image" Target="../media/image29.png"/><Relationship Id="R62e6e808b62b4101" Type="http://schemas.openxmlformats.org/officeDocument/2006/relationships/slideLayout" Target="../slideLayouts/slideLayout1.xml"/><Relationship Id="Ree1c20c46a12478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11b61f54de434750" Type="http://schemas.openxmlformats.org/officeDocument/2006/relationships/slideLayout" Target="../slideLayouts/slideLayout1.xml"/><Relationship Id="R15438b7f54864860" Type="http://schemas.openxmlformats.org/officeDocument/2006/relationships/image" Target="../media/image30.png"/><Relationship Id="R7a1d9bf4d8c34e9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1e6d89f1621042c2" Type="http://schemas.openxmlformats.org/officeDocument/2006/relationships/image" Target="../media/image31.png"/><Relationship Id="R244cdab6fcbd441a" Type="http://schemas.openxmlformats.org/officeDocument/2006/relationships/notesSlide" Target="../notesSlides/notesSlide31.xml"/><Relationship Id="R621f8347232a4c48"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8be90cfc4bd4206" Type="http://schemas.openxmlformats.org/officeDocument/2006/relationships/slideLayout" Target="../slideLayouts/slideLayout1.xml"/><Relationship Id="R522bb6e302d146f0" Type="http://schemas.openxmlformats.org/officeDocument/2006/relationships/image" Target="../media/image32.png"/><Relationship Id="R803cdf823d0045e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2f3a4dff63fa4ba8" Type="http://schemas.openxmlformats.org/officeDocument/2006/relationships/slideLayout" Target="../slideLayouts/slideLayout1.xml"/><Relationship Id="Rdc2d93211e9d4fb6" Type="http://schemas.openxmlformats.org/officeDocument/2006/relationships/notesSlide" Target="../notesSlides/notesSlide33.xml"/><Relationship Id="Rfd6c0f7c977a4e4e" Type="http://schemas.openxmlformats.org/officeDocument/2006/relationships/image" Target="../media/image33.png"/></Relationships>
</file>

<file path=ppt/slides/_rels/slide34.xml.rels><?xml version='1.0' encoding='UTF-8' standalone='yes'?>
<Relationships xmlns="http://schemas.openxmlformats.org/package/2006/relationships"><Relationship Id="R0d186486981c4791" Type="http://schemas.openxmlformats.org/officeDocument/2006/relationships/notesSlide" Target="../notesSlides/notesSlide34.xml"/><Relationship Id="R3266aa8ede52469a" Type="http://schemas.openxmlformats.org/officeDocument/2006/relationships/image" Target="../media/image34.png"/><Relationship Id="Rd2e8ff55242642e6"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50a3ec3f680543ed" Type="http://schemas.openxmlformats.org/officeDocument/2006/relationships/image" Target="../media/image35.png"/><Relationship Id="R9e0a3a4b6b8a4415" Type="http://schemas.openxmlformats.org/officeDocument/2006/relationships/slideLayout" Target="../slideLayouts/slideLayout1.xml"/><Relationship Id="Rb837f046ed254c7e"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0ca1b76e115b4b9b" Type="http://schemas.openxmlformats.org/officeDocument/2006/relationships/notesSlide" Target="../notesSlides/notesSlide36.xml"/><Relationship Id="Rd5315dbbc133416e" Type="http://schemas.openxmlformats.org/officeDocument/2006/relationships/image" Target="../media/image36.png"/><Relationship Id="Re6e5e709308a4b15"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868e65907de84ede" Type="http://schemas.openxmlformats.org/officeDocument/2006/relationships/slideLayout" Target="../slideLayouts/slideLayout1.xml"/><Relationship Id="Re2a06f2613ad40ae" Type="http://schemas.openxmlformats.org/officeDocument/2006/relationships/notesSlide" Target="../notesSlides/notesSlide37.xml"/><Relationship Id="Rffd41214eb6b417b" Type="http://schemas.openxmlformats.org/officeDocument/2006/relationships/image" Target="../media/image37.png"/></Relationships>
</file>

<file path=ppt/slides/_rels/slide38.xml.rels><?xml version='1.0' encoding='UTF-8' standalone='yes'?>
<Relationships xmlns="http://schemas.openxmlformats.org/package/2006/relationships"><Relationship Id="R1014ad9502074b62" Type="http://schemas.openxmlformats.org/officeDocument/2006/relationships/image" Target="../media/image38.png"/><Relationship Id="R106acc4f232b4784" Type="http://schemas.openxmlformats.org/officeDocument/2006/relationships/notesSlide" Target="../notesSlides/notesSlide38.xml"/><Relationship Id="R40bef161e43d4d1f"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044d4194159c49c2" Type="http://schemas.openxmlformats.org/officeDocument/2006/relationships/image" Target="../media/image39.png"/><Relationship Id="R854e29ab2dfd4e84" Type="http://schemas.openxmlformats.org/officeDocument/2006/relationships/slideLayout" Target="../slideLayouts/slideLayout1.xml"/><Relationship Id="Rcb3099800b484c1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246b4d419d804c95" Type="http://schemas.openxmlformats.org/officeDocument/2006/relationships/slideLayout" Target="../slideLayouts/slideLayout1.xml"/><Relationship Id="Rec219c893c1441dc" Type="http://schemas.openxmlformats.org/officeDocument/2006/relationships/image" Target="../media/image40.png"/><Relationship Id="Red8a97cc663a40b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244fb584fcb14de7" Type="http://schemas.openxmlformats.org/officeDocument/2006/relationships/notesSlide" Target="../notesSlides/notesSlide41.xml"/><Relationship Id="R40bf5c60aa254b26" Type="http://schemas.openxmlformats.org/officeDocument/2006/relationships/slideLayout" Target="../slideLayouts/slideLayout1.xml"/><Relationship Id="Rab4bf9ca16e0417d" Type="http://schemas.openxmlformats.org/officeDocument/2006/relationships/image" Target="../media/image41.png"/></Relationships>
</file>

<file path=ppt/slides/_rels/slide42.xml.rels><?xml version='1.0' encoding='UTF-8' standalone='yes'?>
<Relationships xmlns="http://schemas.openxmlformats.org/package/2006/relationships"><Relationship Id="R64a362adc54e457a" Type="http://schemas.openxmlformats.org/officeDocument/2006/relationships/notesSlide" Target="../notesSlides/notesSlide42.xml"/><Relationship Id="Rae4f654169be4a54" Type="http://schemas.openxmlformats.org/officeDocument/2006/relationships/slideLayout" Target="../slideLayouts/slideLayout1.xml"/><Relationship Id="Rf63c96bb82bd4116" Type="http://schemas.openxmlformats.org/officeDocument/2006/relationships/image" Target="../media/image42.png"/></Relationships>
</file>

<file path=ppt/slides/_rels/slide43.xml.rels><?xml version='1.0' encoding='UTF-8' standalone='yes'?>
<Relationships xmlns="http://schemas.openxmlformats.org/package/2006/relationships"><Relationship Id="R42c91de7edd44d3b" Type="http://schemas.openxmlformats.org/officeDocument/2006/relationships/slideLayout" Target="../slideLayouts/slideLayout1.xml"/><Relationship Id="R743fb7626e1d4bae" Type="http://schemas.openxmlformats.org/officeDocument/2006/relationships/notesSlide" Target="../notesSlides/notesSlide43.xml"/><Relationship Id="R9428776578fb469a" Type="http://schemas.openxmlformats.org/officeDocument/2006/relationships/image" Target="../media/image43.png"/></Relationships>
</file>

<file path=ppt/slides/_rels/slide44.xml.rels><?xml version='1.0' encoding='UTF-8' standalone='yes'?>
<Relationships xmlns="http://schemas.openxmlformats.org/package/2006/relationships"><Relationship Id="R00a15b3567d044ea" Type="http://schemas.openxmlformats.org/officeDocument/2006/relationships/image" Target="../media/image44.png"/><Relationship Id="R480e66d5f3334d1d" Type="http://schemas.openxmlformats.org/officeDocument/2006/relationships/notesSlide" Target="../notesSlides/notesSlide44.xml"/><Relationship Id="R9cb8bd77a3554495"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086651a42d984f4f" Type="http://schemas.openxmlformats.org/officeDocument/2006/relationships/notesSlide" Target="../notesSlides/notesSlide45.xml"/><Relationship Id="Rbc8908ea002141de" Type="http://schemas.openxmlformats.org/officeDocument/2006/relationships/image" Target="../media/image45.png"/><Relationship Id="Rc35366c741a5473b"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2462f87bda6a467a" Type="http://schemas.openxmlformats.org/officeDocument/2006/relationships/image" Target="../media/image46.png"/><Relationship Id="R42185a81dde54c15" Type="http://schemas.openxmlformats.org/officeDocument/2006/relationships/notesSlide" Target="../notesSlides/notesSlide46.xml"/><Relationship Id="R45fb2f84c9b4404d"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0a7380b25f854b26" Type="http://schemas.openxmlformats.org/officeDocument/2006/relationships/notesSlide" Target="../notesSlides/notesSlide47.xml"/><Relationship Id="R68c8886f88844824" Type="http://schemas.openxmlformats.org/officeDocument/2006/relationships/image" Target="../media/image47.png"/><Relationship Id="Rd318d8664edd4ef4"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1e2e64d756cd4819" Type="http://schemas.openxmlformats.org/officeDocument/2006/relationships/slideLayout" Target="../slideLayouts/slideLayout1.xml"/><Relationship Id="Rc2183acb5ad647bb" Type="http://schemas.openxmlformats.org/officeDocument/2006/relationships/notesSlide" Target="../notesSlides/notesSlide48.xml"/><Relationship Id="Rd8b69d2a8a5d4586" Type="http://schemas.openxmlformats.org/officeDocument/2006/relationships/image" Target="../media/image48.png"/></Relationships>
</file>

<file path=ppt/slides/_rels/slide49.xml.rels><?xml version='1.0' encoding='UTF-8' standalone='yes'?>
<Relationships xmlns="http://schemas.openxmlformats.org/package/2006/relationships"><Relationship Id="R016692cdc1764928" Type="http://schemas.openxmlformats.org/officeDocument/2006/relationships/notesSlide" Target="../notesSlides/notesSlide49.xml"/><Relationship Id="Rb8392f6258b848bd" Type="http://schemas.openxmlformats.org/officeDocument/2006/relationships/image" Target="../media/image49.png"/><Relationship Id="Re1ff860dfbf343a8"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1877ecc95c9c4b07" Type="http://schemas.openxmlformats.org/officeDocument/2006/relationships/notesSlide" Target="../notesSlides/notesSlide50.xml"/><Relationship Id="R28427a70d744473e" Type="http://schemas.openxmlformats.org/officeDocument/2006/relationships/slideLayout" Target="../slideLayouts/slideLayout1.xml"/><Relationship Id="R36840e0fcf704eb1" Type="http://schemas.openxmlformats.org/officeDocument/2006/relationships/image" Target="../media/image50.png"/></Relationships>
</file>

<file path=ppt/slides/_rels/slide51.xml.rels><?xml version='1.0' encoding='UTF-8' standalone='yes'?>
<Relationships xmlns="http://schemas.openxmlformats.org/package/2006/relationships"><Relationship Id="R0f81cf2f85264aa1" Type="http://schemas.openxmlformats.org/officeDocument/2006/relationships/notesSlide" Target="../notesSlides/notesSlide51.xml"/><Relationship Id="R36e53c56453f4720" Type="http://schemas.openxmlformats.org/officeDocument/2006/relationships/slideLayout" Target="../slideLayouts/slideLayout1.xml"/><Relationship Id="Rf400d5dba4ee470f" Type="http://schemas.openxmlformats.org/officeDocument/2006/relationships/image" Target="../media/image51.png"/></Relationships>
</file>

<file path=ppt/slides/_rels/slide52.xml.rels><?xml version='1.0' encoding='UTF-8' standalone='yes'?>
<Relationships xmlns="http://schemas.openxmlformats.org/package/2006/relationships"><Relationship Id="R2e7a2642aaad4726" Type="http://schemas.openxmlformats.org/officeDocument/2006/relationships/slideLayout" Target="../slideLayouts/slideLayout1.xml"/><Relationship Id="Ra45b847b46e44f0a" Type="http://schemas.openxmlformats.org/officeDocument/2006/relationships/notesSlide" Target="../notesSlides/notesSlide52.xml"/><Relationship Id="Rf8ea2164c9c64347" Type="http://schemas.openxmlformats.org/officeDocument/2006/relationships/image" Target="../media/image52.png"/></Relationships>
</file>

<file path=ppt/slides/_rels/slide53.xml.rels><?xml version='1.0' encoding='UTF-8' standalone='yes'?>
<Relationships xmlns="http://schemas.openxmlformats.org/package/2006/relationships"><Relationship Id="R93e65bd89e0543a6" Type="http://schemas.openxmlformats.org/officeDocument/2006/relationships/image" Target="../media/image53.png"/><Relationship Id="Ra2c3c2b3d7a04ed1" Type="http://schemas.openxmlformats.org/officeDocument/2006/relationships/notesSlide" Target="../notesSlides/notesSlide53.xml"/><Relationship Id="Rc6fe754548a849e6"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2f2324ce3e8449df" Type="http://schemas.openxmlformats.org/officeDocument/2006/relationships/image" Target="../media/image54.png"/><Relationship Id="R3db11f86b03043ed" Type="http://schemas.openxmlformats.org/officeDocument/2006/relationships/slideLayout" Target="../slideLayouts/slideLayout1.xml"/><Relationship Id="Rd4d579cc866941f1"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11752aa2b9e54bcf" Type="http://schemas.openxmlformats.org/officeDocument/2006/relationships/notesSlide" Target="../notesSlides/notesSlide55.xml"/><Relationship Id="R210bf8e51e2c4568" Type="http://schemas.openxmlformats.org/officeDocument/2006/relationships/image" Target="../media/image55.png"/><Relationship Id="Rabefbf9b6b8d434d"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970f348f225d4d84" Type="http://schemas.openxmlformats.org/officeDocument/2006/relationships/notesSlide" Target="../notesSlides/notesSlide56.xml"/><Relationship Id="Rc57415e0bbaf46ef" Type="http://schemas.openxmlformats.org/officeDocument/2006/relationships/slideLayout" Target="../slideLayouts/slideLayout1.xml"/><Relationship Id="Rca453be325be43d6" Type="http://schemas.openxmlformats.org/officeDocument/2006/relationships/image" Target="../media/image56.png"/></Relationships>
</file>

<file path=ppt/slides/_rels/slide57.xml.rels><?xml version='1.0' encoding='UTF-8' standalone='yes'?>
<Relationships xmlns="http://schemas.openxmlformats.org/package/2006/relationships"><Relationship Id="R4acede5c2278450c" Type="http://schemas.openxmlformats.org/officeDocument/2006/relationships/notesSlide" Target="../notesSlides/notesSlide57.xml"/><Relationship Id="R82d3d22771e74111" Type="http://schemas.openxmlformats.org/officeDocument/2006/relationships/image" Target="../media/image57.png"/><Relationship Id="Rc1e41e1996244810"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82448cb0e4e844e2" Type="http://schemas.openxmlformats.org/officeDocument/2006/relationships/slideLayout" Target="../slideLayouts/slideLayout1.xml"/><Relationship Id="Rb1d7bc9470b44adb" Type="http://schemas.openxmlformats.org/officeDocument/2006/relationships/image" Target="../media/image58.png"/><Relationship Id="Recf0e9ba0a6a49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1b8633170fc140b8" Type="http://schemas.openxmlformats.org/officeDocument/2006/relationships/image" Target="../media/image59.png"/><Relationship Id="R44a7783dbf1d49cf" Type="http://schemas.openxmlformats.org/officeDocument/2006/relationships/slideLayout" Target="../slideLayouts/slideLayout1.xml"/><Relationship Id="R5cb7057b503e4571"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12cf594d363840c3" Type="http://schemas.openxmlformats.org/officeDocument/2006/relationships/notesSlide" Target="../notesSlides/notesSlide60.xml"/><Relationship Id="R86355288b90d4b40" Type="http://schemas.openxmlformats.org/officeDocument/2006/relationships/image" Target="../media/image60.png"/><Relationship Id="Ra0e49309b7f3488c"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08adac0b8cc84837" Type="http://schemas.openxmlformats.org/officeDocument/2006/relationships/slideLayout" Target="../slideLayouts/slideLayout1.xml"/><Relationship Id="R52308e66042f4f6d" Type="http://schemas.openxmlformats.org/officeDocument/2006/relationships/notesSlide" Target="../notesSlides/notesSlide61.xml"/><Relationship Id="Rb206d5824f704af8" Type="http://schemas.openxmlformats.org/officeDocument/2006/relationships/image" Target="../media/image61.png"/></Relationships>
</file>

<file path=ppt/slides/_rels/slide62.xml.rels><?xml version='1.0' encoding='UTF-8' standalone='yes'?>
<Relationships xmlns="http://schemas.openxmlformats.org/package/2006/relationships"><Relationship Id="R1b0ec20c0e0e494a" Type="http://schemas.openxmlformats.org/officeDocument/2006/relationships/slideLayout" Target="../slideLayouts/slideLayout1.xml"/><Relationship Id="Rc0c69797ed914bc2" Type="http://schemas.openxmlformats.org/officeDocument/2006/relationships/notesSlide" Target="../notesSlides/notesSlide62.xml"/><Relationship Id="Ref5c298e3db94e9a" Type="http://schemas.openxmlformats.org/officeDocument/2006/relationships/image" Target="../media/image62.png"/></Relationships>
</file>

<file path=ppt/slides/_rels/slide63.xml.rels><?xml version='1.0' encoding='UTF-8' standalone='yes'?>
<Relationships xmlns="http://schemas.openxmlformats.org/package/2006/relationships"><Relationship Id="R2a4b0a9969b74e74" Type="http://schemas.openxmlformats.org/officeDocument/2006/relationships/slideLayout" Target="../slideLayouts/slideLayout1.xml"/><Relationship Id="R7c876a3e74f54643" Type="http://schemas.openxmlformats.org/officeDocument/2006/relationships/notesSlide" Target="../notesSlides/notesSlide63.xml"/><Relationship Id="R94c5bf747b324cf2" Type="http://schemas.openxmlformats.org/officeDocument/2006/relationships/image" Target="../media/image63.png"/></Relationships>
</file>

<file path=ppt/slides/_rels/slide64.xml.rels><?xml version='1.0' encoding='UTF-8' standalone='yes'?>
<Relationships xmlns="http://schemas.openxmlformats.org/package/2006/relationships"><Relationship Id="R41ca6a9ddb5e4ec8" Type="http://schemas.openxmlformats.org/officeDocument/2006/relationships/notesSlide" Target="../notesSlides/notesSlide64.xml"/><Relationship Id="R79c8b4968e3d4376" Type="http://schemas.openxmlformats.org/officeDocument/2006/relationships/image" Target="../media/image64.png"/><Relationship Id="Re464323bbefd41fb"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5399a7affcd14bf2" Type="http://schemas.openxmlformats.org/officeDocument/2006/relationships/slideLayout" Target="../slideLayouts/slideLayout1.xml"/><Relationship Id="R6b766e29586e449a" Type="http://schemas.openxmlformats.org/officeDocument/2006/relationships/notesSlide" Target="../notesSlides/notesSlide65.xml"/><Relationship Id="Rceb8dd3facbd4e6d" Type="http://schemas.openxmlformats.org/officeDocument/2006/relationships/image" Target="../media/image65.png"/></Relationships>
</file>

<file path=ppt/slides/_rels/slide66.xml.rels><?xml version='1.0' encoding='UTF-8' standalone='yes'?>
<Relationships xmlns="http://schemas.openxmlformats.org/package/2006/relationships"><Relationship Id="R272a75fee56a4ab4" Type="http://schemas.openxmlformats.org/officeDocument/2006/relationships/notesSlide" Target="../notesSlides/notesSlide66.xml"/><Relationship Id="R8a684b38b281413d" Type="http://schemas.openxmlformats.org/officeDocument/2006/relationships/image" Target="../media/image66.png"/><Relationship Id="Rfb6464da35c44e5c"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f74703d54fb460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b6e0e282b2c4ff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67149d29acd478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98929a5607f4d6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095d515d48643f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436a8da23d4408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055e4a0c44b416d"/>
          <a:stretch xmlns:a="http://schemas.openxmlformats.org/drawingml/2006/main"/>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36c7acb89964a7a"/>
          <a:stretch xmlns:a="http://schemas.openxmlformats.org/drawingml/2006/main"/>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56268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73a9098c7404c88"/>
          <a:stretch xmlns:a="http://schemas.openxmlformats.org/drawingml/2006/main"/>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5696973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0232eeb39fc4a2d"/>
          <a:stretch xmlns:a="http://schemas.openxmlformats.org/drawingml/2006/main"/>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136081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e0f591263824635"/>
          <a:stretch xmlns:a="http://schemas.openxmlformats.org/drawingml/2006/main"/>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12745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a900855bbc34402"/>
          <a:stretch xmlns:a="http://schemas.openxmlformats.org/drawingml/2006/main"/>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026084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20f0612d3644b20"/>
          <a:stretch xmlns:a="http://schemas.openxmlformats.org/drawingml/2006/main"/>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354882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0eb895efa2c47df"/>
          <a:stretch xmlns:a="http://schemas.openxmlformats.org/drawingml/2006/main"/>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744573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a30fcda352b440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833909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298b446687844c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184082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690d1515896426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801607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285d0155e4e4ba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965284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d1c91cf11804b8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21060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b237b701eb24d7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279286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77f96cf51a848c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32882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a73914a558c47e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225247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90b6467f8094a8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219989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4eaabe8b37346b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461079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a6d5647a51049d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3670096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a6769a35cf84b5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329309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bb7c245329141d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416295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4ef98af77f84f8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695184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9a78de6afec417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5377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5438b7f5486486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597609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e6d89f1621042c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3419926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22bb6e302d146f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7755598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d6c0f7c977a4e4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077983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266aa8ede52469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563154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0a3ec3f680543e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638542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5315dbbc133416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187101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fd41214eb6b417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22288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014ad9502074b6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38225312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44d4194159c49c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324352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c219c893c1441d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05266878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b4bf9ca16e0417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335545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63c96bb82bd411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8832236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428776578fb469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815464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0a15b3567d044e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5770797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c8908ea002141d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071504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462f87bda6a467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8040304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8c8886f8884482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694229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8b69d2a8a5d458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145056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8392f6258b848b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64533778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6840e0fcf704eb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9508811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400d5dba4ee470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9178587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8ea2164c9c6434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002222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3e65bd89e0543a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8476744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f2324ce3e8449d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028868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10bf8e51e2c456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917239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a453be325be43d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13586373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2d3d22771e7411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2162303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1d7bc9470b44ad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55012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b8633170fc140b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583646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6355288b90d4b4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178270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206d5824f704af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54434488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f5c298e3db94e9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6667475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4c5bf747b324cf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7901153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9c8b4968e3d437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497681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eb8dd3facbd4e6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568630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a684b38b281413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2026-07-30T07:34:56.9470000Z</dcterms:created>
  <dcterms:modified xsi:type="dcterms:W3CDTF">2026-07-30T07:34:56.9470000Z</dcterms:modified>
</coreProperties>
</file>