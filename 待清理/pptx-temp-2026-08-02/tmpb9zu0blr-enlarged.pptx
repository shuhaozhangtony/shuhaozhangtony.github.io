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42c7e8759cf849de" Type="http://schemas.openxmlformats.org/officeDocument/2006/relationships/officeDocument" Target="ppt/presentation.xml"/><Relationship Id="R71e90fcf50084dac" Type="http://schemas.openxmlformats.org/officeDocument/2006/relationships/extended-properties" Target="docProps/app.xml"/><Relationship Id="R7ac5fffb5f97457d"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55c54058f7c24a96"/>
  </p:sldMasterIdLst>
  <p:notesMasterIdLst>
    <p:notesMasterId xmlns:r="http://schemas.openxmlformats.org/officeDocument/2006/relationships" r:id="Rcd403d3ff2f44b67"/>
  </p:notesMasterIdLst>
  <p:sldIdLst>
    <p:sldId xmlns:r="http://schemas.openxmlformats.org/officeDocument/2006/relationships" id="256" r:id="R394eecc8ee574d07"/>
    <p:sldId xmlns:r="http://schemas.openxmlformats.org/officeDocument/2006/relationships" id="257" r:id="Rf5f7ccff59844bb8"/>
    <p:sldId xmlns:r="http://schemas.openxmlformats.org/officeDocument/2006/relationships" id="258" r:id="Rf407e37f28a346fa"/>
    <p:sldId xmlns:r="http://schemas.openxmlformats.org/officeDocument/2006/relationships" id="259" r:id="R94eae5660309431d"/>
    <p:sldId xmlns:r="http://schemas.openxmlformats.org/officeDocument/2006/relationships" id="260" r:id="R3ec978f935b24c9f"/>
    <p:sldId xmlns:r="http://schemas.openxmlformats.org/officeDocument/2006/relationships" id="261" r:id="R71e2d6973a694203"/>
    <p:sldId xmlns:r="http://schemas.openxmlformats.org/officeDocument/2006/relationships" id="262" r:id="R1a64966ed16f4fbe"/>
    <p:sldId xmlns:r="http://schemas.openxmlformats.org/officeDocument/2006/relationships" id="263" r:id="R127f53d072de4e0a"/>
    <p:sldId xmlns:r="http://schemas.openxmlformats.org/officeDocument/2006/relationships" id="264" r:id="Rfbad2fae53044015"/>
    <p:sldId xmlns:r="http://schemas.openxmlformats.org/officeDocument/2006/relationships" id="265" r:id="Rd296833735d04893"/>
    <p:sldId xmlns:r="http://schemas.openxmlformats.org/officeDocument/2006/relationships" id="266" r:id="R771e53ce5f084f19"/>
    <p:sldId xmlns:r="http://schemas.openxmlformats.org/officeDocument/2006/relationships" id="267" r:id="R657764387ba94f4d"/>
    <p:sldId xmlns:r="http://schemas.openxmlformats.org/officeDocument/2006/relationships" id="268" r:id="R3ebf5416f6744757"/>
    <p:sldId xmlns:r="http://schemas.openxmlformats.org/officeDocument/2006/relationships" id="269" r:id="R14b12121179e4bd6"/>
    <p:sldId xmlns:r="http://schemas.openxmlformats.org/officeDocument/2006/relationships" id="270" r:id="R0a4fa98242e04eee"/>
    <p:sldId xmlns:r="http://schemas.openxmlformats.org/officeDocument/2006/relationships" id="271" r:id="R25750a756cfb4b5d"/>
    <p:sldId xmlns:r="http://schemas.openxmlformats.org/officeDocument/2006/relationships" id="272" r:id="Rf04d4c03589f49bf"/>
    <p:sldId xmlns:r="http://schemas.openxmlformats.org/officeDocument/2006/relationships" id="273" r:id="Ra89bcf6afe804f08"/>
    <p:sldId xmlns:r="http://schemas.openxmlformats.org/officeDocument/2006/relationships" id="274" r:id="Ra8db1eeea9dc4f22"/>
    <p:sldId xmlns:r="http://schemas.openxmlformats.org/officeDocument/2006/relationships" id="275" r:id="R36807636d4f9405d"/>
    <p:sldId xmlns:r="http://schemas.openxmlformats.org/officeDocument/2006/relationships" id="276" r:id="R4cc19cde2d8b4c05"/>
    <p:sldId xmlns:r="http://schemas.openxmlformats.org/officeDocument/2006/relationships" id="277" r:id="Ra337e9029a68469c"/>
    <p:sldId xmlns:r="http://schemas.openxmlformats.org/officeDocument/2006/relationships" id="278" r:id="Rb315bff4b5274818"/>
    <p:sldId xmlns:r="http://schemas.openxmlformats.org/officeDocument/2006/relationships" id="279" r:id="Rc00b9c498cee4dad"/>
    <p:sldId xmlns:r="http://schemas.openxmlformats.org/officeDocument/2006/relationships" id="280" r:id="R3d0523b1a1234758"/>
    <p:sldId xmlns:r="http://schemas.openxmlformats.org/officeDocument/2006/relationships" id="281" r:id="R0baa685ff9eb453b"/>
    <p:sldId xmlns:r="http://schemas.openxmlformats.org/officeDocument/2006/relationships" id="282" r:id="R398b835bff8045e4"/>
    <p:sldId xmlns:r="http://schemas.openxmlformats.org/officeDocument/2006/relationships" id="283" r:id="R76f920e42af84a87"/>
    <p:sldId xmlns:r="http://schemas.openxmlformats.org/officeDocument/2006/relationships" id="284" r:id="Rf968af34a3144426"/>
    <p:sldId xmlns:r="http://schemas.openxmlformats.org/officeDocument/2006/relationships" id="285" r:id="R70c6bf043b9641e5"/>
    <p:sldId xmlns:r="http://schemas.openxmlformats.org/officeDocument/2006/relationships" id="286" r:id="R51056ceab3e74147"/>
    <p:sldId xmlns:r="http://schemas.openxmlformats.org/officeDocument/2006/relationships" id="287" r:id="Rcf6d9f1a38794cdd"/>
    <p:sldId xmlns:r="http://schemas.openxmlformats.org/officeDocument/2006/relationships" id="288" r:id="Rb6c74465b2ac4693"/>
    <p:sldId xmlns:r="http://schemas.openxmlformats.org/officeDocument/2006/relationships" id="289" r:id="R5d273aaefc1c4314"/>
    <p:sldId xmlns:r="http://schemas.openxmlformats.org/officeDocument/2006/relationships" id="290" r:id="R63da8655534044fd"/>
    <p:sldId xmlns:r="http://schemas.openxmlformats.org/officeDocument/2006/relationships" id="291" r:id="R28859ed1b39c4ae8"/>
    <p:sldId xmlns:r="http://schemas.openxmlformats.org/officeDocument/2006/relationships" id="292" r:id="Rb752ed8b87884194"/>
    <p:sldId xmlns:r="http://schemas.openxmlformats.org/officeDocument/2006/relationships" id="293" r:id="Rde348bfcce8845f6"/>
    <p:sldId xmlns:r="http://schemas.openxmlformats.org/officeDocument/2006/relationships" id="294" r:id="R2e85801868f14f3a"/>
    <p:sldId xmlns:r="http://schemas.openxmlformats.org/officeDocument/2006/relationships" id="295" r:id="Ra26f394165fe4f76"/>
    <p:sldId xmlns:r="http://schemas.openxmlformats.org/officeDocument/2006/relationships" id="296" r:id="R6ab39cf4c8644a22"/>
    <p:sldId xmlns:r="http://schemas.openxmlformats.org/officeDocument/2006/relationships" id="297" r:id="R2c40f29bbc9b4ea7"/>
    <p:sldId xmlns:r="http://schemas.openxmlformats.org/officeDocument/2006/relationships" id="298" r:id="R36194e7e77f24867"/>
    <p:sldId xmlns:r="http://schemas.openxmlformats.org/officeDocument/2006/relationships" id="299" r:id="R5789b9f472674a56"/>
    <p:sldId xmlns:r="http://schemas.openxmlformats.org/officeDocument/2006/relationships" id="300" r:id="R4a631e2e73794edc"/>
    <p:sldId xmlns:r="http://schemas.openxmlformats.org/officeDocument/2006/relationships" id="301" r:id="Rf489c437f5fd4ab7"/>
    <p:sldId xmlns:r="http://schemas.openxmlformats.org/officeDocument/2006/relationships" id="302" r:id="R2d4c2cd43e434944"/>
    <p:sldId xmlns:r="http://schemas.openxmlformats.org/officeDocument/2006/relationships" id="303" r:id="R8886664462d74951"/>
    <p:sldId xmlns:r="http://schemas.openxmlformats.org/officeDocument/2006/relationships" id="304" r:id="R255df642067f4fcf"/>
    <p:sldId xmlns:r="http://schemas.openxmlformats.org/officeDocument/2006/relationships" id="305" r:id="Rd976bb74939b4be8"/>
    <p:sldId xmlns:r="http://schemas.openxmlformats.org/officeDocument/2006/relationships" id="306" r:id="Rfcd436bedce74cb2"/>
    <p:sldId xmlns:r="http://schemas.openxmlformats.org/officeDocument/2006/relationships" id="307" r:id="R8b1b617f0e7444cc"/>
    <p:sldId xmlns:r="http://schemas.openxmlformats.org/officeDocument/2006/relationships" id="308" r:id="Rc6bdadec80904d73"/>
    <p:sldId xmlns:r="http://schemas.openxmlformats.org/officeDocument/2006/relationships" id="309" r:id="R5bcda2a498154870"/>
    <p:sldId xmlns:r="http://schemas.openxmlformats.org/officeDocument/2006/relationships" id="310" r:id="Rddba0507a40748eb"/>
    <p:sldId xmlns:r="http://schemas.openxmlformats.org/officeDocument/2006/relationships" id="311" r:id="Rc9fde60afa2c4f4d"/>
    <p:sldId xmlns:r="http://schemas.openxmlformats.org/officeDocument/2006/relationships" id="312" r:id="R63584aee85224f84"/>
    <p:sldId xmlns:r="http://schemas.openxmlformats.org/officeDocument/2006/relationships" id="313" r:id="R6057e4c395104d24"/>
    <p:sldId xmlns:r="http://schemas.openxmlformats.org/officeDocument/2006/relationships" id="314" r:id="R0f8ecbe0f773421a"/>
    <p:sldId xmlns:r="http://schemas.openxmlformats.org/officeDocument/2006/relationships" id="315" r:id="R385a72f60ed54ad1"/>
    <p:sldId xmlns:r="http://schemas.openxmlformats.org/officeDocument/2006/relationships" id="316" r:id="R19b7255ad6a142c9"/>
    <p:sldId xmlns:r="http://schemas.openxmlformats.org/officeDocument/2006/relationships" id="317" r:id="R383a1b353e2d477c"/>
    <p:sldId xmlns:r="http://schemas.openxmlformats.org/officeDocument/2006/relationships" id="318" r:id="R1a6b377cc7074ad3"/>
    <p:sldId xmlns:r="http://schemas.openxmlformats.org/officeDocument/2006/relationships" id="319" r:id="R61b2c4ded05348a5"/>
    <p:sldId xmlns:r="http://schemas.openxmlformats.org/officeDocument/2006/relationships" id="320" r:id="R225623bab95843bb"/>
    <p:sldId xmlns:r="http://schemas.openxmlformats.org/officeDocument/2006/relationships" id="321" r:id="Rb22b2a50be714597"/>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a4fa98242e04eee" Type="http://schemas.openxmlformats.org/officeDocument/2006/relationships/slide" Target="slides/slide15.xml"/><Relationship Id="R0baa685ff9eb453b" Type="http://schemas.openxmlformats.org/officeDocument/2006/relationships/slide" Target="slides/slide26.xml"/><Relationship Id="R0f8ecbe0f773421a" Type="http://schemas.openxmlformats.org/officeDocument/2006/relationships/slide" Target="slides/slide59.xml"/><Relationship Id="R127f53d072de4e0a" Type="http://schemas.openxmlformats.org/officeDocument/2006/relationships/slide" Target="slides/slide8.xml"/><Relationship Id="R14b12121179e4bd6" Type="http://schemas.openxmlformats.org/officeDocument/2006/relationships/slide" Target="slides/slide14.xml"/><Relationship Id="R19b7255ad6a142c9" Type="http://schemas.openxmlformats.org/officeDocument/2006/relationships/slide" Target="slides/slide61.xml"/><Relationship Id="R1a64966ed16f4fbe" Type="http://schemas.openxmlformats.org/officeDocument/2006/relationships/slide" Target="slides/slide7.xml"/><Relationship Id="R1a6b377cc7074ad3" Type="http://schemas.openxmlformats.org/officeDocument/2006/relationships/slide" Target="slides/slide63.xml"/><Relationship Id="R225623bab95843bb" Type="http://schemas.openxmlformats.org/officeDocument/2006/relationships/slide" Target="slides/slide65.xml"/><Relationship Id="R255df642067f4fcf" Type="http://schemas.openxmlformats.org/officeDocument/2006/relationships/slide" Target="slides/slide49.xml"/><Relationship Id="R25750a756cfb4b5d" Type="http://schemas.openxmlformats.org/officeDocument/2006/relationships/slide" Target="slides/slide16.xml"/><Relationship Id="R28859ed1b39c4ae8" Type="http://schemas.openxmlformats.org/officeDocument/2006/relationships/slide" Target="slides/slide36.xml"/><Relationship Id="R2c40f29bbc9b4ea7" Type="http://schemas.openxmlformats.org/officeDocument/2006/relationships/slide" Target="slides/slide42.xml"/><Relationship Id="R2d4c2cd43e434944" Type="http://schemas.openxmlformats.org/officeDocument/2006/relationships/slide" Target="slides/slide47.xml"/><Relationship Id="R2e85801868f14f3a" Type="http://schemas.openxmlformats.org/officeDocument/2006/relationships/slide" Target="slides/slide39.xml"/><Relationship Id="R36194e7e77f24867" Type="http://schemas.openxmlformats.org/officeDocument/2006/relationships/slide" Target="slides/slide43.xml"/><Relationship Id="R36807636d4f9405d" Type="http://schemas.openxmlformats.org/officeDocument/2006/relationships/slide" Target="slides/slide20.xml"/><Relationship Id="R383a1b353e2d477c" Type="http://schemas.openxmlformats.org/officeDocument/2006/relationships/slide" Target="slides/slide62.xml"/><Relationship Id="R385a72f60ed54ad1" Type="http://schemas.openxmlformats.org/officeDocument/2006/relationships/slide" Target="slides/slide60.xml"/><Relationship Id="R394eecc8ee574d07" Type="http://schemas.openxmlformats.org/officeDocument/2006/relationships/slide" Target="slides/slide1.xml"/><Relationship Id="R398b835bff8045e4" Type="http://schemas.openxmlformats.org/officeDocument/2006/relationships/slide" Target="slides/slide27.xml"/><Relationship Id="R3d0523b1a1234758" Type="http://schemas.openxmlformats.org/officeDocument/2006/relationships/slide" Target="slides/slide25.xml"/><Relationship Id="R3ebf5416f6744757" Type="http://schemas.openxmlformats.org/officeDocument/2006/relationships/slide" Target="slides/slide13.xml"/><Relationship Id="R3ec978f935b24c9f" Type="http://schemas.openxmlformats.org/officeDocument/2006/relationships/slide" Target="slides/slide5.xml"/><Relationship Id="R4a631e2e73794edc" Type="http://schemas.openxmlformats.org/officeDocument/2006/relationships/slide" Target="slides/slide45.xml"/><Relationship Id="R4cc19cde2d8b4c05" Type="http://schemas.openxmlformats.org/officeDocument/2006/relationships/slide" Target="slides/slide21.xml"/><Relationship Id="R51056ceab3e74147" Type="http://schemas.openxmlformats.org/officeDocument/2006/relationships/slide" Target="slides/slide31.xml"/><Relationship Id="R55c54058f7c24a96" Type="http://schemas.openxmlformats.org/officeDocument/2006/relationships/slideMaster" Target="slideMasters/slideMaster1.xml"/><Relationship Id="R5789b9f472674a56" Type="http://schemas.openxmlformats.org/officeDocument/2006/relationships/slide" Target="slides/slide44.xml"/><Relationship Id="R5bcda2a498154870" Type="http://schemas.openxmlformats.org/officeDocument/2006/relationships/slide" Target="slides/slide54.xml"/><Relationship Id="R5d273aaefc1c4314" Type="http://schemas.openxmlformats.org/officeDocument/2006/relationships/slide" Target="slides/slide34.xml"/><Relationship Id="R6057e4c395104d24" Type="http://schemas.openxmlformats.org/officeDocument/2006/relationships/slide" Target="slides/slide58.xml"/><Relationship Id="R61b2c4ded05348a5" Type="http://schemas.openxmlformats.org/officeDocument/2006/relationships/slide" Target="slides/slide64.xml"/><Relationship Id="R63584aee85224f84" Type="http://schemas.openxmlformats.org/officeDocument/2006/relationships/slide" Target="slides/slide57.xml"/><Relationship Id="R63da8655534044fd" Type="http://schemas.openxmlformats.org/officeDocument/2006/relationships/slide" Target="slides/slide35.xml"/><Relationship Id="R657764387ba94f4d" Type="http://schemas.openxmlformats.org/officeDocument/2006/relationships/slide" Target="slides/slide12.xml"/><Relationship Id="R6ab39cf4c8644a22" Type="http://schemas.openxmlformats.org/officeDocument/2006/relationships/slide" Target="slides/slide41.xml"/><Relationship Id="R70c6bf043b9641e5" Type="http://schemas.openxmlformats.org/officeDocument/2006/relationships/slide" Target="slides/slide30.xml"/><Relationship Id="R71e2d6973a694203" Type="http://schemas.openxmlformats.org/officeDocument/2006/relationships/slide" Target="slides/slide6.xml"/><Relationship Id="R76f920e42af84a87" Type="http://schemas.openxmlformats.org/officeDocument/2006/relationships/slide" Target="slides/slide28.xml"/><Relationship Id="R771e53ce5f084f19" Type="http://schemas.openxmlformats.org/officeDocument/2006/relationships/slide" Target="slides/slide11.xml"/><Relationship Id="R7c1c72004b2b4eec" Type="http://schemas.openxmlformats.org/officeDocument/2006/relationships/presProps" Target="presProps.xml"/><Relationship Id="R8886664462d74951" Type="http://schemas.openxmlformats.org/officeDocument/2006/relationships/slide" Target="slides/slide48.xml"/><Relationship Id="R8b1b617f0e7444cc" Type="http://schemas.openxmlformats.org/officeDocument/2006/relationships/slide" Target="slides/slide52.xml"/><Relationship Id="R94eae5660309431d" Type="http://schemas.openxmlformats.org/officeDocument/2006/relationships/slide" Target="slides/slide4.xml"/><Relationship Id="Ra26f394165fe4f76" Type="http://schemas.openxmlformats.org/officeDocument/2006/relationships/slide" Target="slides/slide40.xml"/><Relationship Id="Ra337e9029a68469c" Type="http://schemas.openxmlformats.org/officeDocument/2006/relationships/slide" Target="slides/slide22.xml"/><Relationship Id="Ra89bcf6afe804f08" Type="http://schemas.openxmlformats.org/officeDocument/2006/relationships/slide" Target="slides/slide18.xml"/><Relationship Id="Ra8db1eeea9dc4f22" Type="http://schemas.openxmlformats.org/officeDocument/2006/relationships/slide" Target="slides/slide19.xml"/><Relationship Id="Rb22b2a50be714597" Type="http://schemas.openxmlformats.org/officeDocument/2006/relationships/slide" Target="slides/slide66.xml"/><Relationship Id="Rb315bff4b5274818" Type="http://schemas.openxmlformats.org/officeDocument/2006/relationships/slide" Target="slides/slide23.xml"/><Relationship Id="Rb340372503f546b3" Type="http://schemas.openxmlformats.org/officeDocument/2006/relationships/tableStyles" Target="tableStyles.xml"/><Relationship Id="Rb6c74465b2ac4693" Type="http://schemas.openxmlformats.org/officeDocument/2006/relationships/slide" Target="slides/slide33.xml"/><Relationship Id="Rb752ed8b87884194" Type="http://schemas.openxmlformats.org/officeDocument/2006/relationships/slide" Target="slides/slide37.xml"/><Relationship Id="Rc00b9c498cee4dad" Type="http://schemas.openxmlformats.org/officeDocument/2006/relationships/slide" Target="slides/slide24.xml"/><Relationship Id="Rc6bdadec80904d73" Type="http://schemas.openxmlformats.org/officeDocument/2006/relationships/slide" Target="slides/slide53.xml"/><Relationship Id="Rc9fde60afa2c4f4d" Type="http://schemas.openxmlformats.org/officeDocument/2006/relationships/slide" Target="slides/slide56.xml"/><Relationship Id="Rcd403d3ff2f44b67" Type="http://schemas.openxmlformats.org/officeDocument/2006/relationships/notesMaster" Target="notesMasters/notesMaster1.xml"/><Relationship Id="Rcf6d9f1a38794cdd" Type="http://schemas.openxmlformats.org/officeDocument/2006/relationships/slide" Target="slides/slide32.xml"/><Relationship Id="Rd296833735d04893" Type="http://schemas.openxmlformats.org/officeDocument/2006/relationships/slide" Target="slides/slide10.xml"/><Relationship Id="Rd976bb74939b4be8" Type="http://schemas.openxmlformats.org/officeDocument/2006/relationships/slide" Target="slides/slide50.xml"/><Relationship Id="Rddba0507a40748eb" Type="http://schemas.openxmlformats.org/officeDocument/2006/relationships/slide" Target="slides/slide55.xml"/><Relationship Id="Rde348bfcce8845f6" Type="http://schemas.openxmlformats.org/officeDocument/2006/relationships/slide" Target="slides/slide38.xml"/><Relationship Id="Rea1893d16dce4c7e" Type="http://schemas.openxmlformats.org/officeDocument/2006/relationships/theme" Target="theme/theme1.xml"/><Relationship Id="Rf04d4c03589f49bf" Type="http://schemas.openxmlformats.org/officeDocument/2006/relationships/slide" Target="slides/slide17.xml"/><Relationship Id="Rf407e37f28a346fa" Type="http://schemas.openxmlformats.org/officeDocument/2006/relationships/slide" Target="slides/slide3.xml"/><Relationship Id="Rf489c437f5fd4ab7" Type="http://schemas.openxmlformats.org/officeDocument/2006/relationships/slide" Target="slides/slide46.xml"/><Relationship Id="Rf5f7ccff59844bb8" Type="http://schemas.openxmlformats.org/officeDocument/2006/relationships/slide" Target="slides/slide2.xml"/><Relationship Id="Rf968af34a3144426" Type="http://schemas.openxmlformats.org/officeDocument/2006/relationships/slide" Target="slides/slide29.xml"/><Relationship Id="Rfbad2fae53044015" Type="http://schemas.openxmlformats.org/officeDocument/2006/relationships/slide" Target="slides/slide9.xml"/><Relationship Id="Rfcd436bedce74cb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baba1a91866643b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252a5d809b14a0f" Type="http://schemas.openxmlformats.org/officeDocument/2006/relationships/slide" Target="../slides/slide1.xml"/><Relationship Id="R556ca6c151c8476c"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baf34df7f9a4346" Type="http://schemas.openxmlformats.org/officeDocument/2006/relationships/slide" Target="../slides/slide2.xml"/><Relationship Id="Rf7237c7a29d44b0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72504f33f5664239" Type="http://schemas.openxmlformats.org/officeDocument/2006/relationships/notesMaster" Target="../notesMasters/notesMaster1.xml"/><Relationship Id="Re40dbfccf70d4ce6"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e4fcfaecacf4ff2" Type="http://schemas.openxmlformats.org/officeDocument/2006/relationships/slide" Target="../slides/slide4.xml"/><Relationship Id="R9d9b2e4c66924ad5"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b3cf473447e4afa" Type="http://schemas.openxmlformats.org/officeDocument/2006/relationships/notesMaster" Target="../notesMasters/notesMaster1.xml"/><Relationship Id="Rdbc4f2ec77074a4e"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80ddb75944b4f72" Type="http://schemas.openxmlformats.org/officeDocument/2006/relationships/slide" Target="../slides/slide6.xml"/><Relationship Id="R5b7b6a42bd5c4c4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63410e41da843ca" Type="http://schemas.openxmlformats.org/officeDocument/2006/relationships/slide" Target="../slides/slide7.xml"/><Relationship Id="R9a949a39476a434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69542250ddd5479f" Type="http://schemas.openxmlformats.org/officeDocument/2006/relationships/slide" Target="../slides/slide8.xml"/><Relationship Id="R87cd2487916640c6"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171539468884a60" Type="http://schemas.openxmlformats.org/officeDocument/2006/relationships/slide" Target="../slides/slide9.xml"/><Relationship Id="R95da1ed3840f470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f6a8c381972405d" Type="http://schemas.openxmlformats.org/officeDocument/2006/relationships/notesMaster" Target="../notesMasters/notesMaster1.xml"/><Relationship Id="R8fee5be2d63c404a"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483a5489d6e4890" Type="http://schemas.openxmlformats.org/officeDocument/2006/relationships/notesMaster" Target="../notesMasters/notesMaster1.xml"/><Relationship Id="R983e3564d8a947db"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d385c0df3924a5f" Type="http://schemas.openxmlformats.org/officeDocument/2006/relationships/notesMaster" Target="../notesMasters/notesMaster1.xml"/><Relationship Id="Rc0d0353d7f7b4e9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b00a6e4fc7fe4648" Type="http://schemas.openxmlformats.org/officeDocument/2006/relationships/slide" Target="../slides/slide13.xml"/><Relationship Id="Rcdbf58cf6147464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c0ff948b5964199" Type="http://schemas.openxmlformats.org/officeDocument/2006/relationships/slide" Target="../slides/slide14.xml"/><Relationship Id="Rdb8d5184d89b42cf"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8e26873afc4f75" Type="http://schemas.openxmlformats.org/officeDocument/2006/relationships/slide" Target="../slides/slide15.xml"/><Relationship Id="Rc14564501bcd467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d8c3fa7ddaa4d06" Type="http://schemas.openxmlformats.org/officeDocument/2006/relationships/notesMaster" Target="../notesMasters/notesMaster1.xml"/><Relationship Id="Rf2362c0d13fa4ded"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7141b69b2ea4c7b" Type="http://schemas.openxmlformats.org/officeDocument/2006/relationships/notesMaster" Target="../notesMasters/notesMaster1.xml"/><Relationship Id="R387ac78e1ba1460f"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123e5458307493e" Type="http://schemas.openxmlformats.org/officeDocument/2006/relationships/notesMaster" Target="../notesMasters/notesMaster1.xml"/><Relationship Id="R1fc665fce263483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2c4d8b0905f04308" Type="http://schemas.openxmlformats.org/officeDocument/2006/relationships/slide" Target="../slides/slide19.xml"/><Relationship Id="Rdc277488452b4308"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3feaa3c349bd4c82" Type="http://schemas.openxmlformats.org/officeDocument/2006/relationships/notesMaster" Target="../notesMasters/notesMaster1.xml"/><Relationship Id="Rc46b7162c30d46c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469044037f74ebd" Type="http://schemas.openxmlformats.org/officeDocument/2006/relationships/slide" Target="../slides/slide21.xml"/><Relationship Id="Re5a1c78d92f34aeb"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0b3898741714b85" Type="http://schemas.openxmlformats.org/officeDocument/2006/relationships/slide" Target="../slides/slide22.xml"/><Relationship Id="Rd8abf525710f42d3"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ad0f0c10f4a488e" Type="http://schemas.openxmlformats.org/officeDocument/2006/relationships/slide" Target="../slides/slide23.xml"/><Relationship Id="R491ecfc871144af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132712fdda51465d" Type="http://schemas.openxmlformats.org/officeDocument/2006/relationships/slide" Target="../slides/slide24.xml"/><Relationship Id="Re40d9e14a076444d"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86f69f5ea214712" Type="http://schemas.openxmlformats.org/officeDocument/2006/relationships/slide" Target="../slides/slide25.xml"/><Relationship Id="R7988b67512374e1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2e30dcdda8904396" Type="http://schemas.openxmlformats.org/officeDocument/2006/relationships/slide" Target="../slides/slide26.xml"/><Relationship Id="Rb6d63f447f92480b"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338ecee19395495b" Type="http://schemas.openxmlformats.org/officeDocument/2006/relationships/notesMaster" Target="../notesMasters/notesMaster1.xml"/><Relationship Id="R647e5e0281df44f8"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3506b56238634ae9" Type="http://schemas.openxmlformats.org/officeDocument/2006/relationships/slide" Target="../slides/slide28.xml"/><Relationship Id="Rcb497e071fb64a0d"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2090d727193b4b80" Type="http://schemas.openxmlformats.org/officeDocument/2006/relationships/slide" Target="../slides/slide29.xml"/><Relationship Id="Rfffad7cf49164625"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1a65c9d216cf44b3" Type="http://schemas.openxmlformats.org/officeDocument/2006/relationships/slide" Target="../slides/slide30.xml"/><Relationship Id="R2cc34811f1104b00"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13a3dcaa11c4456" Type="http://schemas.openxmlformats.org/officeDocument/2006/relationships/notesMaster" Target="../notesMasters/notesMaster1.xml"/><Relationship Id="R256db3e975884d29"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07ba01e2a9ce4351" Type="http://schemas.openxmlformats.org/officeDocument/2006/relationships/notesMaster" Target="../notesMasters/notesMaster1.xml"/><Relationship Id="R2515737b8b3f4ab3"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50517daf3e41489b" Type="http://schemas.openxmlformats.org/officeDocument/2006/relationships/notesMaster" Target="../notesMasters/notesMaster1.xml"/><Relationship Id="Rce8ccedaa5c74610"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032cd095545b4dd6" Type="http://schemas.openxmlformats.org/officeDocument/2006/relationships/notesMaster" Target="../notesMasters/notesMaster1.xml"/><Relationship Id="R6c2bf596e2d04727"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61aeca2ca8a94e15" Type="http://schemas.openxmlformats.org/officeDocument/2006/relationships/notesMaster" Target="../notesMasters/notesMaster1.xml"/><Relationship Id="Re849f2748e0b427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466e9e7c679b4efe" Type="http://schemas.openxmlformats.org/officeDocument/2006/relationships/slide" Target="../slides/slide36.xml"/><Relationship Id="R8f7f85590afe47ee"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138152f760164a57" Type="http://schemas.openxmlformats.org/officeDocument/2006/relationships/notesMaster" Target="../notesMasters/notesMaster1.xml"/><Relationship Id="R24c88a7b0ecd407b"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b9c7ed3c602b4c80" Type="http://schemas.openxmlformats.org/officeDocument/2006/relationships/notesMaster" Target="../notesMasters/notesMaster1.xml"/><Relationship Id="Rcd2ac78150f94f9e"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64aca0eb966d4486" Type="http://schemas.openxmlformats.org/officeDocument/2006/relationships/slide" Target="../slides/slide39.xml"/><Relationship Id="Rcef4f29dbec24cd8"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2ce81500df134157" Type="http://schemas.openxmlformats.org/officeDocument/2006/relationships/notesMaster" Target="../notesMasters/notesMaster1.xml"/><Relationship Id="Rff57dfc59b8f48ff"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9ad8dc7aad764b38" Type="http://schemas.openxmlformats.org/officeDocument/2006/relationships/slide" Target="../slides/slide41.xml"/><Relationship Id="Rf10a6e23a3944f85"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11241b6fc87a44eb" Type="http://schemas.openxmlformats.org/officeDocument/2006/relationships/notesMaster" Target="../notesMasters/notesMaster1.xml"/><Relationship Id="R65304309cda2461f"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23d866e9e42442f0" Type="http://schemas.openxmlformats.org/officeDocument/2006/relationships/slide" Target="../slides/slide43.xml"/><Relationship Id="Rf68a6200050d40aa"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bc088549158f4c07" Type="http://schemas.openxmlformats.org/officeDocument/2006/relationships/notesMaster" Target="../notesMasters/notesMaster1.xml"/><Relationship Id="Rf340a1783cd34c43"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0b6e42b3cd904c5d" Type="http://schemas.openxmlformats.org/officeDocument/2006/relationships/slide" Target="../slides/slide45.xml"/><Relationship Id="Ra2f5bec401a44587"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6047342d3ef24721" Type="http://schemas.openxmlformats.org/officeDocument/2006/relationships/notesMaster" Target="../notesMasters/notesMaster1.xml"/><Relationship Id="R604a4b7bb4fd48e4"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dcc3a67e6ba54dce" Type="http://schemas.openxmlformats.org/officeDocument/2006/relationships/slide" Target="../slides/slide47.xml"/><Relationship Id="Rde3a27a0b4ca4c79"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9114bf0349344246" Type="http://schemas.openxmlformats.org/officeDocument/2006/relationships/notesMaster" Target="../notesMasters/notesMaster1.xml"/><Relationship Id="Rba31d0308c2f407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5492659b2783473d" Type="http://schemas.openxmlformats.org/officeDocument/2006/relationships/notesMaster" Target="../notesMasters/notesMaster1.xml"/><Relationship Id="Rdfa05b99a0264e30"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8ba4705c92d648bc" Type="http://schemas.openxmlformats.org/officeDocument/2006/relationships/slide" Target="../slides/slide50.xml"/><Relationship Id="Re3cf930eb1a042e5"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1cedff80bb484261" Type="http://schemas.openxmlformats.org/officeDocument/2006/relationships/notesMaster" Target="../notesMasters/notesMaster1.xml"/><Relationship Id="R283a2e99d0e54770"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051d2fdb159243d5" Type="http://schemas.openxmlformats.org/officeDocument/2006/relationships/slide" Target="../slides/slide52.xml"/><Relationship Id="R91056e5cb4d44f2a"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123f11bf98b64d1a" Type="http://schemas.openxmlformats.org/officeDocument/2006/relationships/notesMaster" Target="../notesMasters/notesMaster1.xml"/><Relationship Id="R66f04b6530404389"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d2e7965b2c2e4e5d" Type="http://schemas.openxmlformats.org/officeDocument/2006/relationships/notesMaster" Target="../notesMasters/notesMaster1.xml"/><Relationship Id="Rfd5411ba2607463b"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2f092c5a17774231" Type="http://schemas.openxmlformats.org/officeDocument/2006/relationships/slide" Target="../slides/slide55.xml"/><Relationship Id="Re38948e52dbc4114"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237c07eafb894f44" Type="http://schemas.openxmlformats.org/officeDocument/2006/relationships/notesMaster" Target="../notesMasters/notesMaster1.xml"/><Relationship Id="R6a8485c113d74b23"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0f4ed58201f4513" Type="http://schemas.openxmlformats.org/officeDocument/2006/relationships/notesMaster" Target="../notesMasters/notesMaster1.xml"/><Relationship Id="Ra61ead159eb94576"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75d82d8fe7524561" Type="http://schemas.openxmlformats.org/officeDocument/2006/relationships/notesMaster" Target="../notesMasters/notesMaster1.xml"/><Relationship Id="Rd125abb8bbd248ed"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ccfa11e1c8de493e" Type="http://schemas.openxmlformats.org/officeDocument/2006/relationships/slide" Target="../slides/slide59.xml"/><Relationship Id="Rd60d109b405049c7"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290b4a5a7cb5478e" Type="http://schemas.openxmlformats.org/officeDocument/2006/relationships/notesMaster" Target="../notesMasters/notesMaster1.xml"/><Relationship Id="R6fb4708873de47c5"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6bdd36c72234997" Type="http://schemas.openxmlformats.org/officeDocument/2006/relationships/slide" Target="../slides/slide61.xml"/><Relationship Id="R95c99e12982248d0"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977137eaa4a14a48" Type="http://schemas.openxmlformats.org/officeDocument/2006/relationships/notesMaster" Target="../notesMasters/notesMaster1.xml"/><Relationship Id="R9b071a376ea0428c"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8878150e8da44a9d" Type="http://schemas.openxmlformats.org/officeDocument/2006/relationships/slide" Target="../slides/slide63.xml"/><Relationship Id="R8a27af4061664b7e"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04120740b31b4181" Type="http://schemas.openxmlformats.org/officeDocument/2006/relationships/slide" Target="../slides/slide64.xml"/><Relationship Id="R6cb081b50e114529"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1f31e57e9bcb4b50" Type="http://schemas.openxmlformats.org/officeDocument/2006/relationships/notesMaster" Target="../notesMasters/notesMaster1.xml"/><Relationship Id="R92a5edc648f24153"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2b86bb610fbf4023" Type="http://schemas.openxmlformats.org/officeDocument/2006/relationships/slide" Target="../slides/slide66.xml"/><Relationship Id="Rfc55967d4e1e419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a:p xmlns:a="http://schemas.openxmlformats.org/drawingml/2006/main">
            <a:r>
              <a:t/>
            </a:r>
          </a:p>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a:t>
            </a:r>
          </a:p>
          <a:p xmlns:a="http://schemas.openxmlformats.org/drawingml/2006/main">
            <a:r>
              <a:t/>
            </a:r>
          </a:p>
          <a:p xmlns:a="http://schemas.openxmlformats.org/drawingml/2006/main">
            <a:r>
              <a:t>Attention converts exactly that reading question into arithmetic. 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a:p xmlns:a="http://schemas.openxmlformats.org/drawingml/2006/main">
            <a:r>
              <a:t/>
            </a:r>
          </a:p>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 They are learned coordinates that help the model represent useful patterns.</a:t>
            </a:r>
          </a:p>
          <a:p xmlns:a="http://schemas.openxmlformats.org/drawingml/2006/main">
            <a:r>
              <a:t/>
            </a:r>
          </a:p>
          <a:p xmlns:a="http://schemas.openxmlformats.org/drawingml/2006/main">
            <a:r>
              <a:t>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a:t>
            </a:r>
          </a:p>
          <a:p xmlns:a="http://schemas.openxmlformats.org/drawingml/2006/main">
            <a:r>
              <a:t/>
            </a:r>
          </a:p>
          <a:p xmlns:a="http://schemas.openxmlformats.org/drawingml/2006/main">
            <a:r>
              <a:t>The query is the question carried by the current position. The keys are labels that advertise what each position can help with. The values are the actual payloads that will be collected if a position receives attention.</a:t>
            </a:r>
          </a:p>
          <a:p xmlns:a="http://schemas.openxmlformats.org/drawingml/2006/main">
            <a:r>
              <a:t/>
            </a:r>
          </a:p>
          <a:p xmlns:a="http://schemas.openxmlformats.org/drawingml/2006/main">
            <a:r>
              <a:t>For our sentence, the query at “sat” is roughly asking, “Who is performing this action, and what action state should I preserve?” The key at “cat” can match the actor part of that question. The key at “sat” can match the action part. After comparing the query with the keys, the model spends its relevance budget on the corresponding values.</a:t>
            </a:r>
          </a:p>
          <a:p xmlns:a="http://schemas.openxmlformats.org/drawingml/2006/main">
            <a:r>
              <a:t/>
            </a:r>
          </a:p>
          <a:p xmlns:a="http://schemas.openxmlformats.org/drawingml/2006/main">
            <a:r>
              <a:t>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a:t>
            </a:r>
          </a:p>
          <a:p xmlns:a="http://schemas.openxmlformats.org/drawingml/2006/main">
            <a:r>
              <a:t/>
            </a:r>
          </a:p>
          <a:p xmlns:a="http://schemas.openxmlformats.org/drawingml/2006/main">
            <a:r>
              <a:t>Follow only the row for the position “sat.” Its query is the vector one, one. The key for “The” is zero, zero. The key for “cat” is one, zero. The key for “sat” is one, one. The future period has key zero, one.</a:t>
            </a:r>
          </a:p>
          <a:p xmlns:a="http://schemas.openxmlformats.org/drawingml/2006/main">
            <a:r>
              <a:t/>
            </a:r>
          </a:p>
          <a:p xmlns:a="http://schemas.openxmlformats.org/drawingml/2006/main">
            <a:r>
              <a:t>You can picture the query as a two-part checklist. One coordinate looks for an actor clue, and the other looks for an action clue. The card “cat” matches the first part. The card “sat” matches both parts. The period happens to match one part, but it is in the future, so the causal rule will remove it before probabilities are formed.</a:t>
            </a:r>
          </a:p>
          <a:p xmlns:a="http://schemas.openxmlformats.org/drawingml/2006/main">
            <a:r>
              <a:t/>
            </a:r>
          </a:p>
          <a:p xmlns:a="http://schemas.openxmlformats.org/drawingml/2006/main">
            <a:r>
              <a:t>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a:t>
            </a:r>
          </a:p>
          <a:p xmlns:a="http://schemas.openxmlformats.org/drawingml/2006/main">
            <a:r>
              <a:t/>
            </a:r>
          </a:p>
          <a:p xmlns:a="http://schemas.openxmlformats.org/drawingml/2006/main">
            <a:r>
              <a:t>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a:p xmlns:a="http://schemas.openxmlformats.org/drawingml/2006/main">
            <a:r>
              <a:t/>
            </a:r>
          </a:p>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a:t>
            </a:r>
          </a:p>
          <a:p xmlns:a="http://schemas.openxmlformats.org/drawingml/2006/main">
            <a:r>
              <a:t/>
            </a:r>
          </a:p>
          <a:p xmlns:a="http://schemas.openxmlformats.org/drawingml/2006/main">
            <a:r>
              <a:t>Scaling by the square root keeps dot products from becoming excessively large as vectors get wider. It helps softmax remain numerically and statistically well behaved.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a:t>
            </a:r>
          </a:p>
          <a:p xmlns:a="http://schemas.openxmlformats.org/drawingml/2006/main">
            <a:r>
              <a:t/>
            </a:r>
          </a:p>
          <a:p xmlns:a="http://schemas.openxmlformats.org/drawingml/2006/main">
            <a:r>
              <a:t>Before masking, the four scores are approximately zero, zero point seven zero seven, one point four one four, and zero point seven zero seven. We replace the future score with negative infinity. After softmax, negative infinity becomes exactly zero probability. The period receives none of the attention budget.</a:t>
            </a:r>
          </a:p>
          <a:p xmlns:a="http://schemas.openxmlformats.org/drawingml/2006/main">
            <a:r>
              <a:t/>
            </a:r>
          </a:p>
          <a:p xmlns:a="http://schemas.openxmlformats.org/drawingml/2006/main">
            <a:r>
              <a:t>This rule prevents information leakage during training and preserves autoregressive generation during inference. Notice that masking does not force the whole prompt to run one token at a time. For a known prompt, all query rows can still be computed in parallel. Each row simply has a different boundary that hides later positions.</a:t>
            </a:r>
          </a:p>
          <a:p xmlns:a="http://schemas.openxmlformats.org/drawingml/2006/main">
            <a:r>
              <a:t/>
            </a:r>
          </a:p>
          <a:p xmlns:a="http://schemas.openxmlformats.org/drawingml/2006/main">
            <a:r>
              <a:t>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a:t>
            </a:r>
          </a:p>
          <a:p xmlns:a="http://schemas.openxmlformats.org/drawingml/2006/main">
            <a:r>
              <a:t/>
            </a:r>
          </a:p>
          <a:p xmlns:a="http://schemas.openxmlformats.org/drawingml/2006/main">
            <a:r>
              <a:t>The exact numbers are less important than the pattern. A higher score receives more of the budget. Every visible position receives a nonnegative share, and all shares add up to one. The mask guarantees that a forbidden future position receives zero.</a:t>
            </a:r>
          </a:p>
          <a:p xmlns:a="http://schemas.openxmlformats.org/drawingml/2006/main">
            <a:r>
              <a:t/>
            </a:r>
          </a:p>
          <a:p xmlns:a="http://schemas.openxmlformats.org/drawingml/2006/main">
            <a:r>
              <a:t>This gives us an intuitive reading. The model keeps a little broad context from “The.” It spends a meaningful share on “cat” because that token supplies the actor. It spends the largest share on “sat” because the current action is central to the representation.</a:t>
            </a:r>
          </a:p>
          <a:p xmlns:a="http://schemas.openxmlformats.org/drawingml/2006/main">
            <a:r>
              <a:t/>
            </a:r>
          </a:p>
          <a:p xmlns:a="http://schemas.openxmlformats.org/drawingml/2006/main">
            <a:r>
              <a:t>Again, these are attention weights over token positions. They do not mean there is a fifty-eight-percent chance that the next word will be “sat.”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a:t>
            </a:r>
          </a:p>
          <a:p xmlns:a="http://schemas.openxmlformats.org/drawingml/2006/main">
            <a:r>
              <a:t/>
            </a:r>
          </a:p>
          <a:p xmlns:a="http://schemas.openxmlformats.org/drawingml/2006/main">
            <a:r>
              <a:t>We multiply each value by its attention weight and add the results. Fourteen percent of zero, zero contributes nothing. Twenty-eight percent of one, zero contributes an actor signal. Fifty-eight percent of zero, one contributes an action signal. The mixed output is approximately zero point two eight four, zero point five seven six.</a:t>
            </a:r>
          </a:p>
          <a:p xmlns:a="http://schemas.openxmlformats.org/drawingml/2006/main">
            <a:r>
              <a:t/>
            </a:r>
          </a:p>
          <a:p xmlns:a="http://schemas.openxmlformats.org/drawingml/2006/main">
            <a:r>
              <a:t>So the representation at “sat” now carries both ideas: the actor was the cat, and the current token expresses an action. 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b0bf2c1e11c4f4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cb062ef6a5994b56" Type="http://schemas.openxmlformats.org/officeDocument/2006/relationships/slideLayout" Target="../slideLayouts/slideLayout1.xml"/><Relationship Id="Rdd9dc072c6a24852"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062ef6a5994b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507fc05599f404e" Type="http://schemas.openxmlformats.org/officeDocument/2006/relationships/notesSlide" Target="../notesSlides/notesSlide1.xml"/><Relationship Id="R559d4921cbcc47ec" Type="http://schemas.openxmlformats.org/officeDocument/2006/relationships/image" Target="../media/image.png"/><Relationship Id="R7235d3939bae48e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71dcb7a1a7be4822" Type="http://schemas.openxmlformats.org/officeDocument/2006/relationships/image" Target="../media/image2.png"/><Relationship Id="R72fabd19e6d64e6f" Type="http://schemas.openxmlformats.org/officeDocument/2006/relationships/slideLayout" Target="../slideLayouts/slideLayout1.xml"/><Relationship Id="Rc1c39ec76c554dc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3057ebb193d4050" Type="http://schemas.openxmlformats.org/officeDocument/2006/relationships/notesSlide" Target="../notesSlides/notesSlide3.xml"/><Relationship Id="R3dfb044e3d3648c7" Type="http://schemas.openxmlformats.org/officeDocument/2006/relationships/slideLayout" Target="../slideLayouts/slideLayout1.xml"/><Relationship Id="R5b0d8af4ebae4dfa" Type="http://schemas.openxmlformats.org/officeDocument/2006/relationships/image" Target="../media/image3.png"/></Relationships>
</file>

<file path=ppt/slides/_rels/slide4.xml.rels><?xml version='1.0' encoding='UTF-8' standalone='yes'?>
<Relationships xmlns="http://schemas.openxmlformats.org/package/2006/relationships"><Relationship Id="R7b8ff241cfaf4585" Type="http://schemas.openxmlformats.org/officeDocument/2006/relationships/image" Target="../media/image4.png"/><Relationship Id="Ra78f57c984394b40" Type="http://schemas.openxmlformats.org/officeDocument/2006/relationships/slideLayout" Target="../slideLayouts/slideLayout1.xml"/><Relationship Id="Recfc8690768c4ba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fa9c45d1e8745e0" Type="http://schemas.openxmlformats.org/officeDocument/2006/relationships/image" Target="../media/image5.png"/><Relationship Id="R454eac85149e46c6" Type="http://schemas.openxmlformats.org/officeDocument/2006/relationships/notesSlide" Target="../notesSlides/notesSlide5.xml"/><Relationship Id="R83083bfb4359482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6858a252c3e9427c" Type="http://schemas.openxmlformats.org/officeDocument/2006/relationships/image" Target="../media/image6.png"/><Relationship Id="R788fa6eaca344e6f" Type="http://schemas.openxmlformats.org/officeDocument/2006/relationships/slideLayout" Target="../slideLayouts/slideLayout1.xml"/><Relationship Id="R8023bb6a88714a9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7013662d2d8d4f69" Type="http://schemas.openxmlformats.org/officeDocument/2006/relationships/slideLayout" Target="../slideLayouts/slideLayout1.xml"/><Relationship Id="Rfe0e1fd6b3644f4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78f761c5f154977" Type="http://schemas.openxmlformats.org/officeDocument/2006/relationships/notesSlide" Target="../notesSlides/notesSlide8.xml"/><Relationship Id="Rfa41737ec087414d"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af2098f861a94c2b" Type="http://schemas.openxmlformats.org/officeDocument/2006/relationships/slideLayout" Target="../slideLayouts/slideLayout1.xml"/><Relationship Id="Rd540d18fd88f45b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e2832b8c0174db3" Type="http://schemas.openxmlformats.org/officeDocument/2006/relationships/slideLayout" Target="../slideLayouts/slideLayout1.xml"/><Relationship Id="Rdb8602d4821841a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8fe4c0bc31449b4" Type="http://schemas.openxmlformats.org/officeDocument/2006/relationships/slideLayout" Target="../slideLayouts/slideLayout1.xml"/><Relationship Id="R423a7313ac1c455c"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57ef223f2abc445f" Type="http://schemas.openxmlformats.org/officeDocument/2006/relationships/slideLayout" Target="../slideLayouts/slideLayout1.xml"/><Relationship Id="Re4d92362aa0a416d"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b0ab4e98ac94f63" Type="http://schemas.openxmlformats.org/officeDocument/2006/relationships/slideLayout" Target="../slideLayouts/slideLayout1.xml"/><Relationship Id="Rc9ea4d07b25d452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525a6846e3014f5f" Type="http://schemas.openxmlformats.org/officeDocument/2006/relationships/notesSlide" Target="../notesSlides/notesSlide14.xml"/><Relationship Id="Rb7ddfb5dee9b4f65"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4c7a5ca47463460a" Type="http://schemas.openxmlformats.org/officeDocument/2006/relationships/slideLayout" Target="../slideLayouts/slideLayout1.xml"/><Relationship Id="R55ad4a18c9024fe3" Type="http://schemas.openxmlformats.org/officeDocument/2006/relationships/notesSlide" Target="../notesSlides/notesSlide15.xml"/><Relationship Id="Red6fdb2aa7194a7a" Type="http://schemas.openxmlformats.org/officeDocument/2006/relationships/image" Target="../media/image7.png"/></Relationships>
</file>

<file path=ppt/slides/_rels/slide16.xml.rels><?xml version='1.0' encoding='UTF-8' standalone='yes'?>
<Relationships xmlns="http://schemas.openxmlformats.org/package/2006/relationships"><Relationship Id="R4c52a9d3107f4cc8" Type="http://schemas.openxmlformats.org/officeDocument/2006/relationships/notesSlide" Target="../notesSlides/notesSlide16.xml"/><Relationship Id="Rb03f780d57964898" Type="http://schemas.openxmlformats.org/officeDocument/2006/relationships/slideLayout" Target="../slideLayouts/slideLayout1.xml"/><Relationship Id="Rf28d18f1f3504e0e" Type="http://schemas.openxmlformats.org/officeDocument/2006/relationships/image" Target="../media/image8.png"/></Relationships>
</file>

<file path=ppt/slides/_rels/slide17.xml.rels><?xml version='1.0' encoding='UTF-8' standalone='yes'?>
<Relationships xmlns="http://schemas.openxmlformats.org/package/2006/relationships"><Relationship Id="R0632cf9bf77045e2" Type="http://schemas.openxmlformats.org/officeDocument/2006/relationships/slideLayout" Target="../slideLayouts/slideLayout1.xml"/><Relationship Id="R15720772a64d42d7" Type="http://schemas.openxmlformats.org/officeDocument/2006/relationships/image" Target="../media/image9.png"/><Relationship Id="Rb6e18f029ded48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6a850ce87a904c97" Type="http://schemas.openxmlformats.org/officeDocument/2006/relationships/slideLayout" Target="../slideLayouts/slideLayout1.xml"/><Relationship Id="Ra749cb7ca9524401" Type="http://schemas.openxmlformats.org/officeDocument/2006/relationships/notesSlide" Target="../notesSlides/notesSlide18.xml"/><Relationship Id="Rff3caf3ed5f040eb" Type="http://schemas.openxmlformats.org/officeDocument/2006/relationships/image" Target="../media/image10.png"/></Relationships>
</file>

<file path=ppt/slides/_rels/slide19.xml.rels><?xml version='1.0' encoding='UTF-8' standalone='yes'?>
<Relationships xmlns="http://schemas.openxmlformats.org/package/2006/relationships"><Relationship Id="Red0f943e264542a6" Type="http://schemas.openxmlformats.org/officeDocument/2006/relationships/image" Target="../media/image11.png"/><Relationship Id="Red438484f4e14b1d" Type="http://schemas.openxmlformats.org/officeDocument/2006/relationships/notesSlide" Target="../notesSlides/notesSlide19.xml"/><Relationship Id="Rf17d5d155344454f"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7bf6eac9c60e4d70" Type="http://schemas.openxmlformats.org/officeDocument/2006/relationships/slideLayout" Target="../slideLayouts/slideLayout1.xml"/><Relationship Id="Rad4a15d09ef947a9" Type="http://schemas.openxmlformats.org/officeDocument/2006/relationships/image" Target="../media/image12.png"/><Relationship Id="Rb7418b1d2019408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0daa066785c34041" Type="http://schemas.openxmlformats.org/officeDocument/2006/relationships/slideLayout" Target="../slideLayouts/slideLayout1.xml"/><Relationship Id="R8396ad847a994283" Type="http://schemas.openxmlformats.org/officeDocument/2006/relationships/image" Target="../media/image13.png"/><Relationship Id="R9fc3ae7f63a945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5713deae957a4851" Type="http://schemas.openxmlformats.org/officeDocument/2006/relationships/image" Target="../media/image14.png"/><Relationship Id="R629a80b82c0243b2" Type="http://schemas.openxmlformats.org/officeDocument/2006/relationships/slideLayout" Target="../slideLayouts/slideLayout1.xml"/><Relationship Id="Rd47baee8a6c64a9e"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6782f8f89164a97" Type="http://schemas.openxmlformats.org/officeDocument/2006/relationships/slideLayout" Target="../slideLayouts/slideLayout1.xml"/><Relationship Id="Raadcb6bb593945c9" Type="http://schemas.openxmlformats.org/officeDocument/2006/relationships/image" Target="../media/image15.png"/><Relationship Id="Rce205dd47f2a474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701f382dc5614975" Type="http://schemas.openxmlformats.org/officeDocument/2006/relationships/slideLayout" Target="../slideLayouts/slideLayout1.xml"/><Relationship Id="Rd617910f0a554cff" Type="http://schemas.openxmlformats.org/officeDocument/2006/relationships/image" Target="../media/image16.png"/><Relationship Id="Rfdde3d29511d4cac"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4daf81d3300641a7" Type="http://schemas.openxmlformats.org/officeDocument/2006/relationships/notesSlide" Target="../notesSlides/notesSlide25.xml"/><Relationship Id="R9128eba74cda40d4" Type="http://schemas.openxmlformats.org/officeDocument/2006/relationships/slideLayout" Target="../slideLayouts/slideLayout1.xml"/><Relationship Id="Rccbb2d927d84496c" Type="http://schemas.openxmlformats.org/officeDocument/2006/relationships/image" Target="../media/image17.png"/></Relationships>
</file>

<file path=ppt/slides/_rels/slide26.xml.rels><?xml version='1.0' encoding='UTF-8' standalone='yes'?>
<Relationships xmlns="http://schemas.openxmlformats.org/package/2006/relationships"><Relationship Id="R024e936b10c04414" Type="http://schemas.openxmlformats.org/officeDocument/2006/relationships/notesSlide" Target="../notesSlides/notesSlide26.xml"/><Relationship Id="R8e58ad07b16f4c53" Type="http://schemas.openxmlformats.org/officeDocument/2006/relationships/image" Target="../media/image18.png"/><Relationship Id="Rbb8a2e96f69b47e2"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4b117fcc98a34824" Type="http://schemas.openxmlformats.org/officeDocument/2006/relationships/image" Target="../media/image19.png"/><Relationship Id="R72a7bda4362b4bc4" Type="http://schemas.openxmlformats.org/officeDocument/2006/relationships/notesSlide" Target="../notesSlides/notesSlide27.xml"/><Relationship Id="Re48616629ec3432d"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383ea961848a4e4c" Type="http://schemas.openxmlformats.org/officeDocument/2006/relationships/image" Target="../media/image20.png"/><Relationship Id="R505e88e331414ed4" Type="http://schemas.openxmlformats.org/officeDocument/2006/relationships/notesSlide" Target="../notesSlides/notesSlide28.xml"/><Relationship Id="Rf6532853bb7a4118"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9093c12908b44c64" Type="http://schemas.openxmlformats.org/officeDocument/2006/relationships/notesSlide" Target="../notesSlides/notesSlide29.xml"/><Relationship Id="Ra3cb84d6d7fc4006" Type="http://schemas.openxmlformats.org/officeDocument/2006/relationships/slideLayout" Target="../slideLayouts/slideLayout1.xml"/><Relationship Id="Rc1227a5c368a41ca" Type="http://schemas.openxmlformats.org/officeDocument/2006/relationships/image" Target="../media/image21.png"/></Relationships>
</file>

<file path=ppt/slides/_rels/slide30.xml.rels><?xml version='1.0' encoding='UTF-8' standalone='yes'?>
<Relationships xmlns="http://schemas.openxmlformats.org/package/2006/relationships"><Relationship Id="R0011e8799bf9401a" Type="http://schemas.openxmlformats.org/officeDocument/2006/relationships/image" Target="../media/image22.png"/><Relationship Id="R6ccd91474cd84cff" Type="http://schemas.openxmlformats.org/officeDocument/2006/relationships/slideLayout" Target="../slideLayouts/slideLayout1.xml"/><Relationship Id="Rd9ad7bd5f22544a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866ec6a269314a30" Type="http://schemas.openxmlformats.org/officeDocument/2006/relationships/slideLayout" Target="../slideLayouts/slideLayout1.xml"/><Relationship Id="R8be78df11c394b42" Type="http://schemas.openxmlformats.org/officeDocument/2006/relationships/image" Target="../media/image23.png"/><Relationship Id="Rdec68b537b15410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564678a5a8734d60" Type="http://schemas.openxmlformats.org/officeDocument/2006/relationships/image" Target="../media/image24.png"/><Relationship Id="Rafc26c80b4974853" Type="http://schemas.openxmlformats.org/officeDocument/2006/relationships/slideLayout" Target="../slideLayouts/slideLayout1.xml"/><Relationship Id="Re734f22f59e4481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49981d4cc2e74ac1" Type="http://schemas.openxmlformats.org/officeDocument/2006/relationships/slideLayout" Target="../slideLayouts/slideLayout1.xml"/><Relationship Id="R625964c83c3549ec" Type="http://schemas.openxmlformats.org/officeDocument/2006/relationships/image" Target="../media/image25.png"/><Relationship Id="Re14c21863d4f43cd"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12d07c61642e47ea" Type="http://schemas.openxmlformats.org/officeDocument/2006/relationships/slideLayout" Target="../slideLayouts/slideLayout1.xml"/><Relationship Id="R1aa4e819cf39414d" Type="http://schemas.openxmlformats.org/officeDocument/2006/relationships/image" Target="../media/image26.png"/><Relationship Id="Reca1c67593f74e9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504e5b8689974578" Type="http://schemas.openxmlformats.org/officeDocument/2006/relationships/image" Target="../media/image27.png"/><Relationship Id="R81a775e957ea4d90" Type="http://schemas.openxmlformats.org/officeDocument/2006/relationships/slideLayout" Target="../slideLayouts/slideLayout1.xml"/><Relationship Id="Ra1b1132ea125457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316ee7596654430e" Type="http://schemas.openxmlformats.org/officeDocument/2006/relationships/notesSlide" Target="../notesSlides/notesSlide36.xml"/><Relationship Id="Rd7daea8467a64181" Type="http://schemas.openxmlformats.org/officeDocument/2006/relationships/slideLayout" Target="../slideLayouts/slideLayout1.xml"/><Relationship Id="Reeb25988baf444d8" Type="http://schemas.openxmlformats.org/officeDocument/2006/relationships/image" Target="../media/image28.png"/></Relationships>
</file>

<file path=ppt/slides/_rels/slide37.xml.rels><?xml version='1.0' encoding='UTF-8' standalone='yes'?>
<Relationships xmlns="http://schemas.openxmlformats.org/package/2006/relationships"><Relationship Id="R04fa0cac941d480b" Type="http://schemas.openxmlformats.org/officeDocument/2006/relationships/notesSlide" Target="../notesSlides/notesSlide37.xml"/><Relationship Id="R186301114d5744ec" Type="http://schemas.openxmlformats.org/officeDocument/2006/relationships/slideLayout" Target="../slideLayouts/slideLayout1.xml"/><Relationship Id="Rf7e853c340f44163" Type="http://schemas.openxmlformats.org/officeDocument/2006/relationships/image" Target="../media/image29.png"/></Relationships>
</file>

<file path=ppt/slides/_rels/slide38.xml.rels><?xml version='1.0' encoding='UTF-8' standalone='yes'?>
<Relationships xmlns="http://schemas.openxmlformats.org/package/2006/relationships"><Relationship Id="R0c08580de7bf486f" Type="http://schemas.openxmlformats.org/officeDocument/2006/relationships/notesSlide" Target="../notesSlides/notesSlide38.xml"/><Relationship Id="R55f35afe1d9c475a" Type="http://schemas.openxmlformats.org/officeDocument/2006/relationships/image" Target="../media/image30.png"/><Relationship Id="R91704c759d7a433a"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04b48edad3f74216" Type="http://schemas.openxmlformats.org/officeDocument/2006/relationships/slideLayout" Target="../slideLayouts/slideLayout1.xml"/><Relationship Id="R617101e10e71498e" Type="http://schemas.openxmlformats.org/officeDocument/2006/relationships/notesSlide" Target="../notesSlides/notesSlide39.xml"/><Relationship Id="R85fec61e780a4dd7" Type="http://schemas.openxmlformats.org/officeDocument/2006/relationships/image" Target="../media/image31.png"/></Relationships>
</file>

<file path=ppt/slides/_rels/slide40.xml.rels><?xml version='1.0' encoding='UTF-8' standalone='yes'?>
<Relationships xmlns="http://schemas.openxmlformats.org/package/2006/relationships"><Relationship Id="R7555a32d52ab428a" Type="http://schemas.openxmlformats.org/officeDocument/2006/relationships/notesSlide" Target="../notesSlides/notesSlide40.xml"/><Relationship Id="R9f137aa5cf5f4707" Type="http://schemas.openxmlformats.org/officeDocument/2006/relationships/slideLayout" Target="../slideLayouts/slideLayout1.xml"/><Relationship Id="Rb9252ca258c6499d" Type="http://schemas.openxmlformats.org/officeDocument/2006/relationships/image" Target="../media/image32.png"/></Relationships>
</file>

<file path=ppt/slides/_rels/slide41.xml.rels><?xml version='1.0' encoding='UTF-8' standalone='yes'?>
<Relationships xmlns="http://schemas.openxmlformats.org/package/2006/relationships"><Relationship Id="R98d8b1ddefad4616" Type="http://schemas.openxmlformats.org/officeDocument/2006/relationships/slideLayout" Target="../slideLayouts/slideLayout1.xml"/><Relationship Id="Ra9efc482d6824a71" Type="http://schemas.openxmlformats.org/officeDocument/2006/relationships/image" Target="../media/image33.png"/><Relationship Id="Rca1f27e428904a2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f0a56dd9c684b93" Type="http://schemas.openxmlformats.org/officeDocument/2006/relationships/notesSlide" Target="../notesSlides/notesSlide42.xml"/><Relationship Id="Rb64ce038a3a441eb" Type="http://schemas.openxmlformats.org/officeDocument/2006/relationships/slideLayout" Target="../slideLayouts/slideLayout1.xml"/><Relationship Id="Rda5426c40dc74414" Type="http://schemas.openxmlformats.org/officeDocument/2006/relationships/image" Target="../media/image34.png"/></Relationships>
</file>

<file path=ppt/slides/_rels/slide43.xml.rels><?xml version='1.0' encoding='UTF-8' standalone='yes'?>
<Relationships xmlns="http://schemas.openxmlformats.org/package/2006/relationships"><Relationship Id="R25482eedbfbc41a0" Type="http://schemas.openxmlformats.org/officeDocument/2006/relationships/image" Target="../media/image35.png"/><Relationship Id="R37334f46efc64851" Type="http://schemas.openxmlformats.org/officeDocument/2006/relationships/notesSlide" Target="../notesSlides/notesSlide43.xml"/><Relationship Id="Rdcfc9d0e8d7242a3"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193bad1cbc7d4ed4" Type="http://schemas.openxmlformats.org/officeDocument/2006/relationships/slideLayout" Target="../slideLayouts/slideLayout1.xml"/><Relationship Id="R7863d9a42afa4334" Type="http://schemas.openxmlformats.org/officeDocument/2006/relationships/image" Target="../media/image36.png"/><Relationship Id="Rc2b9e6844298497e"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869e879d17b34601" Type="http://schemas.openxmlformats.org/officeDocument/2006/relationships/image" Target="../media/image37.png"/><Relationship Id="Re0e5e2ea48514692" Type="http://schemas.openxmlformats.org/officeDocument/2006/relationships/slideLayout" Target="../slideLayouts/slideLayout1.xml"/><Relationship Id="Re71efd1f1a72479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2ecb3b6ff7174cce" Type="http://schemas.openxmlformats.org/officeDocument/2006/relationships/notesSlide" Target="../notesSlides/notesSlide46.xml"/><Relationship Id="R37d467cbebe94486" Type="http://schemas.openxmlformats.org/officeDocument/2006/relationships/slideLayout" Target="../slideLayouts/slideLayout1.xml"/><Relationship Id="Rf0d5896817ee4c78" Type="http://schemas.openxmlformats.org/officeDocument/2006/relationships/image" Target="../media/image38.png"/></Relationships>
</file>

<file path=ppt/slides/_rels/slide47.xml.rels><?xml version='1.0' encoding='UTF-8' standalone='yes'?>
<Relationships xmlns="http://schemas.openxmlformats.org/package/2006/relationships"><Relationship Id="R37c8ae914b75434f" Type="http://schemas.openxmlformats.org/officeDocument/2006/relationships/slideLayout" Target="../slideLayouts/slideLayout1.xml"/><Relationship Id="R5a56760c33d54563" Type="http://schemas.openxmlformats.org/officeDocument/2006/relationships/notesSlide" Target="../notesSlides/notesSlide47.xml"/><Relationship Id="R5d90cdfe8d574da5" Type="http://schemas.openxmlformats.org/officeDocument/2006/relationships/image" Target="../media/image39.png"/></Relationships>
</file>

<file path=ppt/slides/_rels/slide48.xml.rels><?xml version='1.0' encoding='UTF-8' standalone='yes'?>
<Relationships xmlns="http://schemas.openxmlformats.org/package/2006/relationships"><Relationship Id="R2118600c0a734594" Type="http://schemas.openxmlformats.org/officeDocument/2006/relationships/notesSlide" Target="../notesSlides/notesSlide48.xml"/><Relationship Id="R6191eeeb31624a57" Type="http://schemas.openxmlformats.org/officeDocument/2006/relationships/image" Target="../media/image40.png"/><Relationship Id="R740eb359f20b45b4"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1d93849707bf4745" Type="http://schemas.openxmlformats.org/officeDocument/2006/relationships/image" Target="../media/image41.png"/><Relationship Id="R8ea4b1bdf88c4850" Type="http://schemas.openxmlformats.org/officeDocument/2006/relationships/slideLayout" Target="../slideLayouts/slideLayout1.xml"/><Relationship Id="Rd775e12324764c5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566a9892ad74290" Type="http://schemas.openxmlformats.org/officeDocument/2006/relationships/slideLayout" Target="../slideLayouts/slideLayout1.xml"/><Relationship Id="R122592c2088d432e" Type="http://schemas.openxmlformats.org/officeDocument/2006/relationships/image" Target="../media/image42.png"/><Relationship Id="Rd463b42414744d0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c61a4948cab14928" Type="http://schemas.openxmlformats.org/officeDocument/2006/relationships/notesSlide" Target="../notesSlides/notesSlide51.xml"/><Relationship Id="Rc7cf27c536904512" Type="http://schemas.openxmlformats.org/officeDocument/2006/relationships/slideLayout" Target="../slideLayouts/slideLayout1.xml"/><Relationship Id="Red28939981094aaa" Type="http://schemas.openxmlformats.org/officeDocument/2006/relationships/image" Target="../media/image43.png"/></Relationships>
</file>

<file path=ppt/slides/_rels/slide52.xml.rels><?xml version='1.0' encoding='UTF-8' standalone='yes'?>
<Relationships xmlns="http://schemas.openxmlformats.org/package/2006/relationships"><Relationship Id="R4c02532bf34248a9" Type="http://schemas.openxmlformats.org/officeDocument/2006/relationships/notesSlide" Target="../notesSlides/notesSlide52.xml"/><Relationship Id="Red782fa64b8e44e4" Type="http://schemas.openxmlformats.org/officeDocument/2006/relationships/slideLayout" Target="../slideLayouts/slideLayout1.xml"/><Relationship Id="Rfaa47eab3f8743fc" Type="http://schemas.openxmlformats.org/officeDocument/2006/relationships/image" Target="../media/image44.png"/></Relationships>
</file>

<file path=ppt/slides/_rels/slide53.xml.rels><?xml version='1.0' encoding='UTF-8' standalone='yes'?>
<Relationships xmlns="http://schemas.openxmlformats.org/package/2006/relationships"><Relationship Id="R10d97404bd0849c8" Type="http://schemas.openxmlformats.org/officeDocument/2006/relationships/notesSlide" Target="../notesSlides/notesSlide53.xml"/><Relationship Id="R8169f657b5104900" Type="http://schemas.openxmlformats.org/officeDocument/2006/relationships/image" Target="../media/image45.png"/><Relationship Id="Rf5b0b54a6b53477c"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37bd9581c6674f8e" Type="http://schemas.openxmlformats.org/officeDocument/2006/relationships/image" Target="../media/image46.png"/><Relationship Id="Re21a2e724e1f4203" Type="http://schemas.openxmlformats.org/officeDocument/2006/relationships/notesSlide" Target="../notesSlides/notesSlide54.xml"/><Relationship Id="Re8227e42e5274a54"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107d15c2fd6d4bc4" Type="http://schemas.openxmlformats.org/officeDocument/2006/relationships/notesSlide" Target="../notesSlides/notesSlide55.xml"/><Relationship Id="Rabf29975c5bd49d4" Type="http://schemas.openxmlformats.org/officeDocument/2006/relationships/slideLayout" Target="../slideLayouts/slideLayout1.xml"/><Relationship Id="Rdca6ac32597e44d6" Type="http://schemas.openxmlformats.org/officeDocument/2006/relationships/image" Target="../media/image47.png"/></Relationships>
</file>

<file path=ppt/slides/_rels/slide56.xml.rels><?xml version='1.0' encoding='UTF-8' standalone='yes'?>
<Relationships xmlns="http://schemas.openxmlformats.org/package/2006/relationships"><Relationship Id="Rb4720464f98b45ba" Type="http://schemas.openxmlformats.org/officeDocument/2006/relationships/image" Target="../media/image48.png"/><Relationship Id="Rbdeb5cf0418d416f" Type="http://schemas.openxmlformats.org/officeDocument/2006/relationships/notesSlide" Target="../notesSlides/notesSlide56.xml"/><Relationship Id="Rdad41d8ccb594d97"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8e41fd94174a4ff9" Type="http://schemas.openxmlformats.org/officeDocument/2006/relationships/slideLayout" Target="../slideLayouts/slideLayout1.xml"/><Relationship Id="Rddb5ca110fad4d22" Type="http://schemas.openxmlformats.org/officeDocument/2006/relationships/image" Target="../media/image49.png"/><Relationship Id="Re20bc2b03f7341ab"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1914fccba7d945d0" Type="http://schemas.openxmlformats.org/officeDocument/2006/relationships/notesSlide" Target="../notesSlides/notesSlide58.xml"/><Relationship Id="R7242cbeefd3046cb" Type="http://schemas.openxmlformats.org/officeDocument/2006/relationships/image" Target="../media/image50.png"/><Relationship Id="Ra2819257e99a445e"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4428dd21ca4d409e" Type="http://schemas.openxmlformats.org/officeDocument/2006/relationships/slideLayout" Target="../slideLayouts/slideLayout1.xml"/><Relationship Id="Rcc29fa833edc4a66" Type="http://schemas.openxmlformats.org/officeDocument/2006/relationships/image" Target="../media/image51.png"/><Relationship Id="Reb95bdac51df4a2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5b12bb30e2934319" Type="http://schemas.openxmlformats.org/officeDocument/2006/relationships/slideLayout" Target="../slideLayouts/slideLayout1.xml"/><Relationship Id="R5bd7c3694a1946a4" Type="http://schemas.openxmlformats.org/officeDocument/2006/relationships/notesSlide" Target="../notesSlides/notesSlide60.xml"/><Relationship Id="R9532b551f3534f6c" Type="http://schemas.openxmlformats.org/officeDocument/2006/relationships/image" Target="../media/image52.png"/></Relationships>
</file>

<file path=ppt/slides/_rels/slide61.xml.rels><?xml version='1.0' encoding='UTF-8' standalone='yes'?>
<Relationships xmlns="http://schemas.openxmlformats.org/package/2006/relationships"><Relationship Id="R095a84a96f73468f" Type="http://schemas.openxmlformats.org/officeDocument/2006/relationships/notesSlide" Target="../notesSlides/notesSlide61.xml"/><Relationship Id="R716163912932416d" Type="http://schemas.openxmlformats.org/officeDocument/2006/relationships/slideLayout" Target="../slideLayouts/slideLayout1.xml"/><Relationship Id="Rb24fc05458084538" Type="http://schemas.openxmlformats.org/officeDocument/2006/relationships/image" Target="../media/image53.png"/></Relationships>
</file>

<file path=ppt/slides/_rels/slide62.xml.rels><?xml version='1.0' encoding='UTF-8' standalone='yes'?>
<Relationships xmlns="http://schemas.openxmlformats.org/package/2006/relationships"><Relationship Id="R247de4fab94345bd" Type="http://schemas.openxmlformats.org/officeDocument/2006/relationships/slideLayout" Target="../slideLayouts/slideLayout1.xml"/><Relationship Id="R77c58b4d87484250" Type="http://schemas.openxmlformats.org/officeDocument/2006/relationships/notesSlide" Target="../notesSlides/notesSlide62.xml"/><Relationship Id="R97cf08c112b341b4" Type="http://schemas.openxmlformats.org/officeDocument/2006/relationships/image" Target="../media/image54.png"/></Relationships>
</file>

<file path=ppt/slides/_rels/slide63.xml.rels><?xml version='1.0' encoding='UTF-8' standalone='yes'?>
<Relationships xmlns="http://schemas.openxmlformats.org/package/2006/relationships"><Relationship Id="R1020e208fc624f8d" Type="http://schemas.openxmlformats.org/officeDocument/2006/relationships/notesSlide" Target="../notesSlides/notesSlide63.xml"/><Relationship Id="Rd78aceebe28a4898" Type="http://schemas.openxmlformats.org/officeDocument/2006/relationships/image" Target="../media/image55.png"/><Relationship Id="Rfdac102842924fec"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4adaf766c02d43a5" Type="http://schemas.openxmlformats.org/officeDocument/2006/relationships/image" Target="../media/image56.png"/><Relationship Id="R9e039b90f8ca47ce" Type="http://schemas.openxmlformats.org/officeDocument/2006/relationships/notesSlide" Target="../notesSlides/notesSlide64.xml"/><Relationship Id="Rc7e7d43ab8524f0d"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07b97a5343c74e0a" Type="http://schemas.openxmlformats.org/officeDocument/2006/relationships/slideLayout" Target="../slideLayouts/slideLayout1.xml"/><Relationship Id="R3c9a243b35344d53" Type="http://schemas.openxmlformats.org/officeDocument/2006/relationships/notesSlide" Target="../notesSlides/notesSlide65.xml"/><Relationship Id="R9d6c840250504bb5" Type="http://schemas.openxmlformats.org/officeDocument/2006/relationships/image" Target="../media/image57.png"/></Relationships>
</file>

<file path=ppt/slides/_rels/slide66.xml.rels><?xml version='1.0' encoding='UTF-8' standalone='yes'?>
<Relationships xmlns="http://schemas.openxmlformats.org/package/2006/relationships"><Relationship Id="R483c5176d6ab455e" Type="http://schemas.openxmlformats.org/officeDocument/2006/relationships/slideLayout" Target="../slideLayouts/slideLayout1.xml"/><Relationship Id="Ra0f1472c2c694a06" Type="http://schemas.openxmlformats.org/officeDocument/2006/relationships/notesSlide" Target="../notesSlides/notesSlide66.xml"/><Relationship Id="Rf0af32e5bfeb4247" Type="http://schemas.openxmlformats.org/officeDocument/2006/relationships/image" Target="../media/image58.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59d4921cbcc47e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1dcb7a1a7be482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b0d8af4ebae4df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b8ff241cfaf458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a9c45d1e8745e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858a252c3e9427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itle-7">
            <a:extLst xmlns:a="http://schemas.openxmlformats.org/drawingml/2006/main">
              <a:ext uri="{FF2B5EF4-FFF2-40B4-BE49-F238E27FC236}">
                <a16:creationId xmlns:a16="http://schemas.microsoft.com/office/drawing/2014/main" id="{5C5E4931-5A7C-4334-A843-C8E0F22CCF84}"/>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Read the sentence as four arriving cards</a:t>
            </a:r>
          </a:p>
        </p:txBody>
      </p:sp>
      <p:sp>
        <p:nvSpPr>
          <p:cNvPr id="2" name="">
            <a:extLst xmlns:a="http://schemas.openxmlformats.org/drawingml/2006/main">
              <a:ext uri="{FF2B5EF4-FFF2-40B4-BE49-F238E27FC236}">
                <a16:creationId xmlns:a16="http://schemas.microsoft.com/office/drawing/2014/main" id="{86C35572-8D86-471A-A5DA-AE3AFD4537F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63B2717-8039-4856-8D48-1B57C7B0771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9F2045D-169D-4396-AA43-F78FA714B6A2}"/>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7/66</a:t>
            </a:r>
          </a:p>
        </p:txBody>
      </p:sp>
      <p:sp>
        <p:nvSpPr>
          <p:cNvPr id="5" name="">
            <a:extLst xmlns:a="http://schemas.openxmlformats.org/drawingml/2006/main">
              <a:ext uri="{FF2B5EF4-FFF2-40B4-BE49-F238E27FC236}">
                <a16:creationId xmlns:a16="http://schemas.microsoft.com/office/drawing/2014/main" id="{E8AE2226-140D-4B73-BA3D-7A34CDF00A24}"/>
              </a:ext>
            </a:extLst>
          </p:cNvPr>
          <p:cNvSpPr>
            <a:spLocks xmlns:a="http://schemas.openxmlformats.org/drawingml/2006/main" noGrp="1"/>
          </p:cNvSpPr>
          <p:nvPr/>
        </p:nvSpPr>
        <p:spPr>
          <a:xfrm xmlns:a="http://schemas.openxmlformats.org/drawingml/2006/main">
            <a:off x="1428750" y="204787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5B667A"/>
                </a:solidFill>
              </a:defRPr>
            </a:pPr>
            <a:r>
              <a:rPr sz="1650" b="1" i="0">
                <a:solidFill>
                  <a:srgbClr val="5B667A"/>
                </a:solidFill>
              </a:rPr>
              <a:t>LEFT TO RIGHT</a:t>
            </a:r>
          </a:p>
        </p:txBody>
      </p:sp>
      <p:sp>
        <p:nvSpPr>
          <p:cNvPr id="6" name="">
            <a:extLst xmlns:a="http://schemas.openxmlformats.org/drawingml/2006/main">
              <a:ext uri="{FF2B5EF4-FFF2-40B4-BE49-F238E27FC236}">
                <a16:creationId xmlns:a16="http://schemas.microsoft.com/office/drawing/2014/main" id="{310BABC7-389E-4B50-AB06-52FF8B9D726F}"/>
              </a:ext>
            </a:extLst>
          </p:cNvPr>
          <p:cNvSpPr>
            <a:spLocks xmlns:a="http://schemas.openxmlformats.org/drawingml/2006/main" noGrp="1"/>
          </p:cNvSpPr>
          <p:nvPr/>
        </p:nvSpPr>
        <p:spPr>
          <a:xfrm xmlns:a="http://schemas.openxmlformats.org/drawingml/2006/main">
            <a:off x="3371850" y="2133600"/>
            <a:ext cx="7096125" cy="2095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0D15C444-8F3A-498C-8E41-4FFCBA621CFF}"/>
              </a:ext>
            </a:extLst>
          </p:cNvPr>
          <p:cNvSpPr>
            <a:spLocks xmlns:a="http://schemas.openxmlformats.org/drawingml/2006/main" noGrp="1"/>
          </p:cNvSpPr>
          <p:nvPr/>
        </p:nvSpPr>
        <p:spPr>
          <a:xfrm xmlns:a="http://schemas.openxmlformats.org/drawingml/2006/main">
            <a:off x="1428750" y="2952750"/>
            <a:ext cx="2047875" cy="1285875"/>
          </a:xfrm>
          <a:prstGeom xmlns:a="http://schemas.openxmlformats.org/drawingml/2006/main" prst="roundRect">
            <a:avLst>
              <a:gd name="adj" fmla="val 5926"/>
            </a:avLst>
          </a:prstGeom>
          <a:solidFill xmlns:a="http://schemas.openxmlformats.org/drawingml/2006/main">
            <a:srgbClr val="F3F6FA"/>
          </a:solidFill>
          <a:ln xmlns:a="http://schemas.openxmlformats.org/drawingml/2006/main" w="28575">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111827"/>
                </a:solidFill>
              </a:defRPr>
            </a:pPr>
            <a:r>
              <a:rPr sz="3150" b="1" i="0">
                <a:solidFill>
                  <a:srgbClr val="111827"/>
                </a:solidFill>
              </a:rPr>
              <a:t>The</a:t>
            </a:r>
          </a:p>
        </p:txBody>
      </p:sp>
      <p:sp>
        <p:nvSpPr>
          <p:cNvPr id="8" name="">
            <a:extLst xmlns:a="http://schemas.openxmlformats.org/drawingml/2006/main">
              <a:ext uri="{FF2B5EF4-FFF2-40B4-BE49-F238E27FC236}">
                <a16:creationId xmlns:a16="http://schemas.microsoft.com/office/drawing/2014/main" id="{39EBBF2D-667A-4C93-987A-3FF7919391F8}"/>
              </a:ext>
            </a:extLst>
          </p:cNvPr>
          <p:cNvSpPr>
            <a:spLocks xmlns:a="http://schemas.openxmlformats.org/drawingml/2006/main" noGrp="1"/>
          </p:cNvSpPr>
          <p:nvPr/>
        </p:nvSpPr>
        <p:spPr>
          <a:xfrm xmlns:a="http://schemas.openxmlformats.org/drawingml/2006/main">
            <a:off x="1428750" y="43434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8A96A8"/>
                </a:solidFill>
              </a:defRPr>
            </a:pPr>
            <a:r>
              <a:rPr sz="1575" b="1" i="0">
                <a:solidFill>
                  <a:srgbClr val="8A96A8"/>
                </a:solidFill>
              </a:rPr>
              <a:t>sentence starts</a:t>
            </a:r>
          </a:p>
        </p:txBody>
      </p:sp>
      <p:sp>
        <p:nvSpPr>
          <p:cNvPr id="9" name="">
            <a:extLst xmlns:a="http://schemas.openxmlformats.org/drawingml/2006/main">
              <a:ext uri="{FF2B5EF4-FFF2-40B4-BE49-F238E27FC236}">
                <a16:creationId xmlns:a16="http://schemas.microsoft.com/office/drawing/2014/main" id="{1ACDB132-2140-4028-B5CE-91E938782D68}"/>
              </a:ext>
            </a:extLst>
          </p:cNvPr>
          <p:cNvSpPr>
            <a:spLocks xmlns:a="http://schemas.openxmlformats.org/drawingml/2006/main" noGrp="1"/>
          </p:cNvSpPr>
          <p:nvPr/>
        </p:nvSpPr>
        <p:spPr>
          <a:xfrm xmlns:a="http://schemas.openxmlformats.org/drawingml/2006/main">
            <a:off x="3952875" y="2952750"/>
            <a:ext cx="2047875" cy="1285875"/>
          </a:xfrm>
          <a:prstGeom xmlns:a="http://schemas.openxmlformats.org/drawingml/2006/main" prst="roundRect">
            <a:avLst>
              <a:gd name="adj" fmla="val 5926"/>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111827"/>
                </a:solidFill>
              </a:defRPr>
            </a:pPr>
            <a:r>
              <a:rPr sz="3150" b="1" i="0">
                <a:solidFill>
                  <a:srgbClr val="111827"/>
                </a:solidFill>
              </a:rPr>
              <a:t>cat</a:t>
            </a:r>
          </a:p>
        </p:txBody>
      </p:sp>
      <p:sp>
        <p:nvSpPr>
          <p:cNvPr id="10" name="">
            <a:extLst xmlns:a="http://schemas.openxmlformats.org/drawingml/2006/main">
              <a:ext uri="{FF2B5EF4-FFF2-40B4-BE49-F238E27FC236}">
                <a16:creationId xmlns:a16="http://schemas.microsoft.com/office/drawing/2014/main" id="{053C933D-7A8C-4890-8001-F2D20433DF2A}"/>
              </a:ext>
            </a:extLst>
          </p:cNvPr>
          <p:cNvSpPr>
            <a:spLocks xmlns:a="http://schemas.openxmlformats.org/drawingml/2006/main" noGrp="1"/>
          </p:cNvSpPr>
          <p:nvPr/>
        </p:nvSpPr>
        <p:spPr>
          <a:xfrm xmlns:a="http://schemas.openxmlformats.org/drawingml/2006/main">
            <a:off x="3952875" y="43434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E98A15"/>
                </a:solidFill>
              </a:defRPr>
            </a:pPr>
            <a:r>
              <a:rPr sz="1575" b="1" i="0">
                <a:solidFill>
                  <a:srgbClr val="E98A15"/>
                </a:solidFill>
              </a:rPr>
              <a:t>actor</a:t>
            </a:r>
          </a:p>
        </p:txBody>
      </p:sp>
      <p:sp>
        <p:nvSpPr>
          <p:cNvPr id="11" name="">
            <a:extLst xmlns:a="http://schemas.openxmlformats.org/drawingml/2006/main">
              <a:ext uri="{FF2B5EF4-FFF2-40B4-BE49-F238E27FC236}">
                <a16:creationId xmlns:a16="http://schemas.microsoft.com/office/drawing/2014/main" id="{754AB74D-824B-49F8-8E58-3013483E20EC}"/>
              </a:ext>
            </a:extLst>
          </p:cNvPr>
          <p:cNvSpPr>
            <a:spLocks xmlns:a="http://schemas.openxmlformats.org/drawingml/2006/main" noGrp="1"/>
          </p:cNvSpPr>
          <p:nvPr/>
        </p:nvSpPr>
        <p:spPr>
          <a:xfrm xmlns:a="http://schemas.openxmlformats.org/drawingml/2006/main">
            <a:off x="6477000" y="2952750"/>
            <a:ext cx="2047875" cy="1285875"/>
          </a:xfrm>
          <a:prstGeom xmlns:a="http://schemas.openxmlformats.org/drawingml/2006/main" prst="roundRect">
            <a:avLst>
              <a:gd name="adj" fmla="val 5926"/>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111827"/>
                </a:solidFill>
              </a:defRPr>
            </a:pPr>
            <a:r>
              <a:rPr sz="3150" b="1" i="0">
                <a:solidFill>
                  <a:srgbClr val="111827"/>
                </a:solidFill>
              </a:rPr>
              <a:t>sat</a:t>
            </a:r>
          </a:p>
        </p:txBody>
      </p:sp>
      <p:sp>
        <p:nvSpPr>
          <p:cNvPr id="12" name="">
            <a:extLst xmlns:a="http://schemas.openxmlformats.org/drawingml/2006/main">
              <a:ext uri="{FF2B5EF4-FFF2-40B4-BE49-F238E27FC236}">
                <a16:creationId xmlns:a16="http://schemas.microsoft.com/office/drawing/2014/main" id="{A2BE204B-4646-4688-B701-F8240DFE9F12}"/>
              </a:ext>
            </a:extLst>
          </p:cNvPr>
          <p:cNvSpPr>
            <a:spLocks xmlns:a="http://schemas.openxmlformats.org/drawingml/2006/main" noGrp="1"/>
          </p:cNvSpPr>
          <p:nvPr/>
        </p:nvSpPr>
        <p:spPr>
          <a:xfrm xmlns:a="http://schemas.openxmlformats.org/drawingml/2006/main">
            <a:off x="6477000" y="43434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218739"/>
                </a:solidFill>
              </a:defRPr>
            </a:pPr>
            <a:r>
              <a:rPr sz="1575" b="1" i="0">
                <a:solidFill>
                  <a:srgbClr val="218739"/>
                </a:solidFill>
              </a:rPr>
              <a:t>action</a:t>
            </a:r>
          </a:p>
        </p:txBody>
      </p:sp>
      <p:sp>
        <p:nvSpPr>
          <p:cNvPr id="13" name="">
            <a:extLst xmlns:a="http://schemas.openxmlformats.org/drawingml/2006/main">
              <a:ext uri="{FF2B5EF4-FFF2-40B4-BE49-F238E27FC236}">
                <a16:creationId xmlns:a16="http://schemas.microsoft.com/office/drawing/2014/main" id="{8CF6F423-86AD-4DB0-88A6-F40BE3918DA4}"/>
              </a:ext>
            </a:extLst>
          </p:cNvPr>
          <p:cNvSpPr>
            <a:spLocks xmlns:a="http://schemas.openxmlformats.org/drawingml/2006/main" noGrp="1"/>
          </p:cNvSpPr>
          <p:nvPr/>
        </p:nvSpPr>
        <p:spPr>
          <a:xfrm xmlns:a="http://schemas.openxmlformats.org/drawingml/2006/main">
            <a:off x="9001125" y="2952750"/>
            <a:ext cx="2047875" cy="1285875"/>
          </a:xfrm>
          <a:prstGeom xmlns:a="http://schemas.openxmlformats.org/drawingml/2006/main" prst="roundRect">
            <a:avLst>
              <a:gd name="adj" fmla="val 5926"/>
            </a:avLst>
          </a:prstGeom>
          <a:solidFill xmlns:a="http://schemas.openxmlformats.org/drawingml/2006/main">
            <a:srgbClr val="FDE8EC"/>
          </a:solidFill>
          <a:ln xmlns:a="http://schemas.openxmlformats.org/drawingml/2006/main" w="28575">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111827"/>
                </a:solidFill>
              </a:defRPr>
            </a:pPr>
            <a:r>
              <a:rPr sz="3150" b="1" i="0">
                <a:solidFill>
                  <a:srgbClr val="111827"/>
                </a:solidFill>
              </a:rPr>
              <a:t>.</a:t>
            </a:r>
          </a:p>
        </p:txBody>
      </p:sp>
      <p:sp>
        <p:nvSpPr>
          <p:cNvPr id="14" name="">
            <a:extLst xmlns:a="http://schemas.openxmlformats.org/drawingml/2006/main">
              <a:ext uri="{FF2B5EF4-FFF2-40B4-BE49-F238E27FC236}">
                <a16:creationId xmlns:a16="http://schemas.microsoft.com/office/drawing/2014/main" id="{8421FC28-1FF2-4898-B356-3507AF7545FF}"/>
              </a:ext>
            </a:extLst>
          </p:cNvPr>
          <p:cNvSpPr>
            <a:spLocks xmlns:a="http://schemas.openxmlformats.org/drawingml/2006/main" noGrp="1"/>
          </p:cNvSpPr>
          <p:nvPr/>
        </p:nvSpPr>
        <p:spPr>
          <a:xfrm xmlns:a="http://schemas.openxmlformats.org/drawingml/2006/main">
            <a:off x="9001125" y="43434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D9485F"/>
                </a:solidFill>
              </a:defRPr>
            </a:pPr>
            <a:r>
              <a:rPr sz="1575" b="1" i="0">
                <a:solidFill>
                  <a:srgbClr val="D9485F"/>
                </a:solidFill>
              </a:rPr>
              <a:t>sentence ends</a:t>
            </a:r>
          </a:p>
        </p:txBody>
      </p:sp>
      <p:sp>
        <p:nvSpPr>
          <p:cNvPr id="15" name="">
            <a:extLst xmlns:a="http://schemas.openxmlformats.org/drawingml/2006/main">
              <a:ext uri="{FF2B5EF4-FFF2-40B4-BE49-F238E27FC236}">
                <a16:creationId xmlns:a16="http://schemas.microsoft.com/office/drawing/2014/main" id="{F8658E7C-64F7-4A22-9290-7508BD051DB0}"/>
              </a:ext>
            </a:extLst>
          </p:cNvPr>
          <p:cNvSpPr>
            <a:spLocks xmlns:a="http://schemas.openxmlformats.org/drawingml/2006/main" noGrp="1"/>
          </p:cNvSpPr>
          <p:nvPr/>
        </p:nvSpPr>
        <p:spPr>
          <a:xfrm xmlns:a="http://schemas.openxmlformats.org/drawingml/2006/main">
            <a:off x="6572250" y="5095875"/>
            <a:ext cx="838200" cy="838200"/>
          </a:xfrm>
          <a:prstGeom xmlns:a="http://schemas.openxmlformats.org/drawingml/2006/main" prst="ellipse">
            <a:avLst/>
          </a:prstGeom>
          <a:solidFill xmlns:a="http://schemas.openxmlformats.org/drawingml/2006/main">
            <a:srgbClr val="0B4AA2"/>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450" b="1" i="0">
                <a:solidFill>
                  <a:srgbClr val="FFFFFF"/>
                </a:solidFill>
              </a:defRPr>
            </a:pPr>
            <a:r>
              <a:rPr sz="3450" b="1" i="0">
                <a:solidFill>
                  <a:srgbClr val="FFFFFF"/>
                </a:solidFill>
              </a:rPr>
              <a:t>?</a:t>
            </a:r>
          </a:p>
        </p:txBody>
      </p:sp>
      <p:sp>
        <p:nvSpPr>
          <p:cNvPr id="16" name="">
            <a:extLst xmlns:a="http://schemas.openxmlformats.org/drawingml/2006/main">
              <a:ext uri="{FF2B5EF4-FFF2-40B4-BE49-F238E27FC236}">
                <a16:creationId xmlns:a16="http://schemas.microsoft.com/office/drawing/2014/main" id="{A7E517A1-8347-4CAD-B15E-4AFD4121D896}"/>
              </a:ext>
            </a:extLst>
          </p:cNvPr>
          <p:cNvSpPr>
            <a:spLocks xmlns:a="http://schemas.openxmlformats.org/drawingml/2006/main" noGrp="1"/>
          </p:cNvSpPr>
          <p:nvPr/>
        </p:nvSpPr>
        <p:spPr>
          <a:xfrm xmlns:a="http://schemas.openxmlformats.org/drawingml/2006/main">
            <a:off x="7715250" y="5000625"/>
            <a:ext cx="4286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0B4AA2"/>
                </a:solidFill>
              </a:defRPr>
            </a:pPr>
            <a:r>
              <a:rPr sz="2250" b="1" i="0">
                <a:solidFill>
                  <a:srgbClr val="0B4AA2"/>
                </a:solidFill>
              </a:rPr>
              <a:t>While reading sat, which cards help explain the action?</a:t>
            </a:r>
          </a:p>
        </p:txBody>
      </p:sp>
      <p:sp>
        <p:nvSpPr>
          <p:cNvPr id="17" name="">
            <a:extLst xmlns:a="http://schemas.openxmlformats.org/drawingml/2006/main">
              <a:ext uri="{FF2B5EF4-FFF2-40B4-BE49-F238E27FC236}">
                <a16:creationId xmlns:a16="http://schemas.microsoft.com/office/drawing/2014/main" id="{16D885F9-3DAA-4C5D-8F53-DFD6C2E549EC}"/>
              </a:ext>
            </a:extLst>
          </p:cNvPr>
          <p:cNvSpPr>
            <a:spLocks xmlns:a="http://schemas.openxmlformats.org/drawingml/2006/main" noGrp="1"/>
          </p:cNvSpPr>
          <p:nvPr/>
        </p:nvSpPr>
        <p:spPr>
          <a:xfrm xmlns:a="http://schemas.openxmlformats.org/drawingml/2006/main">
            <a:off x="2809875" y="6381750"/>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Attention turns this reading question into arithmetic.</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56" name="Rectangle 5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itle-8">
            <a:extLst xmlns:a="http://schemas.openxmlformats.org/drawingml/2006/main">
              <a:ext uri="{FF2B5EF4-FFF2-40B4-BE49-F238E27FC236}">
                <a16:creationId xmlns:a16="http://schemas.microsoft.com/office/drawing/2014/main" id="{35ADFE2B-2704-40DA-AE82-5EA267E24182}"/>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Tokenization turns text into model work items</a:t>
            </a:r>
          </a:p>
        </p:txBody>
      </p:sp>
      <p:sp>
        <p:nvSpPr>
          <p:cNvPr id="2" name="">
            <a:extLst xmlns:a="http://schemas.openxmlformats.org/drawingml/2006/main">
              <a:ext uri="{FF2B5EF4-FFF2-40B4-BE49-F238E27FC236}">
                <a16:creationId xmlns:a16="http://schemas.microsoft.com/office/drawing/2014/main" id="{BE60943A-DD9F-4F88-B0B4-7A3A4703CA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9372EF9-1CD4-4A3E-A86C-EDBD7EDE5E1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4B0B198-C4BE-4142-B12B-6BB5A0EB48AC}"/>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8/66</a:t>
            </a:r>
          </a:p>
        </p:txBody>
      </p:sp>
      <p:sp>
        <p:nvSpPr>
          <p:cNvPr id="5" name="">
            <a:extLst xmlns:a="http://schemas.openxmlformats.org/drawingml/2006/main">
              <a:ext uri="{FF2B5EF4-FFF2-40B4-BE49-F238E27FC236}">
                <a16:creationId xmlns:a16="http://schemas.microsoft.com/office/drawing/2014/main" id="{C36A3490-96A3-4246-8412-84318BCD1C87}"/>
              </a:ext>
            </a:extLst>
          </p:cNvPr>
          <p:cNvSpPr>
            <a:spLocks xmlns:a="http://schemas.openxmlformats.org/drawingml/2006/main" noGrp="1"/>
          </p:cNvSpPr>
          <p:nvPr/>
        </p:nvSpPr>
        <p:spPr>
          <a:xfrm xmlns:a="http://schemas.openxmlformats.org/drawingml/2006/main">
            <a:off x="1285875" y="3143250"/>
            <a:ext cx="2381250" cy="1047750"/>
          </a:xfrm>
          <a:prstGeom xmlns:a="http://schemas.openxmlformats.org/drawingml/2006/main" prst="roundRect">
            <a:avLst>
              <a:gd name="adj" fmla="val 7273"/>
            </a:avLst>
          </a:prstGeom>
          <a:solidFill xmlns:a="http://schemas.openxmlformats.org/drawingml/2006/main">
            <a:srgbClr val="F3F6FA"/>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111827"/>
                </a:solidFill>
              </a:defRPr>
            </a:pPr>
            <a:r>
              <a:rPr sz="2325" b="1" i="0">
                <a:solidFill>
                  <a:srgbClr val="111827"/>
                </a:solidFill>
              </a:rPr>
              <a:t>“The cat sat.”</a:t>
            </a:r>
          </a:p>
        </p:txBody>
      </p:sp>
      <p:sp>
        <p:nvSpPr>
          <p:cNvPr id="6" name="">
            <a:extLst xmlns:a="http://schemas.openxmlformats.org/drawingml/2006/main">
              <a:ext uri="{FF2B5EF4-FFF2-40B4-BE49-F238E27FC236}">
                <a16:creationId xmlns:a16="http://schemas.microsoft.com/office/drawing/2014/main" id="{03BF19DD-881C-4ACE-B5EA-9019462B7520}"/>
              </a:ext>
            </a:extLst>
          </p:cNvPr>
          <p:cNvSpPr>
            <a:spLocks xmlns:a="http://schemas.openxmlformats.org/drawingml/2006/main" noGrp="1"/>
          </p:cNvSpPr>
          <p:nvPr/>
        </p:nvSpPr>
        <p:spPr>
          <a:xfrm xmlns:a="http://schemas.openxmlformats.org/drawingml/2006/main">
            <a:off x="3857625" y="3486150"/>
            <a:ext cx="90487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7" name="">
            <a:extLst xmlns:a="http://schemas.openxmlformats.org/drawingml/2006/main">
              <a:ext uri="{FF2B5EF4-FFF2-40B4-BE49-F238E27FC236}">
                <a16:creationId xmlns:a16="http://schemas.microsoft.com/office/drawing/2014/main" id="{7B0AF911-B904-4508-8528-67D40F9C8A03}"/>
              </a:ext>
            </a:extLst>
          </p:cNvPr>
          <p:cNvSpPr>
            <a:spLocks xmlns:a="http://schemas.openxmlformats.org/drawingml/2006/main" noGrp="1"/>
          </p:cNvSpPr>
          <p:nvPr/>
        </p:nvSpPr>
        <p:spPr>
          <a:xfrm xmlns:a="http://schemas.openxmlformats.org/drawingml/2006/main">
            <a:off x="4953000" y="2952750"/>
            <a:ext cx="1428750" cy="1428750"/>
          </a:xfrm>
          <a:prstGeom xmlns:a="http://schemas.openxmlformats.org/drawingml/2006/main" prst="ellipse">
            <a:avLst/>
          </a:prstGeom>
          <a:solidFill xmlns:a="http://schemas.openxmlformats.org/drawingml/2006/main">
            <a:srgbClr val="0B4AA2"/>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FFFFFF"/>
                </a:solidFill>
              </a:defRPr>
            </a:pPr>
            <a:r>
              <a:rPr sz="2250" b="1" i="0">
                <a:solidFill>
                  <a:srgbClr val="FFFFFF"/>
                </a:solidFill>
              </a:rPr>
              <a:t>TOK</a:t>
            </a:r>
          </a:p>
        </p:txBody>
      </p:sp>
      <p:sp>
        <p:nvSpPr>
          <p:cNvPr id="8" name="">
            <a:extLst xmlns:a="http://schemas.openxmlformats.org/drawingml/2006/main">
              <a:ext uri="{FF2B5EF4-FFF2-40B4-BE49-F238E27FC236}">
                <a16:creationId xmlns:a16="http://schemas.microsoft.com/office/drawing/2014/main" id="{278E4251-4227-4ADE-A7E9-B5D686F95F59}"/>
              </a:ext>
            </a:extLst>
          </p:cNvPr>
          <p:cNvSpPr>
            <a:spLocks xmlns:a="http://schemas.openxmlformats.org/drawingml/2006/main" noGrp="1"/>
          </p:cNvSpPr>
          <p:nvPr/>
        </p:nvSpPr>
        <p:spPr>
          <a:xfrm xmlns:a="http://schemas.openxmlformats.org/drawingml/2006/main">
            <a:off x="6572250" y="3486150"/>
            <a:ext cx="90487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9" name="">
            <a:extLst xmlns:a="http://schemas.openxmlformats.org/drawingml/2006/main">
              <a:ext uri="{FF2B5EF4-FFF2-40B4-BE49-F238E27FC236}">
                <a16:creationId xmlns:a16="http://schemas.microsoft.com/office/drawing/2014/main" id="{B176DB31-5CE4-40F2-9283-C556125D901A}"/>
              </a:ext>
            </a:extLst>
          </p:cNvPr>
          <p:cNvSpPr>
            <a:spLocks xmlns:a="http://schemas.openxmlformats.org/drawingml/2006/main" noGrp="1"/>
          </p:cNvSpPr>
          <p:nvPr/>
        </p:nvSpPr>
        <p:spPr>
          <a:xfrm xmlns:a="http://schemas.openxmlformats.org/drawingml/2006/main">
            <a:off x="7715250" y="3028950"/>
            <a:ext cx="914400" cy="876300"/>
          </a:xfrm>
          <a:prstGeom xmlns:a="http://schemas.openxmlformats.org/drawingml/2006/main" prst="roundRect">
            <a:avLst>
              <a:gd name="adj" fmla="val 8696"/>
            </a:avLst>
          </a:prstGeom>
          <a:solidFill xmlns:a="http://schemas.openxmlformats.org/drawingml/2006/main">
            <a:srgbClr val="F3F6FA"/>
          </a:solidFill>
          <a:ln xmlns:a="http://schemas.openxmlformats.org/drawingml/2006/main" w="23813">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The</a:t>
            </a:r>
          </a:p>
        </p:txBody>
      </p:sp>
      <p:sp>
        <p:nvSpPr>
          <p:cNvPr id="10" name="">
            <a:extLst xmlns:a="http://schemas.openxmlformats.org/drawingml/2006/main">
              <a:ext uri="{FF2B5EF4-FFF2-40B4-BE49-F238E27FC236}">
                <a16:creationId xmlns:a16="http://schemas.microsoft.com/office/drawing/2014/main" id="{51EBF58D-0DCC-407F-894B-4D457BC4B775}"/>
              </a:ext>
            </a:extLst>
          </p:cNvPr>
          <p:cNvSpPr>
            <a:spLocks xmlns:a="http://schemas.openxmlformats.org/drawingml/2006/main" noGrp="1"/>
          </p:cNvSpPr>
          <p:nvPr/>
        </p:nvSpPr>
        <p:spPr>
          <a:xfrm xmlns:a="http://schemas.openxmlformats.org/drawingml/2006/main">
            <a:off x="7715250" y="40195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8A96A8"/>
                </a:solidFill>
              </a:defRPr>
            </a:pPr>
            <a:r>
              <a:rPr sz="1275" b="1" i="0">
                <a:solidFill>
                  <a:srgbClr val="8A96A8"/>
                </a:solidFill>
              </a:rPr>
              <a:t>ID 1</a:t>
            </a:r>
          </a:p>
        </p:txBody>
      </p:sp>
      <p:sp>
        <p:nvSpPr>
          <p:cNvPr id="11" name="">
            <a:extLst xmlns:a="http://schemas.openxmlformats.org/drawingml/2006/main">
              <a:ext uri="{FF2B5EF4-FFF2-40B4-BE49-F238E27FC236}">
                <a16:creationId xmlns:a16="http://schemas.microsoft.com/office/drawing/2014/main" id="{255EC81F-5329-482C-B024-0D151D69DF82}"/>
              </a:ext>
            </a:extLst>
          </p:cNvPr>
          <p:cNvSpPr>
            <a:spLocks xmlns:a="http://schemas.openxmlformats.org/drawingml/2006/main" noGrp="1"/>
          </p:cNvSpPr>
          <p:nvPr/>
        </p:nvSpPr>
        <p:spPr>
          <a:xfrm xmlns:a="http://schemas.openxmlformats.org/drawingml/2006/main">
            <a:off x="8858250" y="3028950"/>
            <a:ext cx="914400" cy="876300"/>
          </a:xfrm>
          <a:prstGeom xmlns:a="http://schemas.openxmlformats.org/drawingml/2006/main" prst="roundRect">
            <a:avLst>
              <a:gd name="adj" fmla="val 8696"/>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cat</a:t>
            </a:r>
          </a:p>
        </p:txBody>
      </p:sp>
      <p:sp>
        <p:nvSpPr>
          <p:cNvPr id="12" name="">
            <a:extLst xmlns:a="http://schemas.openxmlformats.org/drawingml/2006/main">
              <a:ext uri="{FF2B5EF4-FFF2-40B4-BE49-F238E27FC236}">
                <a16:creationId xmlns:a16="http://schemas.microsoft.com/office/drawing/2014/main" id="{AFE6AFED-61CA-41D6-8A5C-2EC8157FEB3A}"/>
              </a:ext>
            </a:extLst>
          </p:cNvPr>
          <p:cNvSpPr>
            <a:spLocks xmlns:a="http://schemas.openxmlformats.org/drawingml/2006/main" noGrp="1"/>
          </p:cNvSpPr>
          <p:nvPr/>
        </p:nvSpPr>
        <p:spPr>
          <a:xfrm xmlns:a="http://schemas.openxmlformats.org/drawingml/2006/main">
            <a:off x="8858250" y="40195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E98A15"/>
                </a:solidFill>
              </a:defRPr>
            </a:pPr>
            <a:r>
              <a:rPr sz="1275" b="1" i="0">
                <a:solidFill>
                  <a:srgbClr val="E98A15"/>
                </a:solidFill>
              </a:rPr>
              <a:t>ID 2</a:t>
            </a:r>
          </a:p>
        </p:txBody>
      </p:sp>
      <p:sp>
        <p:nvSpPr>
          <p:cNvPr id="13" name="">
            <a:extLst xmlns:a="http://schemas.openxmlformats.org/drawingml/2006/main">
              <a:ext uri="{FF2B5EF4-FFF2-40B4-BE49-F238E27FC236}">
                <a16:creationId xmlns:a16="http://schemas.microsoft.com/office/drawing/2014/main" id="{1CAE9AEA-E355-489B-B730-121E49978D70}"/>
              </a:ext>
            </a:extLst>
          </p:cNvPr>
          <p:cNvSpPr>
            <a:spLocks xmlns:a="http://schemas.openxmlformats.org/drawingml/2006/main" noGrp="1"/>
          </p:cNvSpPr>
          <p:nvPr/>
        </p:nvSpPr>
        <p:spPr>
          <a:xfrm xmlns:a="http://schemas.openxmlformats.org/drawingml/2006/main">
            <a:off x="10001250" y="3028950"/>
            <a:ext cx="914400" cy="876300"/>
          </a:xfrm>
          <a:prstGeom xmlns:a="http://schemas.openxmlformats.org/drawingml/2006/main" prst="roundRect">
            <a:avLst>
              <a:gd name="adj" fmla="val 8696"/>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sat</a:t>
            </a:r>
          </a:p>
        </p:txBody>
      </p:sp>
      <p:sp>
        <p:nvSpPr>
          <p:cNvPr id="14" name="">
            <a:extLst xmlns:a="http://schemas.openxmlformats.org/drawingml/2006/main">
              <a:ext uri="{FF2B5EF4-FFF2-40B4-BE49-F238E27FC236}">
                <a16:creationId xmlns:a16="http://schemas.microsoft.com/office/drawing/2014/main" id="{723D7F17-FFE8-4CEE-9524-7D40DAE879AB}"/>
              </a:ext>
            </a:extLst>
          </p:cNvPr>
          <p:cNvSpPr>
            <a:spLocks xmlns:a="http://schemas.openxmlformats.org/drawingml/2006/main" noGrp="1"/>
          </p:cNvSpPr>
          <p:nvPr/>
        </p:nvSpPr>
        <p:spPr>
          <a:xfrm xmlns:a="http://schemas.openxmlformats.org/drawingml/2006/main">
            <a:off x="10001250" y="40195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218739"/>
                </a:solidFill>
              </a:defRPr>
            </a:pPr>
            <a:r>
              <a:rPr sz="1275" b="1" i="0">
                <a:solidFill>
                  <a:srgbClr val="218739"/>
                </a:solidFill>
              </a:rPr>
              <a:t>ID 3</a:t>
            </a:r>
          </a:p>
        </p:txBody>
      </p:sp>
      <p:sp>
        <p:nvSpPr>
          <p:cNvPr id="15" name="">
            <a:extLst xmlns:a="http://schemas.openxmlformats.org/drawingml/2006/main">
              <a:ext uri="{FF2B5EF4-FFF2-40B4-BE49-F238E27FC236}">
                <a16:creationId xmlns:a16="http://schemas.microsoft.com/office/drawing/2014/main" id="{1AA456BD-4653-4EC3-A468-CEEDE2BC3408}"/>
              </a:ext>
            </a:extLst>
          </p:cNvPr>
          <p:cNvSpPr>
            <a:spLocks xmlns:a="http://schemas.openxmlformats.org/drawingml/2006/main" noGrp="1"/>
          </p:cNvSpPr>
          <p:nvPr/>
        </p:nvSpPr>
        <p:spPr>
          <a:xfrm xmlns:a="http://schemas.openxmlformats.org/drawingml/2006/main">
            <a:off x="11144250" y="3028950"/>
            <a:ext cx="914400" cy="876300"/>
          </a:xfrm>
          <a:prstGeom xmlns:a="http://schemas.openxmlformats.org/drawingml/2006/main" prst="roundRect">
            <a:avLst>
              <a:gd name="adj" fmla="val 8696"/>
            </a:avLst>
          </a:prstGeom>
          <a:solidFill xmlns:a="http://schemas.openxmlformats.org/drawingml/2006/main">
            <a:srgbClr val="FDE8EC"/>
          </a:solidFill>
          <a:ln xmlns:a="http://schemas.openxmlformats.org/drawingml/2006/main" w="23813">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a:t>
            </a:r>
          </a:p>
        </p:txBody>
      </p:sp>
      <p:sp>
        <p:nvSpPr>
          <p:cNvPr id="16" name="">
            <a:extLst xmlns:a="http://schemas.openxmlformats.org/drawingml/2006/main">
              <a:ext uri="{FF2B5EF4-FFF2-40B4-BE49-F238E27FC236}">
                <a16:creationId xmlns:a16="http://schemas.microsoft.com/office/drawing/2014/main" id="{20D1FA31-3941-4CFF-94EF-487DDFFC9C8B}"/>
              </a:ext>
            </a:extLst>
          </p:cNvPr>
          <p:cNvSpPr>
            <a:spLocks xmlns:a="http://schemas.openxmlformats.org/drawingml/2006/main" noGrp="1"/>
          </p:cNvSpPr>
          <p:nvPr/>
        </p:nvSpPr>
        <p:spPr>
          <a:xfrm xmlns:a="http://schemas.openxmlformats.org/drawingml/2006/main">
            <a:off x="11144250" y="4019550"/>
            <a:ext cx="914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D9485F"/>
                </a:solidFill>
              </a:defRPr>
            </a:pPr>
            <a:r>
              <a:rPr sz="1275" b="1" i="0">
                <a:solidFill>
                  <a:srgbClr val="D9485F"/>
                </a:solidFill>
              </a:rPr>
              <a:t>ID 4</a:t>
            </a:r>
          </a:p>
        </p:txBody>
      </p:sp>
      <p:sp>
        <p:nvSpPr>
          <p:cNvPr id="17" name="">
            <a:extLst xmlns:a="http://schemas.openxmlformats.org/drawingml/2006/main">
              <a:ext uri="{FF2B5EF4-FFF2-40B4-BE49-F238E27FC236}">
                <a16:creationId xmlns:a16="http://schemas.microsoft.com/office/drawing/2014/main" id="{045418A7-BAD5-4CFC-96E2-8CFDD9B64782}"/>
              </a:ext>
            </a:extLst>
          </p:cNvPr>
          <p:cNvSpPr>
            <a:spLocks xmlns:a="http://schemas.openxmlformats.org/drawingml/2006/main" noGrp="1"/>
          </p:cNvSpPr>
          <p:nvPr/>
        </p:nvSpPr>
        <p:spPr>
          <a:xfrm xmlns:a="http://schemas.openxmlformats.org/drawingml/2006/main">
            <a:off x="9572625" y="4572000"/>
            <a:ext cx="323850" cy="704850"/>
          </a:xfrm>
          <a:prstGeom xmlns:a="http://schemas.openxmlformats.org/drawingml/2006/main" prst="downArrow">
            <a:avLst/>
          </a:prstGeom>
          <a:solidFill xmlns:a="http://schemas.openxmlformats.org/drawingml/2006/main">
            <a:srgbClr val="9BB5D8"/>
          </a:solidFill>
          <a:ln xmlns:a="http://schemas.openxmlformats.org/drawingml/2006/main" w="0">
            <a:solidFill>
              <a:srgbClr val="9BB5D8"/>
            </a:solidFill>
            <a:prstDash val="solid"/>
          </a:ln>
        </p:spPr>
      </p:sp>
      <p:sp>
        <p:nvSpPr>
          <p:cNvPr id="18" name="">
            <a:extLst xmlns:a="http://schemas.openxmlformats.org/drawingml/2006/main">
              <a:ext uri="{FF2B5EF4-FFF2-40B4-BE49-F238E27FC236}">
                <a16:creationId xmlns:a16="http://schemas.microsoft.com/office/drawing/2014/main" id="{F82482B8-C6EE-4759-A072-6A12F2BE3C87}"/>
              </a:ext>
            </a:extLst>
          </p:cNvPr>
          <p:cNvSpPr>
            <a:spLocks xmlns:a="http://schemas.openxmlformats.org/drawingml/2006/main" noGrp="1"/>
          </p:cNvSpPr>
          <p:nvPr/>
        </p:nvSpPr>
        <p:spPr>
          <a:xfrm xmlns:a="http://schemas.openxmlformats.org/drawingml/2006/main">
            <a:off x="7524750" y="53816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0" i="0">
                <a:solidFill>
                  <a:srgbClr val="5B667A"/>
                </a:solidFill>
              </a:defRPr>
            </a:pPr>
            <a:r>
              <a:rPr sz="1725" b="0" i="0">
                <a:solidFill>
                  <a:srgbClr val="5B667A"/>
                </a:solidFill>
              </a:rPr>
              <a:t>each token receives a learned numerical vector</a:t>
            </a:r>
          </a:p>
        </p:txBody>
      </p:sp>
      <p:sp>
        <p:nvSpPr>
          <p:cNvPr id="19" name="">
            <a:extLst xmlns:a="http://schemas.openxmlformats.org/drawingml/2006/main">
              <a:ext uri="{FF2B5EF4-FFF2-40B4-BE49-F238E27FC236}">
                <a16:creationId xmlns:a16="http://schemas.microsoft.com/office/drawing/2014/main" id="{173E2235-C0C9-44D6-B93C-96D8CAB2B789}"/>
              </a:ext>
            </a:extLst>
          </p:cNvPr>
          <p:cNvSpPr>
            <a:spLocks xmlns:a="http://schemas.openxmlformats.org/drawingml/2006/main" noGrp="1"/>
          </p:cNvSpPr>
          <p:nvPr/>
        </p:nvSpPr>
        <p:spPr>
          <a:xfrm xmlns:a="http://schemas.openxmlformats.org/drawingml/2006/main">
            <a:off x="7953375"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0" name="">
            <a:extLst xmlns:a="http://schemas.openxmlformats.org/drawingml/2006/main">
              <a:ext uri="{FF2B5EF4-FFF2-40B4-BE49-F238E27FC236}">
                <a16:creationId xmlns:a16="http://schemas.microsoft.com/office/drawing/2014/main" id="{212C04F1-CB1B-4F75-BCB4-450BC35B6931}"/>
              </a:ext>
            </a:extLst>
          </p:cNvPr>
          <p:cNvSpPr>
            <a:spLocks xmlns:a="http://schemas.openxmlformats.org/drawingml/2006/main" noGrp="1"/>
          </p:cNvSpPr>
          <p:nvPr/>
        </p:nvSpPr>
        <p:spPr>
          <a:xfrm xmlns:a="http://schemas.openxmlformats.org/drawingml/2006/main">
            <a:off x="8382000"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1" name="">
            <a:extLst xmlns:a="http://schemas.openxmlformats.org/drawingml/2006/main">
              <a:ext uri="{FF2B5EF4-FFF2-40B4-BE49-F238E27FC236}">
                <a16:creationId xmlns:a16="http://schemas.microsoft.com/office/drawing/2014/main" id="{6F3D4E4A-0FE5-4CB2-92BE-7FA59B85E6A1}"/>
              </a:ext>
            </a:extLst>
          </p:cNvPr>
          <p:cNvSpPr>
            <a:spLocks xmlns:a="http://schemas.openxmlformats.org/drawingml/2006/main" noGrp="1"/>
          </p:cNvSpPr>
          <p:nvPr/>
        </p:nvSpPr>
        <p:spPr>
          <a:xfrm xmlns:a="http://schemas.openxmlformats.org/drawingml/2006/main">
            <a:off x="8810625"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2" name="">
            <a:extLst xmlns:a="http://schemas.openxmlformats.org/drawingml/2006/main">
              <a:ext uri="{FF2B5EF4-FFF2-40B4-BE49-F238E27FC236}">
                <a16:creationId xmlns:a16="http://schemas.microsoft.com/office/drawing/2014/main" id="{BDDFA2F0-DBEC-4A29-9749-B4E070466A1B}"/>
              </a:ext>
            </a:extLst>
          </p:cNvPr>
          <p:cNvSpPr>
            <a:spLocks xmlns:a="http://schemas.openxmlformats.org/drawingml/2006/main" noGrp="1"/>
          </p:cNvSpPr>
          <p:nvPr/>
        </p:nvSpPr>
        <p:spPr>
          <a:xfrm xmlns:a="http://schemas.openxmlformats.org/drawingml/2006/main">
            <a:off x="9239250"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3" name="">
            <a:extLst xmlns:a="http://schemas.openxmlformats.org/drawingml/2006/main">
              <a:ext uri="{FF2B5EF4-FFF2-40B4-BE49-F238E27FC236}">
                <a16:creationId xmlns:a16="http://schemas.microsoft.com/office/drawing/2014/main" id="{89D3CDDC-7448-4E87-83D6-359FD05477C8}"/>
              </a:ext>
            </a:extLst>
          </p:cNvPr>
          <p:cNvSpPr>
            <a:spLocks xmlns:a="http://schemas.openxmlformats.org/drawingml/2006/main" noGrp="1"/>
          </p:cNvSpPr>
          <p:nvPr/>
        </p:nvSpPr>
        <p:spPr>
          <a:xfrm xmlns:a="http://schemas.openxmlformats.org/drawingml/2006/main">
            <a:off x="9667875"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4" name="">
            <a:extLst xmlns:a="http://schemas.openxmlformats.org/drawingml/2006/main">
              <a:ext uri="{FF2B5EF4-FFF2-40B4-BE49-F238E27FC236}">
                <a16:creationId xmlns:a16="http://schemas.microsoft.com/office/drawing/2014/main" id="{066D1313-43FA-4949-9034-331D4235089D}"/>
              </a:ext>
            </a:extLst>
          </p:cNvPr>
          <p:cNvSpPr>
            <a:spLocks xmlns:a="http://schemas.openxmlformats.org/drawingml/2006/main" noGrp="1"/>
          </p:cNvSpPr>
          <p:nvPr/>
        </p:nvSpPr>
        <p:spPr>
          <a:xfrm xmlns:a="http://schemas.openxmlformats.org/drawingml/2006/main">
            <a:off x="10096500"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5" name="">
            <a:extLst xmlns:a="http://schemas.openxmlformats.org/drawingml/2006/main">
              <a:ext uri="{FF2B5EF4-FFF2-40B4-BE49-F238E27FC236}">
                <a16:creationId xmlns:a16="http://schemas.microsoft.com/office/drawing/2014/main" id="{D6F7A19A-76FB-4B54-8707-1BD204C94C60}"/>
              </a:ext>
            </a:extLst>
          </p:cNvPr>
          <p:cNvSpPr>
            <a:spLocks xmlns:a="http://schemas.openxmlformats.org/drawingml/2006/main" noGrp="1"/>
          </p:cNvSpPr>
          <p:nvPr/>
        </p:nvSpPr>
        <p:spPr>
          <a:xfrm xmlns:a="http://schemas.openxmlformats.org/drawingml/2006/main">
            <a:off x="10525125"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6" name="">
            <a:extLst xmlns:a="http://schemas.openxmlformats.org/drawingml/2006/main">
              <a:ext uri="{FF2B5EF4-FFF2-40B4-BE49-F238E27FC236}">
                <a16:creationId xmlns:a16="http://schemas.microsoft.com/office/drawing/2014/main" id="{03A143E0-45AB-4289-8E7E-B4D1C7F96D34}"/>
              </a:ext>
            </a:extLst>
          </p:cNvPr>
          <p:cNvSpPr>
            <a:spLocks xmlns:a="http://schemas.openxmlformats.org/drawingml/2006/main" noGrp="1"/>
          </p:cNvSpPr>
          <p:nvPr/>
        </p:nvSpPr>
        <p:spPr>
          <a:xfrm xmlns:a="http://schemas.openxmlformats.org/drawingml/2006/main">
            <a:off x="10953750" y="5905500"/>
            <a:ext cx="352425" cy="161925"/>
          </a:xfrm>
          <a:prstGeom xmlns:a="http://schemas.openxmlformats.org/drawingml/2006/main" prst="rect">
            <a:avLst/>
          </a:prstGeom>
          <a:solidFill xmlns:a="http://schemas.openxmlformats.org/drawingml/2006/main">
            <a:srgbClr val="F3F6FA"/>
          </a:solidFill>
          <a:ln xmlns:a="http://schemas.openxmlformats.org/drawingml/2006/main" w="7620">
            <a:solidFill>
              <a:srgbClr val="CBD5E1"/>
            </a:solidFill>
            <a:prstDash val="solid"/>
          </a:ln>
        </p:spPr>
      </p:sp>
      <p:sp>
        <p:nvSpPr>
          <p:cNvPr id="27" name="">
            <a:extLst xmlns:a="http://schemas.openxmlformats.org/drawingml/2006/main">
              <a:ext uri="{FF2B5EF4-FFF2-40B4-BE49-F238E27FC236}">
                <a16:creationId xmlns:a16="http://schemas.microsoft.com/office/drawing/2014/main" id="{20E0090C-A652-4001-A61B-A200A7230A54}"/>
              </a:ext>
            </a:extLst>
          </p:cNvPr>
          <p:cNvSpPr>
            <a:spLocks xmlns:a="http://schemas.openxmlformats.org/drawingml/2006/main" noGrp="1"/>
          </p:cNvSpPr>
          <p:nvPr/>
        </p:nvSpPr>
        <p:spPr>
          <a:xfrm xmlns:a="http://schemas.openxmlformats.org/drawingml/2006/main">
            <a:off x="7953375"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28" name="">
            <a:extLst xmlns:a="http://schemas.openxmlformats.org/drawingml/2006/main">
              <a:ext uri="{FF2B5EF4-FFF2-40B4-BE49-F238E27FC236}">
                <a16:creationId xmlns:a16="http://schemas.microsoft.com/office/drawing/2014/main" id="{ED19B890-2516-490D-AA12-E42BD1290C97}"/>
              </a:ext>
            </a:extLst>
          </p:cNvPr>
          <p:cNvSpPr>
            <a:spLocks xmlns:a="http://schemas.openxmlformats.org/drawingml/2006/main" noGrp="1"/>
          </p:cNvSpPr>
          <p:nvPr/>
        </p:nvSpPr>
        <p:spPr>
          <a:xfrm xmlns:a="http://schemas.openxmlformats.org/drawingml/2006/main">
            <a:off x="8382000"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29" name="">
            <a:extLst xmlns:a="http://schemas.openxmlformats.org/drawingml/2006/main">
              <a:ext uri="{FF2B5EF4-FFF2-40B4-BE49-F238E27FC236}">
                <a16:creationId xmlns:a16="http://schemas.microsoft.com/office/drawing/2014/main" id="{52BCCC84-B032-40F4-B343-2899896B7074}"/>
              </a:ext>
            </a:extLst>
          </p:cNvPr>
          <p:cNvSpPr>
            <a:spLocks xmlns:a="http://schemas.openxmlformats.org/drawingml/2006/main" noGrp="1"/>
          </p:cNvSpPr>
          <p:nvPr/>
        </p:nvSpPr>
        <p:spPr>
          <a:xfrm xmlns:a="http://schemas.openxmlformats.org/drawingml/2006/main">
            <a:off x="8810625"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0" name="">
            <a:extLst xmlns:a="http://schemas.openxmlformats.org/drawingml/2006/main">
              <a:ext uri="{FF2B5EF4-FFF2-40B4-BE49-F238E27FC236}">
                <a16:creationId xmlns:a16="http://schemas.microsoft.com/office/drawing/2014/main" id="{877BADC6-7504-4226-817B-550AB31BC36E}"/>
              </a:ext>
            </a:extLst>
          </p:cNvPr>
          <p:cNvSpPr>
            <a:spLocks xmlns:a="http://schemas.openxmlformats.org/drawingml/2006/main" noGrp="1"/>
          </p:cNvSpPr>
          <p:nvPr/>
        </p:nvSpPr>
        <p:spPr>
          <a:xfrm xmlns:a="http://schemas.openxmlformats.org/drawingml/2006/main">
            <a:off x="9239250"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1" name="">
            <a:extLst xmlns:a="http://schemas.openxmlformats.org/drawingml/2006/main">
              <a:ext uri="{FF2B5EF4-FFF2-40B4-BE49-F238E27FC236}">
                <a16:creationId xmlns:a16="http://schemas.microsoft.com/office/drawing/2014/main" id="{C6A48401-A2E6-415E-95DF-2DB9A155F337}"/>
              </a:ext>
            </a:extLst>
          </p:cNvPr>
          <p:cNvSpPr>
            <a:spLocks xmlns:a="http://schemas.openxmlformats.org/drawingml/2006/main" noGrp="1"/>
          </p:cNvSpPr>
          <p:nvPr/>
        </p:nvSpPr>
        <p:spPr>
          <a:xfrm xmlns:a="http://schemas.openxmlformats.org/drawingml/2006/main">
            <a:off x="9667875"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2" name="">
            <a:extLst xmlns:a="http://schemas.openxmlformats.org/drawingml/2006/main">
              <a:ext uri="{FF2B5EF4-FFF2-40B4-BE49-F238E27FC236}">
                <a16:creationId xmlns:a16="http://schemas.microsoft.com/office/drawing/2014/main" id="{ABDDDB2C-6077-48D4-BF91-E0A6FF57D493}"/>
              </a:ext>
            </a:extLst>
          </p:cNvPr>
          <p:cNvSpPr>
            <a:spLocks xmlns:a="http://schemas.openxmlformats.org/drawingml/2006/main" noGrp="1"/>
          </p:cNvSpPr>
          <p:nvPr/>
        </p:nvSpPr>
        <p:spPr>
          <a:xfrm xmlns:a="http://schemas.openxmlformats.org/drawingml/2006/main">
            <a:off x="10096500"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3" name="">
            <a:extLst xmlns:a="http://schemas.openxmlformats.org/drawingml/2006/main">
              <a:ext uri="{FF2B5EF4-FFF2-40B4-BE49-F238E27FC236}">
                <a16:creationId xmlns:a16="http://schemas.microsoft.com/office/drawing/2014/main" id="{E5414740-4910-43BA-970B-DC4B8330D203}"/>
              </a:ext>
            </a:extLst>
          </p:cNvPr>
          <p:cNvSpPr>
            <a:spLocks xmlns:a="http://schemas.openxmlformats.org/drawingml/2006/main" noGrp="1"/>
          </p:cNvSpPr>
          <p:nvPr/>
        </p:nvSpPr>
        <p:spPr>
          <a:xfrm xmlns:a="http://schemas.openxmlformats.org/drawingml/2006/main">
            <a:off x="10525125"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4" name="">
            <a:extLst xmlns:a="http://schemas.openxmlformats.org/drawingml/2006/main">
              <a:ext uri="{FF2B5EF4-FFF2-40B4-BE49-F238E27FC236}">
                <a16:creationId xmlns:a16="http://schemas.microsoft.com/office/drawing/2014/main" id="{24608F79-FEE6-493D-A822-28607570CC4B}"/>
              </a:ext>
            </a:extLst>
          </p:cNvPr>
          <p:cNvSpPr>
            <a:spLocks xmlns:a="http://schemas.openxmlformats.org/drawingml/2006/main" noGrp="1"/>
          </p:cNvSpPr>
          <p:nvPr/>
        </p:nvSpPr>
        <p:spPr>
          <a:xfrm xmlns:a="http://schemas.openxmlformats.org/drawingml/2006/main">
            <a:off x="10953750" y="6134100"/>
            <a:ext cx="352425" cy="161925"/>
          </a:xfrm>
          <a:prstGeom xmlns:a="http://schemas.openxmlformats.org/drawingml/2006/main" prst="rect">
            <a:avLst/>
          </a:prstGeom>
          <a:solidFill xmlns:a="http://schemas.openxmlformats.org/drawingml/2006/main">
            <a:srgbClr val="FFF3DC"/>
          </a:solidFill>
          <a:ln xmlns:a="http://schemas.openxmlformats.org/drawingml/2006/main" w="7620">
            <a:solidFill>
              <a:srgbClr val="E98A15"/>
            </a:solidFill>
            <a:prstDash val="solid"/>
          </a:ln>
        </p:spPr>
      </p:sp>
      <p:sp>
        <p:nvSpPr>
          <p:cNvPr id="35" name="">
            <a:extLst xmlns:a="http://schemas.openxmlformats.org/drawingml/2006/main">
              <a:ext uri="{FF2B5EF4-FFF2-40B4-BE49-F238E27FC236}">
                <a16:creationId xmlns:a16="http://schemas.microsoft.com/office/drawing/2014/main" id="{D0B389B2-6388-47EA-A436-D46CF1F99690}"/>
              </a:ext>
            </a:extLst>
          </p:cNvPr>
          <p:cNvSpPr>
            <a:spLocks xmlns:a="http://schemas.openxmlformats.org/drawingml/2006/main" noGrp="1"/>
          </p:cNvSpPr>
          <p:nvPr/>
        </p:nvSpPr>
        <p:spPr>
          <a:xfrm xmlns:a="http://schemas.openxmlformats.org/drawingml/2006/main">
            <a:off x="7953375"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36" name="">
            <a:extLst xmlns:a="http://schemas.openxmlformats.org/drawingml/2006/main">
              <a:ext uri="{FF2B5EF4-FFF2-40B4-BE49-F238E27FC236}">
                <a16:creationId xmlns:a16="http://schemas.microsoft.com/office/drawing/2014/main" id="{810CCE9E-3A73-4607-8711-AAD036E99D21}"/>
              </a:ext>
            </a:extLst>
          </p:cNvPr>
          <p:cNvSpPr>
            <a:spLocks xmlns:a="http://schemas.openxmlformats.org/drawingml/2006/main" noGrp="1"/>
          </p:cNvSpPr>
          <p:nvPr/>
        </p:nvSpPr>
        <p:spPr>
          <a:xfrm xmlns:a="http://schemas.openxmlformats.org/drawingml/2006/main">
            <a:off x="8382000"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37" name="">
            <a:extLst xmlns:a="http://schemas.openxmlformats.org/drawingml/2006/main">
              <a:ext uri="{FF2B5EF4-FFF2-40B4-BE49-F238E27FC236}">
                <a16:creationId xmlns:a16="http://schemas.microsoft.com/office/drawing/2014/main" id="{60792E9F-6EB9-46BA-BEEB-4BCEE1E39D48}"/>
              </a:ext>
            </a:extLst>
          </p:cNvPr>
          <p:cNvSpPr>
            <a:spLocks xmlns:a="http://schemas.openxmlformats.org/drawingml/2006/main" noGrp="1"/>
          </p:cNvSpPr>
          <p:nvPr/>
        </p:nvSpPr>
        <p:spPr>
          <a:xfrm xmlns:a="http://schemas.openxmlformats.org/drawingml/2006/main">
            <a:off x="8810625"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38" name="">
            <a:extLst xmlns:a="http://schemas.openxmlformats.org/drawingml/2006/main">
              <a:ext uri="{FF2B5EF4-FFF2-40B4-BE49-F238E27FC236}">
                <a16:creationId xmlns:a16="http://schemas.microsoft.com/office/drawing/2014/main" id="{1BC8AD39-01FF-4C46-A732-CB2B2AAD45F1}"/>
              </a:ext>
            </a:extLst>
          </p:cNvPr>
          <p:cNvSpPr>
            <a:spLocks xmlns:a="http://schemas.openxmlformats.org/drawingml/2006/main" noGrp="1"/>
          </p:cNvSpPr>
          <p:nvPr/>
        </p:nvSpPr>
        <p:spPr>
          <a:xfrm xmlns:a="http://schemas.openxmlformats.org/drawingml/2006/main">
            <a:off x="9239250"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39" name="">
            <a:extLst xmlns:a="http://schemas.openxmlformats.org/drawingml/2006/main">
              <a:ext uri="{FF2B5EF4-FFF2-40B4-BE49-F238E27FC236}">
                <a16:creationId xmlns:a16="http://schemas.microsoft.com/office/drawing/2014/main" id="{AA21B9E4-FF35-43CC-8273-CCFF8BF0F817}"/>
              </a:ext>
            </a:extLst>
          </p:cNvPr>
          <p:cNvSpPr>
            <a:spLocks xmlns:a="http://schemas.openxmlformats.org/drawingml/2006/main" noGrp="1"/>
          </p:cNvSpPr>
          <p:nvPr/>
        </p:nvSpPr>
        <p:spPr>
          <a:xfrm xmlns:a="http://schemas.openxmlformats.org/drawingml/2006/main">
            <a:off x="9667875"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40" name="">
            <a:extLst xmlns:a="http://schemas.openxmlformats.org/drawingml/2006/main">
              <a:ext uri="{FF2B5EF4-FFF2-40B4-BE49-F238E27FC236}">
                <a16:creationId xmlns:a16="http://schemas.microsoft.com/office/drawing/2014/main" id="{57E567A6-6AD0-40B7-943D-F3800672F2C6}"/>
              </a:ext>
            </a:extLst>
          </p:cNvPr>
          <p:cNvSpPr>
            <a:spLocks xmlns:a="http://schemas.openxmlformats.org/drawingml/2006/main" noGrp="1"/>
          </p:cNvSpPr>
          <p:nvPr/>
        </p:nvSpPr>
        <p:spPr>
          <a:xfrm xmlns:a="http://schemas.openxmlformats.org/drawingml/2006/main">
            <a:off x="10096500"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41" name="">
            <a:extLst xmlns:a="http://schemas.openxmlformats.org/drawingml/2006/main">
              <a:ext uri="{FF2B5EF4-FFF2-40B4-BE49-F238E27FC236}">
                <a16:creationId xmlns:a16="http://schemas.microsoft.com/office/drawing/2014/main" id="{46B90D20-98DD-4E49-980B-106D866E1771}"/>
              </a:ext>
            </a:extLst>
          </p:cNvPr>
          <p:cNvSpPr>
            <a:spLocks xmlns:a="http://schemas.openxmlformats.org/drawingml/2006/main" noGrp="1"/>
          </p:cNvSpPr>
          <p:nvPr/>
        </p:nvSpPr>
        <p:spPr>
          <a:xfrm xmlns:a="http://schemas.openxmlformats.org/drawingml/2006/main">
            <a:off x="10525125"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42" name="">
            <a:extLst xmlns:a="http://schemas.openxmlformats.org/drawingml/2006/main">
              <a:ext uri="{FF2B5EF4-FFF2-40B4-BE49-F238E27FC236}">
                <a16:creationId xmlns:a16="http://schemas.microsoft.com/office/drawing/2014/main" id="{3060D61A-ED89-44A6-902F-8C03E47A5355}"/>
              </a:ext>
            </a:extLst>
          </p:cNvPr>
          <p:cNvSpPr>
            <a:spLocks xmlns:a="http://schemas.openxmlformats.org/drawingml/2006/main" noGrp="1"/>
          </p:cNvSpPr>
          <p:nvPr/>
        </p:nvSpPr>
        <p:spPr>
          <a:xfrm xmlns:a="http://schemas.openxmlformats.org/drawingml/2006/main">
            <a:off x="10953750" y="6362700"/>
            <a:ext cx="352425" cy="161925"/>
          </a:xfrm>
          <a:prstGeom xmlns:a="http://schemas.openxmlformats.org/drawingml/2006/main" prst="rect">
            <a:avLst/>
          </a:prstGeom>
          <a:solidFill xmlns:a="http://schemas.openxmlformats.org/drawingml/2006/main">
            <a:srgbClr val="E8F5E9"/>
          </a:solidFill>
          <a:ln xmlns:a="http://schemas.openxmlformats.org/drawingml/2006/main" w="7620">
            <a:solidFill>
              <a:srgbClr val="218739"/>
            </a:solidFill>
            <a:prstDash val="solid"/>
          </a:ln>
        </p:spPr>
      </p:sp>
      <p:sp>
        <p:nvSpPr>
          <p:cNvPr id="43" name="">
            <a:extLst xmlns:a="http://schemas.openxmlformats.org/drawingml/2006/main">
              <a:ext uri="{FF2B5EF4-FFF2-40B4-BE49-F238E27FC236}">
                <a16:creationId xmlns:a16="http://schemas.microsoft.com/office/drawing/2014/main" id="{4FDA63E6-91C7-48C7-8222-83FAF2B44D15}"/>
              </a:ext>
            </a:extLst>
          </p:cNvPr>
          <p:cNvSpPr>
            <a:spLocks xmlns:a="http://schemas.openxmlformats.org/drawingml/2006/main" noGrp="1"/>
          </p:cNvSpPr>
          <p:nvPr/>
        </p:nvSpPr>
        <p:spPr>
          <a:xfrm xmlns:a="http://schemas.openxmlformats.org/drawingml/2006/main">
            <a:off x="7953375"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4" name="">
            <a:extLst xmlns:a="http://schemas.openxmlformats.org/drawingml/2006/main">
              <a:ext uri="{FF2B5EF4-FFF2-40B4-BE49-F238E27FC236}">
                <a16:creationId xmlns:a16="http://schemas.microsoft.com/office/drawing/2014/main" id="{DF28F2E7-0FCF-40BB-B4D1-BF3F37584C47}"/>
              </a:ext>
            </a:extLst>
          </p:cNvPr>
          <p:cNvSpPr>
            <a:spLocks xmlns:a="http://schemas.openxmlformats.org/drawingml/2006/main" noGrp="1"/>
          </p:cNvSpPr>
          <p:nvPr/>
        </p:nvSpPr>
        <p:spPr>
          <a:xfrm xmlns:a="http://schemas.openxmlformats.org/drawingml/2006/main">
            <a:off x="8382000"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5" name="">
            <a:extLst xmlns:a="http://schemas.openxmlformats.org/drawingml/2006/main">
              <a:ext uri="{FF2B5EF4-FFF2-40B4-BE49-F238E27FC236}">
                <a16:creationId xmlns:a16="http://schemas.microsoft.com/office/drawing/2014/main" id="{3BF4B003-1680-4C83-A67C-3FE72B3CC9D9}"/>
              </a:ext>
            </a:extLst>
          </p:cNvPr>
          <p:cNvSpPr>
            <a:spLocks xmlns:a="http://schemas.openxmlformats.org/drawingml/2006/main" noGrp="1"/>
          </p:cNvSpPr>
          <p:nvPr/>
        </p:nvSpPr>
        <p:spPr>
          <a:xfrm xmlns:a="http://schemas.openxmlformats.org/drawingml/2006/main">
            <a:off x="8810625"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6" name="">
            <a:extLst xmlns:a="http://schemas.openxmlformats.org/drawingml/2006/main">
              <a:ext uri="{FF2B5EF4-FFF2-40B4-BE49-F238E27FC236}">
                <a16:creationId xmlns:a16="http://schemas.microsoft.com/office/drawing/2014/main" id="{124FD3D0-1FAC-4669-AC62-486FBF60E686}"/>
              </a:ext>
            </a:extLst>
          </p:cNvPr>
          <p:cNvSpPr>
            <a:spLocks xmlns:a="http://schemas.openxmlformats.org/drawingml/2006/main" noGrp="1"/>
          </p:cNvSpPr>
          <p:nvPr/>
        </p:nvSpPr>
        <p:spPr>
          <a:xfrm xmlns:a="http://schemas.openxmlformats.org/drawingml/2006/main">
            <a:off x="9239250"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7" name="">
            <a:extLst xmlns:a="http://schemas.openxmlformats.org/drawingml/2006/main">
              <a:ext uri="{FF2B5EF4-FFF2-40B4-BE49-F238E27FC236}">
                <a16:creationId xmlns:a16="http://schemas.microsoft.com/office/drawing/2014/main" id="{842754AA-658B-4E2E-B355-704CB512479E}"/>
              </a:ext>
            </a:extLst>
          </p:cNvPr>
          <p:cNvSpPr>
            <a:spLocks xmlns:a="http://schemas.openxmlformats.org/drawingml/2006/main" noGrp="1"/>
          </p:cNvSpPr>
          <p:nvPr/>
        </p:nvSpPr>
        <p:spPr>
          <a:xfrm xmlns:a="http://schemas.openxmlformats.org/drawingml/2006/main">
            <a:off x="9667875"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8" name="">
            <a:extLst xmlns:a="http://schemas.openxmlformats.org/drawingml/2006/main">
              <a:ext uri="{FF2B5EF4-FFF2-40B4-BE49-F238E27FC236}">
                <a16:creationId xmlns:a16="http://schemas.microsoft.com/office/drawing/2014/main" id="{D4F234BE-DB20-4CF1-99C2-A8A5A0505058}"/>
              </a:ext>
            </a:extLst>
          </p:cNvPr>
          <p:cNvSpPr>
            <a:spLocks xmlns:a="http://schemas.openxmlformats.org/drawingml/2006/main" noGrp="1"/>
          </p:cNvSpPr>
          <p:nvPr/>
        </p:nvSpPr>
        <p:spPr>
          <a:xfrm xmlns:a="http://schemas.openxmlformats.org/drawingml/2006/main">
            <a:off x="10096500"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49" name="">
            <a:extLst xmlns:a="http://schemas.openxmlformats.org/drawingml/2006/main">
              <a:ext uri="{FF2B5EF4-FFF2-40B4-BE49-F238E27FC236}">
                <a16:creationId xmlns:a16="http://schemas.microsoft.com/office/drawing/2014/main" id="{FA22F37D-D46E-409C-A087-993FB4295FCD}"/>
              </a:ext>
            </a:extLst>
          </p:cNvPr>
          <p:cNvSpPr>
            <a:spLocks xmlns:a="http://schemas.openxmlformats.org/drawingml/2006/main" noGrp="1"/>
          </p:cNvSpPr>
          <p:nvPr/>
        </p:nvSpPr>
        <p:spPr>
          <a:xfrm xmlns:a="http://schemas.openxmlformats.org/drawingml/2006/main">
            <a:off x="10525125"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50" name="">
            <a:extLst xmlns:a="http://schemas.openxmlformats.org/drawingml/2006/main">
              <a:ext uri="{FF2B5EF4-FFF2-40B4-BE49-F238E27FC236}">
                <a16:creationId xmlns:a16="http://schemas.microsoft.com/office/drawing/2014/main" id="{15A8DC59-6084-4A15-BD64-68C873C04558}"/>
              </a:ext>
            </a:extLst>
          </p:cNvPr>
          <p:cNvSpPr>
            <a:spLocks xmlns:a="http://schemas.openxmlformats.org/drawingml/2006/main" noGrp="1"/>
          </p:cNvSpPr>
          <p:nvPr/>
        </p:nvSpPr>
        <p:spPr>
          <a:xfrm xmlns:a="http://schemas.openxmlformats.org/drawingml/2006/main">
            <a:off x="10953750" y="6591300"/>
            <a:ext cx="352425" cy="161925"/>
          </a:xfrm>
          <a:prstGeom xmlns:a="http://schemas.openxmlformats.org/drawingml/2006/main" prst="rect">
            <a:avLst/>
          </a:prstGeom>
          <a:solidFill xmlns:a="http://schemas.openxmlformats.org/drawingml/2006/main">
            <a:srgbClr val="FDE8EC"/>
          </a:solidFill>
          <a:ln xmlns:a="http://schemas.openxmlformats.org/drawingml/2006/main" w="7620">
            <a:solidFill>
              <a:srgbClr val="D9485F"/>
            </a:solidFill>
            <a:prstDash val="solid"/>
          </a:ln>
        </p:spPr>
      </p:sp>
      <p:sp>
        <p:nvSpPr>
          <p:cNvPr id="51" name="">
            <a:extLst xmlns:a="http://schemas.openxmlformats.org/drawingml/2006/main">
              <a:ext uri="{FF2B5EF4-FFF2-40B4-BE49-F238E27FC236}">
                <a16:creationId xmlns:a16="http://schemas.microsoft.com/office/drawing/2014/main" id="{9D893A5F-83B9-4541-A4C1-A843F083E7A2}"/>
              </a:ext>
            </a:extLst>
          </p:cNvPr>
          <p:cNvSpPr>
            <a:spLocks xmlns:a="http://schemas.openxmlformats.org/drawingml/2006/main" noGrp="1"/>
          </p:cNvSpPr>
          <p:nvPr/>
        </p:nvSpPr>
        <p:spPr>
          <a:xfrm xmlns:a="http://schemas.openxmlformats.org/drawingml/2006/main">
            <a:off x="7953375" y="686752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0B4AA2"/>
                </a:solidFill>
              </a:defRPr>
            </a:pPr>
            <a:r>
              <a:rPr sz="1500" b="1" i="0">
                <a:solidFill>
                  <a:srgbClr val="0B4AA2"/>
                </a:solidFill>
              </a:rPr>
              <a:t>4 tokens × 8 hidden features</a:t>
            </a:r>
          </a:p>
        </p:txBody>
      </p:sp>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itle-9">
            <a:extLst xmlns:a="http://schemas.openxmlformats.org/drawingml/2006/main">
              <a:ext uri="{FF2B5EF4-FFF2-40B4-BE49-F238E27FC236}">
                <a16:creationId xmlns:a16="http://schemas.microsoft.com/office/drawing/2014/main" id="{E8236297-625E-4AF8-AC46-CA5F1FA0800E}"/>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Attention asks, matches, then collects</a:t>
            </a:r>
          </a:p>
        </p:txBody>
      </p:sp>
      <p:sp>
        <p:nvSpPr>
          <p:cNvPr id="2" name="">
            <a:extLst xmlns:a="http://schemas.openxmlformats.org/drawingml/2006/main">
              <a:ext uri="{FF2B5EF4-FFF2-40B4-BE49-F238E27FC236}">
                <a16:creationId xmlns:a16="http://schemas.microsoft.com/office/drawing/2014/main" id="{253EFBDC-1166-404A-9042-BEC5DA873A3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044DDE3-B06D-4BA1-BA44-13EC924B34A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09DCB6-2EC4-404D-81E9-ED9375A68EE1}"/>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9/66</a:t>
            </a:r>
          </a:p>
        </p:txBody>
      </p:sp>
      <p:sp>
        <p:nvSpPr>
          <p:cNvPr id="5" name="">
            <a:extLst xmlns:a="http://schemas.openxmlformats.org/drawingml/2006/main">
              <a:ext uri="{FF2B5EF4-FFF2-40B4-BE49-F238E27FC236}">
                <a16:creationId xmlns:a16="http://schemas.microsoft.com/office/drawing/2014/main" id="{70DF3898-EC30-443C-8FBB-CFC5D2BBBEC1}"/>
              </a:ext>
            </a:extLst>
          </p:cNvPr>
          <p:cNvSpPr>
            <a:spLocks xmlns:a="http://schemas.openxmlformats.org/drawingml/2006/main" noGrp="1"/>
          </p:cNvSpPr>
          <p:nvPr/>
        </p:nvSpPr>
        <p:spPr>
          <a:xfrm xmlns:a="http://schemas.openxmlformats.org/drawingml/2006/main">
            <a:off x="1524000" y="3190875"/>
            <a:ext cx="1619250" cy="1143000"/>
          </a:xfrm>
          <a:prstGeom xmlns:a="http://schemas.openxmlformats.org/drawingml/2006/main" prst="roundRect">
            <a:avLst>
              <a:gd name="adj" fmla="val 6667"/>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111827"/>
                </a:solidFill>
              </a:defRPr>
            </a:pPr>
            <a:r>
              <a:rPr sz="3150" b="1" i="0">
                <a:solidFill>
                  <a:srgbClr val="111827"/>
                </a:solidFill>
              </a:rPr>
              <a:t>sat</a:t>
            </a:r>
          </a:p>
        </p:txBody>
      </p:sp>
      <p:sp>
        <p:nvSpPr>
          <p:cNvPr id="6" name="">
            <a:extLst xmlns:a="http://schemas.openxmlformats.org/drawingml/2006/main">
              <a:ext uri="{FF2B5EF4-FFF2-40B4-BE49-F238E27FC236}">
                <a16:creationId xmlns:a16="http://schemas.microsoft.com/office/drawing/2014/main" id="{98410D54-A7FB-48A0-B33F-392D405BAF46}"/>
              </a:ext>
            </a:extLst>
          </p:cNvPr>
          <p:cNvSpPr>
            <a:spLocks xmlns:a="http://schemas.openxmlformats.org/drawingml/2006/main" noGrp="1"/>
          </p:cNvSpPr>
          <p:nvPr/>
        </p:nvSpPr>
        <p:spPr>
          <a:xfrm xmlns:a="http://schemas.openxmlformats.org/drawingml/2006/main">
            <a:off x="1524000" y="44767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218739"/>
                </a:solidFill>
              </a:defRPr>
            </a:pPr>
            <a:r>
              <a:rPr sz="1425" b="1" i="0">
                <a:solidFill>
                  <a:srgbClr val="218739"/>
                </a:solidFill>
              </a:rPr>
              <a:t>current card</a:t>
            </a:r>
          </a:p>
        </p:txBody>
      </p:sp>
      <p:sp>
        <p:nvSpPr>
          <p:cNvPr id="7" name="">
            <a:extLst xmlns:a="http://schemas.openxmlformats.org/drawingml/2006/main">
              <a:ext uri="{FF2B5EF4-FFF2-40B4-BE49-F238E27FC236}">
                <a16:creationId xmlns:a16="http://schemas.microsoft.com/office/drawing/2014/main" id="{93718969-9D9C-4133-9DEA-0E9ACF1E85AD}"/>
              </a:ext>
            </a:extLst>
          </p:cNvPr>
          <p:cNvSpPr>
            <a:spLocks xmlns:a="http://schemas.openxmlformats.org/drawingml/2006/main" noGrp="1"/>
          </p:cNvSpPr>
          <p:nvPr/>
        </p:nvSpPr>
        <p:spPr>
          <a:xfrm xmlns:a="http://schemas.openxmlformats.org/drawingml/2006/main">
            <a:off x="3333750" y="3476625"/>
            <a:ext cx="857250" cy="428625"/>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8" name="">
            <a:extLst xmlns:a="http://schemas.openxmlformats.org/drawingml/2006/main">
              <a:ext uri="{FF2B5EF4-FFF2-40B4-BE49-F238E27FC236}">
                <a16:creationId xmlns:a16="http://schemas.microsoft.com/office/drawing/2014/main" id="{6DB66A78-20AE-4424-BC64-AF0433E8645F}"/>
              </a:ext>
            </a:extLst>
          </p:cNvPr>
          <p:cNvSpPr>
            <a:spLocks xmlns:a="http://schemas.openxmlformats.org/drawingml/2006/main" noGrp="1"/>
          </p:cNvSpPr>
          <p:nvPr/>
        </p:nvSpPr>
        <p:spPr>
          <a:xfrm xmlns:a="http://schemas.openxmlformats.org/drawingml/2006/main">
            <a:off x="4381500" y="2857500"/>
            <a:ext cx="1381125" cy="1381125"/>
          </a:xfrm>
          <a:prstGeom xmlns:a="http://schemas.openxmlformats.org/drawingml/2006/main" prst="ellipse">
            <a:avLst/>
          </a:prstGeom>
          <a:solidFill xmlns:a="http://schemas.openxmlformats.org/drawingml/2006/main">
            <a:srgbClr val="0B4AA2"/>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900" b="1" i="0">
                <a:solidFill>
                  <a:srgbClr val="FFFFFF"/>
                </a:solidFill>
              </a:defRPr>
            </a:pPr>
            <a:r>
              <a:rPr sz="3900" b="1" i="0">
                <a:solidFill>
                  <a:srgbClr val="FFFFFF"/>
                </a:solidFill>
              </a:rPr>
              <a:t>Q</a:t>
            </a:r>
          </a:p>
        </p:txBody>
      </p:sp>
      <p:sp>
        <p:nvSpPr>
          <p:cNvPr id="9" name="">
            <a:extLst xmlns:a="http://schemas.openxmlformats.org/drawingml/2006/main">
              <a:ext uri="{FF2B5EF4-FFF2-40B4-BE49-F238E27FC236}">
                <a16:creationId xmlns:a16="http://schemas.microsoft.com/office/drawing/2014/main" id="{DB6ECBE8-5495-48D8-97C3-A70B4133EE02}"/>
              </a:ext>
            </a:extLst>
          </p:cNvPr>
          <p:cNvSpPr>
            <a:spLocks xmlns:a="http://schemas.openxmlformats.org/drawingml/2006/main" noGrp="1"/>
          </p:cNvSpPr>
          <p:nvPr/>
        </p:nvSpPr>
        <p:spPr>
          <a:xfrm xmlns:a="http://schemas.openxmlformats.org/drawingml/2006/main">
            <a:off x="4191000" y="4381500"/>
            <a:ext cx="176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4AA2"/>
                </a:solidFill>
              </a:defRPr>
            </a:pPr>
            <a:r>
              <a:rPr sz="1650" b="1" i="0">
                <a:solidFill>
                  <a:srgbClr val="0B4AA2"/>
                </a:solidFill>
              </a:rPr>
              <a:t>QUESTION</a:t>
            </a:r>
          </a:p>
        </p:txBody>
      </p:sp>
      <p:sp>
        <p:nvSpPr>
          <p:cNvPr id="10" name="">
            <a:extLst xmlns:a="http://schemas.openxmlformats.org/drawingml/2006/main">
              <a:ext uri="{FF2B5EF4-FFF2-40B4-BE49-F238E27FC236}">
                <a16:creationId xmlns:a16="http://schemas.microsoft.com/office/drawing/2014/main" id="{A6E65F9F-966A-4474-BFBE-98ADE9615319}"/>
              </a:ext>
            </a:extLst>
          </p:cNvPr>
          <p:cNvSpPr>
            <a:spLocks xmlns:a="http://schemas.openxmlformats.org/drawingml/2006/main" noGrp="1"/>
          </p:cNvSpPr>
          <p:nvPr/>
        </p:nvSpPr>
        <p:spPr>
          <a:xfrm xmlns:a="http://schemas.openxmlformats.org/drawingml/2006/main">
            <a:off x="5953125" y="3476625"/>
            <a:ext cx="857250" cy="428625"/>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1" name="">
            <a:extLst xmlns:a="http://schemas.openxmlformats.org/drawingml/2006/main">
              <a:ext uri="{FF2B5EF4-FFF2-40B4-BE49-F238E27FC236}">
                <a16:creationId xmlns:a16="http://schemas.microsoft.com/office/drawing/2014/main" id="{E068AC0A-3D0F-493A-9166-1BB80C7D7C19}"/>
              </a:ext>
            </a:extLst>
          </p:cNvPr>
          <p:cNvSpPr>
            <a:spLocks xmlns:a="http://schemas.openxmlformats.org/drawingml/2006/main" noGrp="1"/>
          </p:cNvSpPr>
          <p:nvPr/>
        </p:nvSpPr>
        <p:spPr>
          <a:xfrm xmlns:a="http://schemas.openxmlformats.org/drawingml/2006/main">
            <a:off x="7000875" y="2857500"/>
            <a:ext cx="1381125" cy="1381125"/>
          </a:xfrm>
          <a:prstGeom xmlns:a="http://schemas.openxmlformats.org/drawingml/2006/main" prst="ellipse">
            <a:avLst/>
          </a:prstGeom>
          <a:solidFill xmlns:a="http://schemas.openxmlformats.org/drawingml/2006/main">
            <a:srgbClr val="E98A15"/>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900" b="1" i="0">
                <a:solidFill>
                  <a:srgbClr val="FFFFFF"/>
                </a:solidFill>
              </a:defRPr>
            </a:pPr>
            <a:r>
              <a:rPr sz="3900" b="1" i="0">
                <a:solidFill>
                  <a:srgbClr val="FFFFFF"/>
                </a:solidFill>
              </a:rPr>
              <a:t>K</a:t>
            </a:r>
          </a:p>
        </p:txBody>
      </p:sp>
      <p:sp>
        <p:nvSpPr>
          <p:cNvPr id="12" name="">
            <a:extLst xmlns:a="http://schemas.openxmlformats.org/drawingml/2006/main">
              <a:ext uri="{FF2B5EF4-FFF2-40B4-BE49-F238E27FC236}">
                <a16:creationId xmlns:a16="http://schemas.microsoft.com/office/drawing/2014/main" id="{3AE5CD64-193A-4F3F-87B7-A3EB5BF7E982}"/>
              </a:ext>
            </a:extLst>
          </p:cNvPr>
          <p:cNvSpPr>
            <a:spLocks xmlns:a="http://schemas.openxmlformats.org/drawingml/2006/main" noGrp="1"/>
          </p:cNvSpPr>
          <p:nvPr/>
        </p:nvSpPr>
        <p:spPr>
          <a:xfrm xmlns:a="http://schemas.openxmlformats.org/drawingml/2006/main">
            <a:off x="6810375" y="4381500"/>
            <a:ext cx="176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E98A15"/>
                </a:solidFill>
              </a:defRPr>
            </a:pPr>
            <a:r>
              <a:rPr sz="1650" b="1" i="0">
                <a:solidFill>
                  <a:srgbClr val="E98A15"/>
                </a:solidFill>
              </a:rPr>
              <a:t>LABEL</a:t>
            </a:r>
          </a:p>
        </p:txBody>
      </p:sp>
      <p:sp>
        <p:nvSpPr>
          <p:cNvPr id="13" name="">
            <a:extLst xmlns:a="http://schemas.openxmlformats.org/drawingml/2006/main">
              <a:ext uri="{FF2B5EF4-FFF2-40B4-BE49-F238E27FC236}">
                <a16:creationId xmlns:a16="http://schemas.microsoft.com/office/drawing/2014/main" id="{0F2F734C-B1F1-4595-A18A-BF514BE0A646}"/>
              </a:ext>
            </a:extLst>
          </p:cNvPr>
          <p:cNvSpPr>
            <a:spLocks xmlns:a="http://schemas.openxmlformats.org/drawingml/2006/main" noGrp="1"/>
          </p:cNvSpPr>
          <p:nvPr/>
        </p:nvSpPr>
        <p:spPr>
          <a:xfrm xmlns:a="http://schemas.openxmlformats.org/drawingml/2006/main">
            <a:off x="8572500" y="3476625"/>
            <a:ext cx="857250" cy="428625"/>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FEC5850B-B5BC-4CF1-95B8-D2696DA71316}"/>
              </a:ext>
            </a:extLst>
          </p:cNvPr>
          <p:cNvSpPr>
            <a:spLocks xmlns:a="http://schemas.openxmlformats.org/drawingml/2006/main" noGrp="1"/>
          </p:cNvSpPr>
          <p:nvPr/>
        </p:nvSpPr>
        <p:spPr>
          <a:xfrm xmlns:a="http://schemas.openxmlformats.org/drawingml/2006/main">
            <a:off x="9620250" y="2857500"/>
            <a:ext cx="1381125" cy="1381125"/>
          </a:xfrm>
          <a:prstGeom xmlns:a="http://schemas.openxmlformats.org/drawingml/2006/main" prst="ellipse">
            <a:avLst/>
          </a:prstGeom>
          <a:solidFill xmlns:a="http://schemas.openxmlformats.org/drawingml/2006/main">
            <a:srgbClr val="7C3AED"/>
          </a:solidFill>
          <a:ln xmlns:a="http://schemas.openxmlformats.org/drawingml/2006/main" w="19050">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3900" b="1" i="0">
                <a:solidFill>
                  <a:srgbClr val="FFFFFF"/>
                </a:solidFill>
              </a:defRPr>
            </a:pPr>
            <a:r>
              <a:rPr sz="3900" b="1" i="0">
                <a:solidFill>
                  <a:srgbClr val="FFFFFF"/>
                </a:solidFill>
              </a:rPr>
              <a:t>V</a:t>
            </a:r>
          </a:p>
        </p:txBody>
      </p:sp>
      <p:sp>
        <p:nvSpPr>
          <p:cNvPr id="15" name="">
            <a:extLst xmlns:a="http://schemas.openxmlformats.org/drawingml/2006/main">
              <a:ext uri="{FF2B5EF4-FFF2-40B4-BE49-F238E27FC236}">
                <a16:creationId xmlns:a16="http://schemas.microsoft.com/office/drawing/2014/main" id="{C45BE070-0258-4F45-89D6-1014A5DFD663}"/>
              </a:ext>
            </a:extLst>
          </p:cNvPr>
          <p:cNvSpPr>
            <a:spLocks xmlns:a="http://schemas.openxmlformats.org/drawingml/2006/main" noGrp="1"/>
          </p:cNvSpPr>
          <p:nvPr/>
        </p:nvSpPr>
        <p:spPr>
          <a:xfrm xmlns:a="http://schemas.openxmlformats.org/drawingml/2006/main">
            <a:off x="9429750" y="4381500"/>
            <a:ext cx="176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7C3AED"/>
                </a:solidFill>
              </a:defRPr>
            </a:pPr>
            <a:r>
              <a:rPr sz="1650" b="1" i="0">
                <a:solidFill>
                  <a:srgbClr val="7C3AED"/>
                </a:solidFill>
              </a:rPr>
              <a:t>PAYLOAD</a:t>
            </a:r>
          </a:p>
        </p:txBody>
      </p:sp>
      <p:sp>
        <p:nvSpPr>
          <p:cNvPr id="16" name="">
            <a:extLst xmlns:a="http://schemas.openxmlformats.org/drawingml/2006/main">
              <a:ext uri="{FF2B5EF4-FFF2-40B4-BE49-F238E27FC236}">
                <a16:creationId xmlns:a16="http://schemas.microsoft.com/office/drawing/2014/main" id="{F65AC0B1-CC5C-4FF8-8196-FA62C419344B}"/>
              </a:ext>
            </a:extLst>
          </p:cNvPr>
          <p:cNvSpPr>
            <a:spLocks xmlns:a="http://schemas.openxmlformats.org/drawingml/2006/main" noGrp="1"/>
          </p:cNvSpPr>
          <p:nvPr/>
        </p:nvSpPr>
        <p:spPr>
          <a:xfrm xmlns:a="http://schemas.openxmlformats.org/drawingml/2006/main">
            <a:off x="3952875" y="5286375"/>
            <a:ext cx="2238375" cy="742950"/>
          </a:xfrm>
          <a:prstGeom xmlns:a="http://schemas.openxmlformats.org/drawingml/2006/main" prst="roundRect">
            <a:avLst>
              <a:gd name="adj" fmla="val 10256"/>
            </a:avLst>
          </a:prstGeom>
          <a:solidFill xmlns:a="http://schemas.openxmlformats.org/drawingml/2006/main">
            <a:srgbClr val="EAF2FF"/>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0B4AA2"/>
                </a:solidFill>
              </a:defRPr>
            </a:pPr>
            <a:r>
              <a:rPr sz="1800" b="1" i="0">
                <a:solidFill>
                  <a:srgbClr val="0B4AA2"/>
                </a:solidFill>
              </a:rPr>
              <a:t>Who helps me?</a:t>
            </a:r>
          </a:p>
        </p:txBody>
      </p:sp>
      <p:sp>
        <p:nvSpPr>
          <p:cNvPr id="17" name="">
            <a:extLst xmlns:a="http://schemas.openxmlformats.org/drawingml/2006/main">
              <a:ext uri="{FF2B5EF4-FFF2-40B4-BE49-F238E27FC236}">
                <a16:creationId xmlns:a16="http://schemas.microsoft.com/office/drawing/2014/main" id="{1CAD92A4-294C-40F1-89CD-49A824227639}"/>
              </a:ext>
            </a:extLst>
          </p:cNvPr>
          <p:cNvSpPr>
            <a:spLocks xmlns:a="http://schemas.openxmlformats.org/drawingml/2006/main" noGrp="1"/>
          </p:cNvSpPr>
          <p:nvPr/>
        </p:nvSpPr>
        <p:spPr>
          <a:xfrm xmlns:a="http://schemas.openxmlformats.org/drawingml/2006/main">
            <a:off x="6572250" y="5286375"/>
            <a:ext cx="2238375" cy="742950"/>
          </a:xfrm>
          <a:prstGeom xmlns:a="http://schemas.openxmlformats.org/drawingml/2006/main" prst="roundRect">
            <a:avLst>
              <a:gd name="adj" fmla="val 10256"/>
            </a:avLst>
          </a:prstGeom>
          <a:solidFill xmlns:a="http://schemas.openxmlformats.org/drawingml/2006/main">
            <a:srgbClr val="FFF3DC"/>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E98A15"/>
                </a:solidFill>
              </a:defRPr>
            </a:pPr>
            <a:r>
              <a:rPr sz="1800" b="1" i="0">
                <a:solidFill>
                  <a:srgbClr val="E98A15"/>
                </a:solidFill>
              </a:rPr>
              <a:t>What can I offer?</a:t>
            </a:r>
          </a:p>
        </p:txBody>
      </p:sp>
      <p:sp>
        <p:nvSpPr>
          <p:cNvPr id="18" name="">
            <a:extLst xmlns:a="http://schemas.openxmlformats.org/drawingml/2006/main">
              <a:ext uri="{FF2B5EF4-FFF2-40B4-BE49-F238E27FC236}">
                <a16:creationId xmlns:a16="http://schemas.microsoft.com/office/drawing/2014/main" id="{6F388792-F32C-4FA9-BB5E-BBE7D59DC840}"/>
              </a:ext>
            </a:extLst>
          </p:cNvPr>
          <p:cNvSpPr>
            <a:spLocks xmlns:a="http://schemas.openxmlformats.org/drawingml/2006/main" noGrp="1"/>
          </p:cNvSpPr>
          <p:nvPr/>
        </p:nvSpPr>
        <p:spPr>
          <a:xfrm xmlns:a="http://schemas.openxmlformats.org/drawingml/2006/main">
            <a:off x="9191625" y="5286375"/>
            <a:ext cx="2238375" cy="742950"/>
          </a:xfrm>
          <a:prstGeom xmlns:a="http://schemas.openxmlformats.org/drawingml/2006/main" prst="roundRect">
            <a:avLst>
              <a:gd name="adj" fmla="val 10256"/>
            </a:avLst>
          </a:prstGeom>
          <a:solidFill xmlns:a="http://schemas.openxmlformats.org/drawingml/2006/main">
            <a:srgbClr val="F1EAFE"/>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7C3AED"/>
                </a:solidFill>
              </a:defRPr>
            </a:pPr>
            <a:r>
              <a:rPr sz="1800" b="1" i="0">
                <a:solidFill>
                  <a:srgbClr val="7C3AED"/>
                </a:solidFill>
              </a:rPr>
              <a:t>Useful information</a:t>
            </a:r>
          </a:p>
        </p:txBody>
      </p:sp>
      <p:sp>
        <p:nvSpPr>
          <p:cNvPr id="19" name="">
            <a:extLst xmlns:a="http://schemas.openxmlformats.org/drawingml/2006/main">
              <a:ext uri="{FF2B5EF4-FFF2-40B4-BE49-F238E27FC236}">
                <a16:creationId xmlns:a16="http://schemas.microsoft.com/office/drawing/2014/main" id="{CCC58790-E77B-48FE-B329-80906D516DE3}"/>
              </a:ext>
            </a:extLst>
          </p:cNvPr>
          <p:cNvSpPr>
            <a:spLocks xmlns:a="http://schemas.openxmlformats.org/drawingml/2006/main" noGrp="1"/>
          </p:cNvSpPr>
          <p:nvPr/>
        </p:nvSpPr>
        <p:spPr>
          <a:xfrm xmlns:a="http://schemas.openxmlformats.org/drawingml/2006/main">
            <a:off x="5524500" y="64293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B4AA2"/>
                </a:solidFill>
              </a:defRPr>
            </a:pPr>
            <a:r>
              <a:rPr sz="2025" b="1" i="0">
                <a:solidFill>
                  <a:srgbClr val="0B4AA2"/>
                </a:solidFill>
              </a:rPr>
              <a:t>match Q with K</a:t>
            </a:r>
          </a:p>
        </p:txBody>
      </p:sp>
      <p:sp>
        <p:nvSpPr>
          <p:cNvPr id="20" name="">
            <a:extLst xmlns:a="http://schemas.openxmlformats.org/drawingml/2006/main">
              <a:ext uri="{FF2B5EF4-FFF2-40B4-BE49-F238E27FC236}">
                <a16:creationId xmlns:a16="http://schemas.microsoft.com/office/drawing/2014/main" id="{C1411863-2AFC-48EE-820D-1EEB723DC34B}"/>
              </a:ext>
            </a:extLst>
          </p:cNvPr>
          <p:cNvSpPr>
            <a:spLocks xmlns:a="http://schemas.openxmlformats.org/drawingml/2006/main" noGrp="1"/>
          </p:cNvSpPr>
          <p:nvPr/>
        </p:nvSpPr>
        <p:spPr>
          <a:xfrm xmlns:a="http://schemas.openxmlformats.org/drawingml/2006/main">
            <a:off x="7810500" y="6486525"/>
            <a:ext cx="809625" cy="2857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21" name="">
            <a:extLst xmlns:a="http://schemas.openxmlformats.org/drawingml/2006/main">
              <a:ext uri="{FF2B5EF4-FFF2-40B4-BE49-F238E27FC236}">
                <a16:creationId xmlns:a16="http://schemas.microsoft.com/office/drawing/2014/main" id="{EC130E47-25C5-4B7D-A361-824DE05511B2}"/>
              </a:ext>
            </a:extLst>
          </p:cNvPr>
          <p:cNvSpPr>
            <a:spLocks xmlns:a="http://schemas.openxmlformats.org/drawingml/2006/main" noGrp="1"/>
          </p:cNvSpPr>
          <p:nvPr/>
        </p:nvSpPr>
        <p:spPr>
          <a:xfrm xmlns:a="http://schemas.openxmlformats.org/drawingml/2006/main">
            <a:off x="8667750" y="64293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7C3AED"/>
                </a:solidFill>
              </a:defRPr>
            </a:pPr>
            <a:r>
              <a:rPr sz="2025" b="1" i="0">
                <a:solidFill>
                  <a:srgbClr val="7C3AED"/>
                </a:solidFill>
              </a:rPr>
              <a:t>collect V</a:t>
            </a:r>
          </a:p>
        </p:txBody>
      </p:sp>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itle-10">
            <a:extLst xmlns:a="http://schemas.openxmlformats.org/drawingml/2006/main">
              <a:ext uri="{FF2B5EF4-FFF2-40B4-BE49-F238E27FC236}">
                <a16:creationId xmlns:a16="http://schemas.microsoft.com/office/drawing/2014/main" id="{A71A5478-8C31-4709-A7E0-8BD901BA6508}"/>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The sat query compares itself with every card</a:t>
            </a:r>
          </a:p>
        </p:txBody>
      </p:sp>
      <p:sp>
        <p:nvSpPr>
          <p:cNvPr id="2" name="">
            <a:extLst xmlns:a="http://schemas.openxmlformats.org/drawingml/2006/main">
              <a:ext uri="{FF2B5EF4-FFF2-40B4-BE49-F238E27FC236}">
                <a16:creationId xmlns:a16="http://schemas.microsoft.com/office/drawing/2014/main" id="{8A788CB5-5B4C-498C-8A61-D41B690704C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240D229-C62F-4880-8A52-6B136B12B15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68A36D5-F0F1-4178-BF16-171B8A9BABD9}"/>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10/66</a:t>
            </a:r>
          </a:p>
        </p:txBody>
      </p:sp>
      <p:sp>
        <p:nvSpPr>
          <p:cNvPr id="5" name="">
            <a:extLst xmlns:a="http://schemas.openxmlformats.org/drawingml/2006/main">
              <a:ext uri="{FF2B5EF4-FFF2-40B4-BE49-F238E27FC236}">
                <a16:creationId xmlns:a16="http://schemas.microsoft.com/office/drawing/2014/main" id="{EDEACA9B-1F64-4829-90A8-F666B79302E8}"/>
              </a:ext>
            </a:extLst>
          </p:cNvPr>
          <p:cNvSpPr>
            <a:spLocks xmlns:a="http://schemas.openxmlformats.org/drawingml/2006/main" noGrp="1"/>
          </p:cNvSpPr>
          <p:nvPr/>
        </p:nvSpPr>
        <p:spPr>
          <a:xfrm xmlns:a="http://schemas.openxmlformats.org/drawingml/2006/main">
            <a:off x="1428750" y="3476625"/>
            <a:ext cx="1428750" cy="1428750"/>
          </a:xfrm>
          <a:prstGeom xmlns:a="http://schemas.openxmlformats.org/drawingml/2006/main" prst="ellipse">
            <a:avLst/>
          </a:prstGeom>
          <a:solidFill xmlns:a="http://schemas.openxmlformats.org/drawingml/2006/main">
            <a:srgbClr val="0B4AA2"/>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FFFFFF"/>
                </a:solidFill>
              </a:defRPr>
            </a:pPr>
            <a:r>
              <a:rPr sz="2550" b="1" i="0">
                <a:solidFill>
                  <a:srgbClr val="FFFFFF"/>
                </a:solidFill>
              </a:rPr>
              <a:t>Qsat</a:t>
            </a:r>
          </a:p>
        </p:txBody>
      </p:sp>
      <p:sp>
        <p:nvSpPr>
          <p:cNvPr id="6" name="">
            <a:extLst xmlns:a="http://schemas.openxmlformats.org/drawingml/2006/main">
              <a:ext uri="{FF2B5EF4-FFF2-40B4-BE49-F238E27FC236}">
                <a16:creationId xmlns:a16="http://schemas.microsoft.com/office/drawing/2014/main" id="{401C941A-C3A9-4020-A19D-6CE92497708B}"/>
              </a:ext>
            </a:extLst>
          </p:cNvPr>
          <p:cNvSpPr>
            <a:spLocks xmlns:a="http://schemas.openxmlformats.org/drawingml/2006/main" noGrp="1"/>
          </p:cNvSpPr>
          <p:nvPr/>
        </p:nvSpPr>
        <p:spPr>
          <a:xfrm xmlns:a="http://schemas.openxmlformats.org/drawingml/2006/main">
            <a:off x="1428750" y="5048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i="0">
                <a:solidFill>
                  <a:srgbClr val="0B4AA2"/>
                </a:solidFill>
              </a:defRPr>
            </a:pPr>
            <a:r>
              <a:rPr sz="1575" b="1" i="0">
                <a:solidFill>
                  <a:srgbClr val="0B4AA2"/>
                </a:solidFill>
              </a:rPr>
              <a:t>one query</a:t>
            </a:r>
          </a:p>
        </p:txBody>
      </p:sp>
      <p:sp>
        <p:nvSpPr>
          <p:cNvPr id="7" name="">
            <a:extLst xmlns:a="http://schemas.openxmlformats.org/drawingml/2006/main">
              <a:ext uri="{FF2B5EF4-FFF2-40B4-BE49-F238E27FC236}">
                <a16:creationId xmlns:a16="http://schemas.microsoft.com/office/drawing/2014/main" id="{EBCF9EF0-2C2E-494D-A2B0-B4A55C36C45F}"/>
              </a:ext>
            </a:extLst>
          </p:cNvPr>
          <p:cNvSpPr>
            <a:spLocks xmlns:a="http://schemas.openxmlformats.org/drawingml/2006/main" noGrp="1"/>
          </p:cNvSpPr>
          <p:nvPr/>
        </p:nvSpPr>
        <p:spPr>
          <a:xfrm xmlns:a="http://schemas.openxmlformats.org/drawingml/2006/main">
            <a:off x="2809875" y="2505075"/>
            <a:ext cx="3333750" cy="57150"/>
          </a:xfrm>
          <a:prstGeom xmlns:a="http://schemas.openxmlformats.org/drawingml/2006/main" prst="rightArrow">
            <a:avLst/>
          </a:prstGeom>
          <a:solidFill xmlns:a="http://schemas.openxmlformats.org/drawingml/2006/main">
            <a:srgbClr val="8A96A8"/>
          </a:solidFill>
          <a:ln xmlns:a="http://schemas.openxmlformats.org/drawingml/2006/main" w="0">
            <a:solidFill>
              <a:srgbClr val="8A96A8"/>
            </a:solidFill>
            <a:prstDash val="solid"/>
          </a:ln>
        </p:spPr>
      </p:sp>
      <p:sp>
        <p:nvSpPr>
          <p:cNvPr id="8" name="">
            <a:extLst xmlns:a="http://schemas.openxmlformats.org/drawingml/2006/main">
              <a:ext uri="{FF2B5EF4-FFF2-40B4-BE49-F238E27FC236}">
                <a16:creationId xmlns:a16="http://schemas.microsoft.com/office/drawing/2014/main" id="{343658B2-0F17-4A15-AB2A-49E41428F1E6}"/>
              </a:ext>
            </a:extLst>
          </p:cNvPr>
          <p:cNvSpPr>
            <a:spLocks xmlns:a="http://schemas.openxmlformats.org/drawingml/2006/main" noGrp="1"/>
          </p:cNvSpPr>
          <p:nvPr/>
        </p:nvSpPr>
        <p:spPr>
          <a:xfrm xmlns:a="http://schemas.openxmlformats.org/drawingml/2006/main">
            <a:off x="2809875" y="3695700"/>
            <a:ext cx="3333750" cy="142875"/>
          </a:xfrm>
          <a:prstGeom xmlns:a="http://schemas.openxmlformats.org/drawingml/2006/main" prst="rightArrow">
            <a:avLst/>
          </a:prstGeom>
          <a:solidFill xmlns:a="http://schemas.openxmlformats.org/drawingml/2006/main">
            <a:srgbClr val="E98A15"/>
          </a:solidFill>
          <a:ln xmlns:a="http://schemas.openxmlformats.org/drawingml/2006/main" w="0">
            <a:solidFill>
              <a:srgbClr val="E98A15"/>
            </a:solidFill>
            <a:prstDash val="solid"/>
          </a:ln>
        </p:spPr>
      </p:sp>
      <p:sp>
        <p:nvSpPr>
          <p:cNvPr id="9" name="">
            <a:extLst xmlns:a="http://schemas.openxmlformats.org/drawingml/2006/main">
              <a:ext uri="{FF2B5EF4-FFF2-40B4-BE49-F238E27FC236}">
                <a16:creationId xmlns:a16="http://schemas.microsoft.com/office/drawing/2014/main" id="{F6F69E6F-AF31-4405-88A9-49ECCA5E71E8}"/>
              </a:ext>
            </a:extLst>
          </p:cNvPr>
          <p:cNvSpPr>
            <a:spLocks xmlns:a="http://schemas.openxmlformats.org/drawingml/2006/main" noGrp="1"/>
          </p:cNvSpPr>
          <p:nvPr/>
        </p:nvSpPr>
        <p:spPr>
          <a:xfrm xmlns:a="http://schemas.openxmlformats.org/drawingml/2006/main">
            <a:off x="2809875" y="4886325"/>
            <a:ext cx="3333750" cy="257175"/>
          </a:xfrm>
          <a:prstGeom xmlns:a="http://schemas.openxmlformats.org/drawingml/2006/main" prst="rightArrow">
            <a:avLst/>
          </a:prstGeom>
          <a:solidFill xmlns:a="http://schemas.openxmlformats.org/drawingml/2006/main">
            <a:srgbClr val="218739"/>
          </a:solidFill>
          <a:ln xmlns:a="http://schemas.openxmlformats.org/drawingml/2006/main" w="0">
            <a:solidFill>
              <a:srgbClr val="218739"/>
            </a:solidFill>
            <a:prstDash val="solid"/>
          </a:ln>
        </p:spPr>
      </p:sp>
      <p:sp>
        <p:nvSpPr>
          <p:cNvPr id="10" name="">
            <a:extLst xmlns:a="http://schemas.openxmlformats.org/drawingml/2006/main">
              <a:ext uri="{FF2B5EF4-FFF2-40B4-BE49-F238E27FC236}">
                <a16:creationId xmlns:a16="http://schemas.microsoft.com/office/drawing/2014/main" id="{E11F5201-C181-4569-8C61-A194ACDB8477}"/>
              </a:ext>
            </a:extLst>
          </p:cNvPr>
          <p:cNvSpPr>
            <a:spLocks xmlns:a="http://schemas.openxmlformats.org/drawingml/2006/main" noGrp="1"/>
          </p:cNvSpPr>
          <p:nvPr/>
        </p:nvSpPr>
        <p:spPr>
          <a:xfrm xmlns:a="http://schemas.openxmlformats.org/drawingml/2006/main">
            <a:off x="2809875" y="6076950"/>
            <a:ext cx="3333750" cy="142875"/>
          </a:xfrm>
          <a:prstGeom xmlns:a="http://schemas.openxmlformats.org/drawingml/2006/main" prst="rightArrow">
            <a:avLst/>
          </a:prstGeom>
          <a:solidFill xmlns:a="http://schemas.openxmlformats.org/drawingml/2006/main">
            <a:srgbClr val="D9485F"/>
          </a:solidFill>
          <a:ln xmlns:a="http://schemas.openxmlformats.org/drawingml/2006/main" w="0">
            <a:solidFill>
              <a:srgbClr val="D9485F"/>
            </a:solidFill>
            <a:prstDash val="solid"/>
          </a:ln>
        </p:spPr>
      </p:sp>
      <p:sp>
        <p:nvSpPr>
          <p:cNvPr id="11" name="">
            <a:extLst xmlns:a="http://schemas.openxmlformats.org/drawingml/2006/main">
              <a:ext uri="{FF2B5EF4-FFF2-40B4-BE49-F238E27FC236}">
                <a16:creationId xmlns:a16="http://schemas.microsoft.com/office/drawing/2014/main" id="{60BCB580-8C39-4145-9B98-B905E5043B28}"/>
              </a:ext>
            </a:extLst>
          </p:cNvPr>
          <p:cNvSpPr>
            <a:spLocks xmlns:a="http://schemas.openxmlformats.org/drawingml/2006/main" noGrp="1"/>
          </p:cNvSpPr>
          <p:nvPr/>
        </p:nvSpPr>
        <p:spPr>
          <a:xfrm xmlns:a="http://schemas.openxmlformats.org/drawingml/2006/main">
            <a:off x="6381750" y="2143125"/>
            <a:ext cx="1571625" cy="838200"/>
          </a:xfrm>
          <a:prstGeom xmlns:a="http://schemas.openxmlformats.org/drawingml/2006/main" prst="roundRect">
            <a:avLst>
              <a:gd name="adj" fmla="val 9091"/>
            </a:avLst>
          </a:prstGeom>
          <a:solidFill xmlns:a="http://schemas.openxmlformats.org/drawingml/2006/main">
            <a:srgbClr val="F3F6FA"/>
          </a:solidFill>
          <a:ln xmlns:a="http://schemas.openxmlformats.org/drawingml/2006/main" w="23813">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2475" b="1" i="0">
                <a:solidFill>
                  <a:srgbClr val="111827"/>
                </a:solidFill>
              </a:defRPr>
            </a:pPr>
            <a:r>
              <a:rPr sz="2475" b="1" i="0">
                <a:solidFill>
                  <a:srgbClr val="111827"/>
                </a:solidFill>
              </a:rPr>
              <a:t>The</a:t>
            </a:r>
          </a:p>
        </p:txBody>
      </p:sp>
      <p:sp>
        <p:nvSpPr>
          <p:cNvPr id="12" name="">
            <a:extLst xmlns:a="http://schemas.openxmlformats.org/drawingml/2006/main">
              <a:ext uri="{FF2B5EF4-FFF2-40B4-BE49-F238E27FC236}">
                <a16:creationId xmlns:a16="http://schemas.microsoft.com/office/drawing/2014/main" id="{127B0D82-3BDA-47CC-B61B-30443FF3148A}"/>
              </a:ext>
            </a:extLst>
          </p:cNvPr>
          <p:cNvSpPr>
            <a:spLocks xmlns:a="http://schemas.openxmlformats.org/drawingml/2006/main" noGrp="1"/>
          </p:cNvSpPr>
          <p:nvPr/>
        </p:nvSpPr>
        <p:spPr>
          <a:xfrm xmlns:a="http://schemas.openxmlformats.org/drawingml/2006/main">
            <a:off x="8382000" y="2276475"/>
            <a:ext cx="571500" cy="571500"/>
          </a:xfrm>
          <a:prstGeom xmlns:a="http://schemas.openxmlformats.org/drawingml/2006/main" prst="ellipse">
            <a:avLst/>
          </a:prstGeom>
          <a:solidFill xmlns:a="http://schemas.openxmlformats.org/drawingml/2006/main">
            <a:srgbClr val="8A96A8"/>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0</a:t>
            </a:r>
          </a:p>
        </p:txBody>
      </p:sp>
      <p:sp>
        <p:nvSpPr>
          <p:cNvPr id="13" name="">
            <a:extLst xmlns:a="http://schemas.openxmlformats.org/drawingml/2006/main">
              <a:ext uri="{FF2B5EF4-FFF2-40B4-BE49-F238E27FC236}">
                <a16:creationId xmlns:a16="http://schemas.microsoft.com/office/drawing/2014/main" id="{A149EF5B-75E6-40A5-8CE6-AB782903A924}"/>
              </a:ext>
            </a:extLst>
          </p:cNvPr>
          <p:cNvSpPr>
            <a:spLocks xmlns:a="http://schemas.openxmlformats.org/drawingml/2006/main" noGrp="1"/>
          </p:cNvSpPr>
          <p:nvPr/>
        </p:nvSpPr>
        <p:spPr>
          <a:xfrm xmlns:a="http://schemas.openxmlformats.org/drawingml/2006/main">
            <a:off x="9382125" y="2219325"/>
            <a:ext cx="2190750" cy="685800"/>
          </a:xfrm>
          <a:prstGeom xmlns:a="http://schemas.openxmlformats.org/drawingml/2006/main" prst="roundRect">
            <a:avLst>
              <a:gd name="adj" fmla="val 11111"/>
            </a:avLst>
          </a:prstGeom>
          <a:solidFill xmlns:a="http://schemas.openxmlformats.org/drawingml/2006/main">
            <a:srgbClr val="F3F6FA"/>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8A96A8"/>
                </a:solidFill>
              </a:defRPr>
            </a:pPr>
            <a:r>
              <a:rPr sz="1725" b="1" i="0">
                <a:solidFill>
                  <a:srgbClr val="8A96A8"/>
                </a:solidFill>
              </a:rPr>
              <a:t>weak clue</a:t>
            </a:r>
          </a:p>
        </p:txBody>
      </p:sp>
      <p:sp>
        <p:nvSpPr>
          <p:cNvPr id="14" name="">
            <a:extLst xmlns:a="http://schemas.openxmlformats.org/drawingml/2006/main">
              <a:ext uri="{FF2B5EF4-FFF2-40B4-BE49-F238E27FC236}">
                <a16:creationId xmlns:a16="http://schemas.microsoft.com/office/drawing/2014/main" id="{AA02A890-D93B-4F8B-A2A9-4C7AB120A7F1}"/>
              </a:ext>
            </a:extLst>
          </p:cNvPr>
          <p:cNvSpPr>
            <a:spLocks xmlns:a="http://schemas.openxmlformats.org/drawingml/2006/main" noGrp="1"/>
          </p:cNvSpPr>
          <p:nvPr/>
        </p:nvSpPr>
        <p:spPr>
          <a:xfrm xmlns:a="http://schemas.openxmlformats.org/drawingml/2006/main">
            <a:off x="6381750" y="3333750"/>
            <a:ext cx="1571625" cy="838200"/>
          </a:xfrm>
          <a:prstGeom xmlns:a="http://schemas.openxmlformats.org/drawingml/2006/main" prst="roundRect">
            <a:avLst>
              <a:gd name="adj" fmla="val 9091"/>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2475" b="1" i="0">
                <a:solidFill>
                  <a:srgbClr val="111827"/>
                </a:solidFill>
              </a:defRPr>
            </a:pPr>
            <a:r>
              <a:rPr sz="2475" b="1" i="0">
                <a:solidFill>
                  <a:srgbClr val="111827"/>
                </a:solidFill>
              </a:rPr>
              <a:t>cat</a:t>
            </a:r>
          </a:p>
        </p:txBody>
      </p:sp>
      <p:sp>
        <p:nvSpPr>
          <p:cNvPr id="15" name="">
            <a:extLst xmlns:a="http://schemas.openxmlformats.org/drawingml/2006/main">
              <a:ext uri="{FF2B5EF4-FFF2-40B4-BE49-F238E27FC236}">
                <a16:creationId xmlns:a16="http://schemas.microsoft.com/office/drawing/2014/main" id="{4DB50A3C-2C59-461B-A977-1DECED7E0240}"/>
              </a:ext>
            </a:extLst>
          </p:cNvPr>
          <p:cNvSpPr>
            <a:spLocks xmlns:a="http://schemas.openxmlformats.org/drawingml/2006/main" noGrp="1"/>
          </p:cNvSpPr>
          <p:nvPr/>
        </p:nvSpPr>
        <p:spPr>
          <a:xfrm xmlns:a="http://schemas.openxmlformats.org/drawingml/2006/main">
            <a:off x="8382000" y="3467100"/>
            <a:ext cx="571500" cy="571500"/>
          </a:xfrm>
          <a:prstGeom xmlns:a="http://schemas.openxmlformats.org/drawingml/2006/main" prst="ellipse">
            <a:avLst/>
          </a:prstGeom>
          <a:solidFill xmlns:a="http://schemas.openxmlformats.org/drawingml/2006/main">
            <a:srgbClr val="E98A15"/>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16" name="">
            <a:extLst xmlns:a="http://schemas.openxmlformats.org/drawingml/2006/main">
              <a:ext uri="{FF2B5EF4-FFF2-40B4-BE49-F238E27FC236}">
                <a16:creationId xmlns:a16="http://schemas.microsoft.com/office/drawing/2014/main" id="{93437BD5-9939-46BE-86CC-63874A46EC84}"/>
              </a:ext>
            </a:extLst>
          </p:cNvPr>
          <p:cNvSpPr>
            <a:spLocks xmlns:a="http://schemas.openxmlformats.org/drawingml/2006/main" noGrp="1"/>
          </p:cNvSpPr>
          <p:nvPr/>
        </p:nvSpPr>
        <p:spPr>
          <a:xfrm xmlns:a="http://schemas.openxmlformats.org/drawingml/2006/main">
            <a:off x="9382125" y="3409950"/>
            <a:ext cx="2190750" cy="685800"/>
          </a:xfrm>
          <a:prstGeom xmlns:a="http://schemas.openxmlformats.org/drawingml/2006/main" prst="roundRect">
            <a:avLst>
              <a:gd name="adj" fmla="val 11111"/>
            </a:avLst>
          </a:prstGeom>
          <a:solidFill xmlns:a="http://schemas.openxmlformats.org/drawingml/2006/main">
            <a:srgbClr val="FFF3DC"/>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E98A15"/>
                </a:solidFill>
              </a:defRPr>
            </a:pPr>
            <a:r>
              <a:rPr sz="1725" b="1" i="0">
                <a:solidFill>
                  <a:srgbClr val="E98A15"/>
                </a:solidFill>
              </a:rPr>
              <a:t>actor clue</a:t>
            </a:r>
          </a:p>
        </p:txBody>
      </p:sp>
      <p:sp>
        <p:nvSpPr>
          <p:cNvPr id="17" name="">
            <a:extLst xmlns:a="http://schemas.openxmlformats.org/drawingml/2006/main">
              <a:ext uri="{FF2B5EF4-FFF2-40B4-BE49-F238E27FC236}">
                <a16:creationId xmlns:a16="http://schemas.microsoft.com/office/drawing/2014/main" id="{63026E9C-AF7D-4AC2-847F-CF9FCF9EE53A}"/>
              </a:ext>
            </a:extLst>
          </p:cNvPr>
          <p:cNvSpPr>
            <a:spLocks xmlns:a="http://schemas.openxmlformats.org/drawingml/2006/main" noGrp="1"/>
          </p:cNvSpPr>
          <p:nvPr/>
        </p:nvSpPr>
        <p:spPr>
          <a:xfrm xmlns:a="http://schemas.openxmlformats.org/drawingml/2006/main">
            <a:off x="6381750" y="4524375"/>
            <a:ext cx="1571625" cy="838200"/>
          </a:xfrm>
          <a:prstGeom xmlns:a="http://schemas.openxmlformats.org/drawingml/2006/main" prst="roundRect">
            <a:avLst>
              <a:gd name="adj" fmla="val 9091"/>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475" b="1" i="0">
                <a:solidFill>
                  <a:srgbClr val="111827"/>
                </a:solidFill>
              </a:defRPr>
            </a:pPr>
            <a:r>
              <a:rPr sz="2475" b="1" i="0">
                <a:solidFill>
                  <a:srgbClr val="111827"/>
                </a:solidFill>
              </a:rPr>
              <a:t>sat</a:t>
            </a:r>
          </a:p>
        </p:txBody>
      </p:sp>
      <p:sp>
        <p:nvSpPr>
          <p:cNvPr id="18" name="">
            <a:extLst xmlns:a="http://schemas.openxmlformats.org/drawingml/2006/main">
              <a:ext uri="{FF2B5EF4-FFF2-40B4-BE49-F238E27FC236}">
                <a16:creationId xmlns:a16="http://schemas.microsoft.com/office/drawing/2014/main" id="{9F0849CB-611E-4374-B578-5E6DA3A6585B}"/>
              </a:ext>
            </a:extLst>
          </p:cNvPr>
          <p:cNvSpPr>
            <a:spLocks xmlns:a="http://schemas.openxmlformats.org/drawingml/2006/main" noGrp="1"/>
          </p:cNvSpPr>
          <p:nvPr/>
        </p:nvSpPr>
        <p:spPr>
          <a:xfrm xmlns:a="http://schemas.openxmlformats.org/drawingml/2006/main">
            <a:off x="8382000" y="4657725"/>
            <a:ext cx="571500" cy="571500"/>
          </a:xfrm>
          <a:prstGeom xmlns:a="http://schemas.openxmlformats.org/drawingml/2006/main" prst="ellipse">
            <a:avLst/>
          </a:prstGeom>
          <a:solidFill xmlns:a="http://schemas.openxmlformats.org/drawingml/2006/main">
            <a:srgbClr val="21873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2</a:t>
            </a:r>
          </a:p>
        </p:txBody>
      </p:sp>
      <p:sp>
        <p:nvSpPr>
          <p:cNvPr id="19" name="">
            <a:extLst xmlns:a="http://schemas.openxmlformats.org/drawingml/2006/main">
              <a:ext uri="{FF2B5EF4-FFF2-40B4-BE49-F238E27FC236}">
                <a16:creationId xmlns:a16="http://schemas.microsoft.com/office/drawing/2014/main" id="{F4298610-C600-4C53-A7E2-053FCF43822E}"/>
              </a:ext>
            </a:extLst>
          </p:cNvPr>
          <p:cNvSpPr>
            <a:spLocks xmlns:a="http://schemas.openxmlformats.org/drawingml/2006/main" noGrp="1"/>
          </p:cNvSpPr>
          <p:nvPr/>
        </p:nvSpPr>
        <p:spPr>
          <a:xfrm xmlns:a="http://schemas.openxmlformats.org/drawingml/2006/main">
            <a:off x="9382125" y="4600575"/>
            <a:ext cx="2190750" cy="685800"/>
          </a:xfrm>
          <a:prstGeom xmlns:a="http://schemas.openxmlformats.org/drawingml/2006/main" prst="roundRect">
            <a:avLst>
              <a:gd name="adj" fmla="val 11111"/>
            </a:avLst>
          </a:prstGeom>
          <a:solidFill xmlns:a="http://schemas.openxmlformats.org/drawingml/2006/main">
            <a:srgbClr val="E8F5E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218739"/>
                </a:solidFill>
              </a:defRPr>
            </a:pPr>
            <a:r>
              <a:rPr sz="1725" b="1" i="0">
                <a:solidFill>
                  <a:srgbClr val="218739"/>
                </a:solidFill>
              </a:rPr>
              <a:t>action clue</a:t>
            </a:r>
          </a:p>
        </p:txBody>
      </p:sp>
      <p:sp>
        <p:nvSpPr>
          <p:cNvPr id="20" name="">
            <a:extLst xmlns:a="http://schemas.openxmlformats.org/drawingml/2006/main">
              <a:ext uri="{FF2B5EF4-FFF2-40B4-BE49-F238E27FC236}">
                <a16:creationId xmlns:a16="http://schemas.microsoft.com/office/drawing/2014/main" id="{2CB8BB79-3FCD-4E22-A2F5-66DD48C181DD}"/>
              </a:ext>
            </a:extLst>
          </p:cNvPr>
          <p:cNvSpPr>
            <a:spLocks xmlns:a="http://schemas.openxmlformats.org/drawingml/2006/main" noGrp="1"/>
          </p:cNvSpPr>
          <p:nvPr/>
        </p:nvSpPr>
        <p:spPr>
          <a:xfrm xmlns:a="http://schemas.openxmlformats.org/drawingml/2006/main">
            <a:off x="6381750" y="5715000"/>
            <a:ext cx="1571625" cy="838200"/>
          </a:xfrm>
          <a:prstGeom xmlns:a="http://schemas.openxmlformats.org/drawingml/2006/main" prst="roundRect">
            <a:avLst>
              <a:gd name="adj" fmla="val 9091"/>
            </a:avLst>
          </a:prstGeom>
          <a:solidFill xmlns:a="http://schemas.openxmlformats.org/drawingml/2006/main">
            <a:srgbClr val="FDE8EC"/>
          </a:solidFill>
          <a:ln xmlns:a="http://schemas.openxmlformats.org/drawingml/2006/main" w="23813">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2475" b="1" i="0">
                <a:solidFill>
                  <a:srgbClr val="111827"/>
                </a:solidFill>
              </a:defRPr>
            </a:pPr>
            <a:r>
              <a:rPr sz="2475" b="1" i="0">
                <a:solidFill>
                  <a:srgbClr val="111827"/>
                </a:solidFill>
              </a:rPr>
              <a:t>.</a:t>
            </a:r>
          </a:p>
        </p:txBody>
      </p:sp>
      <p:sp>
        <p:nvSpPr>
          <p:cNvPr id="21" name="">
            <a:extLst xmlns:a="http://schemas.openxmlformats.org/drawingml/2006/main">
              <a:ext uri="{FF2B5EF4-FFF2-40B4-BE49-F238E27FC236}">
                <a16:creationId xmlns:a16="http://schemas.microsoft.com/office/drawing/2014/main" id="{3EC26312-68C8-44E8-9355-E84EAE690E2E}"/>
              </a:ext>
            </a:extLst>
          </p:cNvPr>
          <p:cNvSpPr>
            <a:spLocks xmlns:a="http://schemas.openxmlformats.org/drawingml/2006/main" noGrp="1"/>
          </p:cNvSpPr>
          <p:nvPr/>
        </p:nvSpPr>
        <p:spPr>
          <a:xfrm xmlns:a="http://schemas.openxmlformats.org/drawingml/2006/main">
            <a:off x="8382000" y="5848350"/>
            <a:ext cx="571500" cy="571500"/>
          </a:xfrm>
          <a:prstGeom xmlns:a="http://schemas.openxmlformats.org/drawingml/2006/main" prst="ellipse">
            <a:avLst/>
          </a:prstGeom>
          <a:solidFill xmlns:a="http://schemas.openxmlformats.org/drawingml/2006/main">
            <a:srgbClr val="D9485F"/>
          </a:solidFill>
          <a:ln xmlns:a="http://schemas.openxmlformats.org/drawingml/2006/main" w="19050">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22" name="">
            <a:extLst xmlns:a="http://schemas.openxmlformats.org/drawingml/2006/main">
              <a:ext uri="{FF2B5EF4-FFF2-40B4-BE49-F238E27FC236}">
                <a16:creationId xmlns:a16="http://schemas.microsoft.com/office/drawing/2014/main" id="{F1C4ABCC-6AE0-4BD8-A1AF-2A0C8AACC451}"/>
              </a:ext>
            </a:extLst>
          </p:cNvPr>
          <p:cNvSpPr>
            <a:spLocks xmlns:a="http://schemas.openxmlformats.org/drawingml/2006/main" noGrp="1"/>
          </p:cNvSpPr>
          <p:nvPr/>
        </p:nvSpPr>
        <p:spPr>
          <a:xfrm xmlns:a="http://schemas.openxmlformats.org/drawingml/2006/main">
            <a:off x="9382125" y="5791200"/>
            <a:ext cx="2190750" cy="685800"/>
          </a:xfrm>
          <a:prstGeom xmlns:a="http://schemas.openxmlformats.org/drawingml/2006/main" prst="roundRect">
            <a:avLst>
              <a:gd name="adj" fmla="val 11111"/>
            </a:avLst>
          </a:prstGeom>
          <a:solidFill xmlns:a="http://schemas.openxmlformats.org/drawingml/2006/main">
            <a:srgbClr val="FDE8EC"/>
          </a:solidFill>
          <a:ln xmlns:a="http://schemas.openxmlformats.org/drawingml/2006/main" w="19050">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D9485F"/>
                </a:solidFill>
              </a:defRPr>
            </a:pPr>
            <a:r>
              <a:rPr sz="1725" b="1" i="0">
                <a:solidFill>
                  <a:srgbClr val="D9485F"/>
                </a:solidFill>
              </a:rPr>
              <a:t>future card</a:t>
            </a:r>
          </a:p>
        </p:txBody>
      </p:sp>
      <p:sp>
        <p:nvSpPr>
          <p:cNvPr id="23" name="">
            <a:extLst xmlns:a="http://schemas.openxmlformats.org/drawingml/2006/main">
              <a:ext uri="{FF2B5EF4-FFF2-40B4-BE49-F238E27FC236}">
                <a16:creationId xmlns:a16="http://schemas.microsoft.com/office/drawing/2014/main" id="{87D63E4A-0596-4148-A6CC-A1C7208B059B}"/>
              </a:ext>
            </a:extLst>
          </p:cNvPr>
          <p:cNvSpPr>
            <a:spLocks xmlns:a="http://schemas.openxmlformats.org/drawingml/2006/main" noGrp="1"/>
          </p:cNvSpPr>
          <p:nvPr/>
        </p:nvSpPr>
        <p:spPr>
          <a:xfrm xmlns:a="http://schemas.openxmlformats.org/drawingml/2006/main">
            <a:off x="3238500" y="65722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0" i="0">
                <a:solidFill>
                  <a:srgbClr val="5B667A"/>
                </a:solidFill>
              </a:defRPr>
            </a:pPr>
            <a:r>
              <a:rPr sz="1725" b="0" i="0">
                <a:solidFill>
                  <a:srgbClr val="5B667A"/>
                </a:solidFill>
              </a:rPr>
              <a:t>line thickness = match strength</a:t>
            </a:r>
          </a:p>
        </p:txBody>
      </p:sp>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40" name="Rectangle 3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itle-11">
            <a:extLst xmlns:a="http://schemas.openxmlformats.org/drawingml/2006/main">
              <a:ext uri="{FF2B5EF4-FFF2-40B4-BE49-F238E27FC236}">
                <a16:creationId xmlns:a16="http://schemas.microsoft.com/office/drawing/2014/main" id="{EA055518-181A-4695-AD47-C15A6910F6D7}"/>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A06B9D0-DFC0-47D0-A97C-AE60CB9249F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A847A72-F585-42EF-B9C6-4ED3D55426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9A30FD3-9FBC-4094-BC21-691E2E3635AE}"/>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11/66</a:t>
            </a:r>
          </a:p>
        </p:txBody>
      </p:sp>
      <p:sp>
        <p:nvSpPr>
          <p:cNvPr id="5" name="">
            <a:extLst xmlns:a="http://schemas.openxmlformats.org/drawingml/2006/main">
              <a:ext uri="{FF2B5EF4-FFF2-40B4-BE49-F238E27FC236}">
                <a16:creationId xmlns:a16="http://schemas.microsoft.com/office/drawing/2014/main" id="{FF6462D5-D18B-4427-8F17-369AADA4BAB5}"/>
              </a:ext>
            </a:extLst>
          </p:cNvPr>
          <p:cNvSpPr>
            <a:spLocks xmlns:a="http://schemas.openxmlformats.org/drawingml/2006/main" noGrp="1"/>
          </p:cNvSpPr>
          <p:nvPr/>
        </p:nvSpPr>
        <p:spPr>
          <a:xfrm xmlns:a="http://schemas.openxmlformats.org/drawingml/2006/main">
            <a:off x="1447800" y="2333625"/>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i="0">
                <a:solidFill>
                  <a:srgbClr val="0B4AA2"/>
                </a:solidFill>
              </a:defRPr>
            </a:pPr>
            <a:r>
              <a:rPr sz="2025" b="1" i="0">
                <a:solidFill>
                  <a:srgbClr val="0B4AA2"/>
                </a:solidFill>
              </a:rPr>
              <a:t>Qsat</a:t>
            </a:r>
          </a:p>
        </p:txBody>
      </p:sp>
      <p:sp>
        <p:nvSpPr>
          <p:cNvPr id="6" name="">
            <a:extLst xmlns:a="http://schemas.openxmlformats.org/drawingml/2006/main">
              <a:ext uri="{FF2B5EF4-FFF2-40B4-BE49-F238E27FC236}">
                <a16:creationId xmlns:a16="http://schemas.microsoft.com/office/drawing/2014/main" id="{DADB5288-CFAF-48B6-B845-44895E828CC0}"/>
              </a:ext>
            </a:extLst>
          </p:cNvPr>
          <p:cNvSpPr>
            <a:spLocks xmlns:a="http://schemas.openxmlformats.org/drawingml/2006/main" noGrp="1"/>
          </p:cNvSpPr>
          <p:nvPr/>
        </p:nvSpPr>
        <p:spPr>
          <a:xfrm xmlns:a="http://schemas.openxmlformats.org/drawingml/2006/main">
            <a:off x="2476500" y="2143125"/>
            <a:ext cx="1238250" cy="666750"/>
          </a:xfrm>
          <a:prstGeom xmlns:a="http://schemas.openxmlformats.org/drawingml/2006/main" prst="roundRect">
            <a:avLst>
              <a:gd name="adj" fmla="val 11429"/>
            </a:avLst>
          </a:prstGeom>
          <a:solidFill xmlns:a="http://schemas.openxmlformats.org/drawingml/2006/main">
            <a:srgbClr val="FFF3DC"/>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E98A15"/>
                </a:solidFill>
              </a:defRPr>
            </a:pPr>
            <a:r>
              <a:rPr sz="1650" b="1" i="0">
                <a:solidFill>
                  <a:srgbClr val="E98A15"/>
                </a:solidFill>
              </a:rPr>
              <a:t>actor</a:t>
            </a:r>
          </a:p>
        </p:txBody>
      </p:sp>
      <p:sp>
        <p:nvSpPr>
          <p:cNvPr id="7" name="">
            <a:extLst xmlns:a="http://schemas.openxmlformats.org/drawingml/2006/main">
              <a:ext uri="{FF2B5EF4-FFF2-40B4-BE49-F238E27FC236}">
                <a16:creationId xmlns:a16="http://schemas.microsoft.com/office/drawing/2014/main" id="{7B2AA6E5-CD9E-4D9B-BF1F-5FB0655BD2B6}"/>
              </a:ext>
            </a:extLst>
          </p:cNvPr>
          <p:cNvSpPr>
            <a:spLocks xmlns:a="http://schemas.openxmlformats.org/drawingml/2006/main" noGrp="1"/>
          </p:cNvSpPr>
          <p:nvPr/>
        </p:nvSpPr>
        <p:spPr>
          <a:xfrm xmlns:a="http://schemas.openxmlformats.org/drawingml/2006/main">
            <a:off x="3810000" y="2143125"/>
            <a:ext cx="1238250" cy="666750"/>
          </a:xfrm>
          <a:prstGeom xmlns:a="http://schemas.openxmlformats.org/drawingml/2006/main" prst="roundRect">
            <a:avLst>
              <a:gd name="adj" fmla="val 11429"/>
            </a:avLst>
          </a:prstGeom>
          <a:solidFill xmlns:a="http://schemas.openxmlformats.org/drawingml/2006/main">
            <a:srgbClr val="E8F5E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218739"/>
                </a:solidFill>
              </a:defRPr>
            </a:pPr>
            <a:r>
              <a:rPr sz="1650" b="1" i="0">
                <a:solidFill>
                  <a:srgbClr val="218739"/>
                </a:solidFill>
              </a:rPr>
              <a:t>action</a:t>
            </a:r>
          </a:p>
        </p:txBody>
      </p:sp>
      <p:sp>
        <p:nvSpPr>
          <p:cNvPr id="8" name="">
            <a:extLst xmlns:a="http://schemas.openxmlformats.org/drawingml/2006/main">
              <a:ext uri="{FF2B5EF4-FFF2-40B4-BE49-F238E27FC236}">
                <a16:creationId xmlns:a16="http://schemas.microsoft.com/office/drawing/2014/main" id="{A40090CF-6480-41F2-B11B-124A6B66082C}"/>
              </a:ext>
            </a:extLst>
          </p:cNvPr>
          <p:cNvSpPr>
            <a:spLocks xmlns:a="http://schemas.openxmlformats.org/drawingml/2006/main" noGrp="1"/>
          </p:cNvSpPr>
          <p:nvPr/>
        </p:nvSpPr>
        <p:spPr>
          <a:xfrm xmlns:a="http://schemas.openxmlformats.org/drawingml/2006/main">
            <a:off x="1447800" y="3333750"/>
            <a:ext cx="857250" cy="590550"/>
          </a:xfrm>
          <a:prstGeom xmlns:a="http://schemas.openxmlformats.org/drawingml/2006/main" prst="roundRect">
            <a:avLst>
              <a:gd name="adj" fmla="val 12903"/>
            </a:avLst>
          </a:prstGeom>
          <a:solidFill xmlns:a="http://schemas.openxmlformats.org/drawingml/2006/main">
            <a:srgbClr val="F3F6FA"/>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111827"/>
                </a:solidFill>
              </a:defRPr>
            </a:pPr>
            <a:r>
              <a:rPr sz="2025" b="1" i="0">
                <a:solidFill>
                  <a:srgbClr val="111827"/>
                </a:solidFill>
              </a:rPr>
              <a:t>The</a:t>
            </a:r>
          </a:p>
        </p:txBody>
      </p:sp>
      <p:sp>
        <p:nvSpPr>
          <p:cNvPr id="9" name="">
            <a:extLst xmlns:a="http://schemas.openxmlformats.org/drawingml/2006/main">
              <a:ext uri="{FF2B5EF4-FFF2-40B4-BE49-F238E27FC236}">
                <a16:creationId xmlns:a16="http://schemas.microsoft.com/office/drawing/2014/main" id="{71B21243-F94B-4494-AD08-389E038BD5C4}"/>
              </a:ext>
            </a:extLst>
          </p:cNvPr>
          <p:cNvSpPr>
            <a:spLocks xmlns:a="http://schemas.openxmlformats.org/drawingml/2006/main" noGrp="1"/>
          </p:cNvSpPr>
          <p:nvPr/>
        </p:nvSpPr>
        <p:spPr>
          <a:xfrm xmlns:a="http://schemas.openxmlformats.org/drawingml/2006/main">
            <a:off x="2762250" y="3362325"/>
            <a:ext cx="533400" cy="533400"/>
          </a:xfrm>
          <a:prstGeom xmlns:a="http://schemas.openxmlformats.org/drawingml/2006/main" prst="ellipse">
            <a:avLst/>
          </a:prstGeom>
          <a:solidFill xmlns:a="http://schemas.openxmlformats.org/drawingml/2006/main">
            <a:srgbClr val="F3F6FA"/>
          </a:solidFill>
          <a:ln xmlns:a="http://schemas.openxmlformats.org/drawingml/2006/main" w="19050">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5B667A"/>
                </a:solidFill>
              </a:defRPr>
            </a:pPr>
            <a:r>
              <a:rPr sz="1950" b="1" i="0">
                <a:solidFill>
                  <a:srgbClr val="5B667A"/>
                </a:solidFill>
              </a:rPr>
              <a:t>–</a:t>
            </a:r>
          </a:p>
        </p:txBody>
      </p:sp>
      <p:sp>
        <p:nvSpPr>
          <p:cNvPr id="10" name="">
            <a:extLst xmlns:a="http://schemas.openxmlformats.org/drawingml/2006/main">
              <a:ext uri="{FF2B5EF4-FFF2-40B4-BE49-F238E27FC236}">
                <a16:creationId xmlns:a16="http://schemas.microsoft.com/office/drawing/2014/main" id="{46CB5882-09D5-457D-8116-2D4CB20DD05D}"/>
              </a:ext>
            </a:extLst>
          </p:cNvPr>
          <p:cNvSpPr>
            <a:spLocks xmlns:a="http://schemas.openxmlformats.org/drawingml/2006/main" noGrp="1"/>
          </p:cNvSpPr>
          <p:nvPr/>
        </p:nvSpPr>
        <p:spPr>
          <a:xfrm xmlns:a="http://schemas.openxmlformats.org/drawingml/2006/main">
            <a:off x="4095750" y="3362325"/>
            <a:ext cx="533400" cy="533400"/>
          </a:xfrm>
          <a:prstGeom xmlns:a="http://schemas.openxmlformats.org/drawingml/2006/main" prst="ellipse">
            <a:avLst/>
          </a:prstGeom>
          <a:solidFill xmlns:a="http://schemas.openxmlformats.org/drawingml/2006/main">
            <a:srgbClr val="F3F6FA"/>
          </a:solidFill>
          <a:ln xmlns:a="http://schemas.openxmlformats.org/drawingml/2006/main" w="19050">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5B667A"/>
                </a:solidFill>
              </a:defRPr>
            </a:pPr>
            <a:r>
              <a:rPr sz="1950" b="1" i="0">
                <a:solidFill>
                  <a:srgbClr val="5B667A"/>
                </a:solidFill>
              </a:rPr>
              <a:t>–</a:t>
            </a:r>
          </a:p>
        </p:txBody>
      </p:sp>
      <p:sp>
        <p:nvSpPr>
          <p:cNvPr id="11" name="">
            <a:extLst xmlns:a="http://schemas.openxmlformats.org/drawingml/2006/main">
              <a:ext uri="{FF2B5EF4-FFF2-40B4-BE49-F238E27FC236}">
                <a16:creationId xmlns:a16="http://schemas.microsoft.com/office/drawing/2014/main" id="{ACAD4C3A-45F3-4727-9D57-2DC23F3B45D8}"/>
              </a:ext>
            </a:extLst>
          </p:cNvPr>
          <p:cNvSpPr>
            <a:spLocks xmlns:a="http://schemas.openxmlformats.org/drawingml/2006/main" noGrp="1"/>
          </p:cNvSpPr>
          <p:nvPr/>
        </p:nvSpPr>
        <p:spPr>
          <a:xfrm xmlns:a="http://schemas.openxmlformats.org/drawingml/2006/main">
            <a:off x="5286375" y="338137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0" i="0">
                <a:solidFill>
                  <a:srgbClr val="5B667A"/>
                </a:solidFill>
              </a:defRPr>
            </a:pPr>
            <a:r>
              <a:rPr sz="2100" b="0" i="0">
                <a:solidFill>
                  <a:srgbClr val="5B667A"/>
                </a:solidFill>
              </a:rPr>
              <a:t>=</a:t>
            </a:r>
          </a:p>
        </p:txBody>
      </p:sp>
      <p:sp>
        <p:nvSpPr>
          <p:cNvPr id="12" name="">
            <a:extLst xmlns:a="http://schemas.openxmlformats.org/drawingml/2006/main">
              <a:ext uri="{FF2B5EF4-FFF2-40B4-BE49-F238E27FC236}">
                <a16:creationId xmlns:a16="http://schemas.microsoft.com/office/drawing/2014/main" id="{08C2B665-19C6-48F5-AB66-7F754730B5AF}"/>
              </a:ext>
            </a:extLst>
          </p:cNvPr>
          <p:cNvSpPr>
            <a:spLocks xmlns:a="http://schemas.openxmlformats.org/drawingml/2006/main" noGrp="1"/>
          </p:cNvSpPr>
          <p:nvPr/>
        </p:nvSpPr>
        <p:spPr>
          <a:xfrm xmlns:a="http://schemas.openxmlformats.org/drawingml/2006/main">
            <a:off x="5810250" y="3362325"/>
            <a:ext cx="533400" cy="533400"/>
          </a:xfrm>
          <a:prstGeom xmlns:a="http://schemas.openxmlformats.org/drawingml/2006/main" prst="ellipse">
            <a:avLst/>
          </a:prstGeom>
          <a:solidFill xmlns:a="http://schemas.openxmlformats.org/drawingml/2006/main">
            <a:srgbClr val="8A96A8"/>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0</a:t>
            </a:r>
          </a:p>
        </p:txBody>
      </p:sp>
      <p:sp>
        <p:nvSpPr>
          <p:cNvPr id="13" name="">
            <a:extLst xmlns:a="http://schemas.openxmlformats.org/drawingml/2006/main">
              <a:ext uri="{FF2B5EF4-FFF2-40B4-BE49-F238E27FC236}">
                <a16:creationId xmlns:a16="http://schemas.microsoft.com/office/drawing/2014/main" id="{D1548689-A8EF-4BF9-92A1-829F19B32957}"/>
              </a:ext>
            </a:extLst>
          </p:cNvPr>
          <p:cNvSpPr>
            <a:spLocks xmlns:a="http://schemas.openxmlformats.org/drawingml/2006/main" noGrp="1"/>
          </p:cNvSpPr>
          <p:nvPr/>
        </p:nvSpPr>
        <p:spPr>
          <a:xfrm xmlns:a="http://schemas.openxmlformats.org/drawingml/2006/main">
            <a:off x="6715125" y="3476625"/>
            <a:ext cx="0" cy="285750"/>
          </a:xfrm>
          <a:prstGeom xmlns:a="http://schemas.openxmlformats.org/drawingml/2006/main" prst="rect">
            <a:avLst/>
          </a:prstGeom>
          <a:solidFill xmlns:a="http://schemas.openxmlformats.org/drawingml/2006/main">
            <a:srgbClr val="8A96A8"/>
          </a:solidFill>
          <a:ln xmlns:a="http://schemas.openxmlformats.org/drawingml/2006/main" w="0">
            <a:solidFill>
              <a:srgbClr val="8A96A8"/>
            </a:solidFill>
            <a:prstDash val="solid"/>
          </a:ln>
        </p:spPr>
      </p:sp>
      <p:sp>
        <p:nvSpPr>
          <p:cNvPr id="14" name="">
            <a:extLst xmlns:a="http://schemas.openxmlformats.org/drawingml/2006/main">
              <a:ext uri="{FF2B5EF4-FFF2-40B4-BE49-F238E27FC236}">
                <a16:creationId xmlns:a16="http://schemas.microsoft.com/office/drawing/2014/main" id="{1C635E27-1323-4ABA-A58B-8A297C8FE85B}"/>
              </a:ext>
            </a:extLst>
          </p:cNvPr>
          <p:cNvSpPr>
            <a:spLocks xmlns:a="http://schemas.openxmlformats.org/drawingml/2006/main" noGrp="1"/>
          </p:cNvSpPr>
          <p:nvPr/>
        </p:nvSpPr>
        <p:spPr>
          <a:xfrm xmlns:a="http://schemas.openxmlformats.org/drawingml/2006/main">
            <a:off x="1447800" y="4191000"/>
            <a:ext cx="857250" cy="590550"/>
          </a:xfrm>
          <a:prstGeom xmlns:a="http://schemas.openxmlformats.org/drawingml/2006/main" prst="roundRect">
            <a:avLst>
              <a:gd name="adj" fmla="val 12903"/>
            </a:avLst>
          </a:prstGeom>
          <a:solidFill xmlns:a="http://schemas.openxmlformats.org/drawingml/2006/main">
            <a:srgbClr val="FFF3DC"/>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111827"/>
                </a:solidFill>
              </a:defRPr>
            </a:pPr>
            <a:r>
              <a:rPr sz="2025" b="1" i="0">
                <a:solidFill>
                  <a:srgbClr val="111827"/>
                </a:solidFill>
              </a:rPr>
              <a:t>cat</a:t>
            </a:r>
          </a:p>
        </p:txBody>
      </p:sp>
      <p:sp>
        <p:nvSpPr>
          <p:cNvPr id="15" name="">
            <a:extLst xmlns:a="http://schemas.openxmlformats.org/drawingml/2006/main">
              <a:ext uri="{FF2B5EF4-FFF2-40B4-BE49-F238E27FC236}">
                <a16:creationId xmlns:a16="http://schemas.microsoft.com/office/drawing/2014/main" id="{187F2B76-06EB-41AF-8D67-C174171D1AEF}"/>
              </a:ext>
            </a:extLst>
          </p:cNvPr>
          <p:cNvSpPr>
            <a:spLocks xmlns:a="http://schemas.openxmlformats.org/drawingml/2006/main" noGrp="1"/>
          </p:cNvSpPr>
          <p:nvPr/>
        </p:nvSpPr>
        <p:spPr>
          <a:xfrm xmlns:a="http://schemas.openxmlformats.org/drawingml/2006/main">
            <a:off x="2762250" y="4219575"/>
            <a:ext cx="533400" cy="533400"/>
          </a:xfrm>
          <a:prstGeom xmlns:a="http://schemas.openxmlformats.org/drawingml/2006/main" prst="ellipse">
            <a:avLst/>
          </a:prstGeom>
          <a:solidFill xmlns:a="http://schemas.openxmlformats.org/drawingml/2006/main">
            <a:srgbClr val="E98A15"/>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a:t>
            </a:r>
          </a:p>
        </p:txBody>
      </p:sp>
      <p:sp>
        <p:nvSpPr>
          <p:cNvPr id="16" name="">
            <a:extLst xmlns:a="http://schemas.openxmlformats.org/drawingml/2006/main">
              <a:ext uri="{FF2B5EF4-FFF2-40B4-BE49-F238E27FC236}">
                <a16:creationId xmlns:a16="http://schemas.microsoft.com/office/drawing/2014/main" id="{330C265D-6F41-4EFB-9CC2-1F0506964A20}"/>
              </a:ext>
            </a:extLst>
          </p:cNvPr>
          <p:cNvSpPr>
            <a:spLocks xmlns:a="http://schemas.openxmlformats.org/drawingml/2006/main" noGrp="1"/>
          </p:cNvSpPr>
          <p:nvPr/>
        </p:nvSpPr>
        <p:spPr>
          <a:xfrm xmlns:a="http://schemas.openxmlformats.org/drawingml/2006/main">
            <a:off x="4095750" y="4219575"/>
            <a:ext cx="533400" cy="533400"/>
          </a:xfrm>
          <a:prstGeom xmlns:a="http://schemas.openxmlformats.org/drawingml/2006/main" prst="ellipse">
            <a:avLst/>
          </a:prstGeom>
          <a:solidFill xmlns:a="http://schemas.openxmlformats.org/drawingml/2006/main">
            <a:srgbClr val="F3F6FA"/>
          </a:solidFill>
          <a:ln xmlns:a="http://schemas.openxmlformats.org/drawingml/2006/main" w="19050">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5B667A"/>
                </a:solidFill>
              </a:defRPr>
            </a:pPr>
            <a:r>
              <a:rPr sz="1950" b="1" i="0">
                <a:solidFill>
                  <a:srgbClr val="5B667A"/>
                </a:solidFill>
              </a:rPr>
              <a:t>–</a:t>
            </a:r>
          </a:p>
        </p:txBody>
      </p:sp>
      <p:sp>
        <p:nvSpPr>
          <p:cNvPr id="17" name="">
            <a:extLst xmlns:a="http://schemas.openxmlformats.org/drawingml/2006/main">
              <a:ext uri="{FF2B5EF4-FFF2-40B4-BE49-F238E27FC236}">
                <a16:creationId xmlns:a16="http://schemas.microsoft.com/office/drawing/2014/main" id="{075A594A-855A-4838-8D92-36A89E6D1529}"/>
              </a:ext>
            </a:extLst>
          </p:cNvPr>
          <p:cNvSpPr>
            <a:spLocks xmlns:a="http://schemas.openxmlformats.org/drawingml/2006/main" noGrp="1"/>
          </p:cNvSpPr>
          <p:nvPr/>
        </p:nvSpPr>
        <p:spPr>
          <a:xfrm xmlns:a="http://schemas.openxmlformats.org/drawingml/2006/main">
            <a:off x="5286375" y="423862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0" i="0">
                <a:solidFill>
                  <a:srgbClr val="5B667A"/>
                </a:solidFill>
              </a:defRPr>
            </a:pPr>
            <a:r>
              <a:rPr sz="2100" b="0" i="0">
                <a:solidFill>
                  <a:srgbClr val="5B667A"/>
                </a:solidFill>
              </a:rPr>
              <a:t>=</a:t>
            </a:r>
          </a:p>
        </p:txBody>
      </p:sp>
      <p:sp>
        <p:nvSpPr>
          <p:cNvPr id="18" name="">
            <a:extLst xmlns:a="http://schemas.openxmlformats.org/drawingml/2006/main">
              <a:ext uri="{FF2B5EF4-FFF2-40B4-BE49-F238E27FC236}">
                <a16:creationId xmlns:a16="http://schemas.microsoft.com/office/drawing/2014/main" id="{C3C4A596-EC6D-46F9-B7DC-F280A49B08F2}"/>
              </a:ext>
            </a:extLst>
          </p:cNvPr>
          <p:cNvSpPr>
            <a:spLocks xmlns:a="http://schemas.openxmlformats.org/drawingml/2006/main" noGrp="1"/>
          </p:cNvSpPr>
          <p:nvPr/>
        </p:nvSpPr>
        <p:spPr>
          <a:xfrm xmlns:a="http://schemas.openxmlformats.org/drawingml/2006/main">
            <a:off x="5810250" y="4219575"/>
            <a:ext cx="533400" cy="533400"/>
          </a:xfrm>
          <a:prstGeom xmlns:a="http://schemas.openxmlformats.org/drawingml/2006/main" prst="ellipse">
            <a:avLst/>
          </a:prstGeom>
          <a:solidFill xmlns:a="http://schemas.openxmlformats.org/drawingml/2006/main">
            <a:srgbClr val="E98A15"/>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1</a:t>
            </a:r>
          </a:p>
        </p:txBody>
      </p:sp>
      <p:sp>
        <p:nvSpPr>
          <p:cNvPr id="19" name="">
            <a:extLst xmlns:a="http://schemas.openxmlformats.org/drawingml/2006/main">
              <a:ext uri="{FF2B5EF4-FFF2-40B4-BE49-F238E27FC236}">
                <a16:creationId xmlns:a16="http://schemas.microsoft.com/office/drawing/2014/main" id="{D2336F2B-DC45-42D8-B9D6-E29E4EE40FA0}"/>
              </a:ext>
            </a:extLst>
          </p:cNvPr>
          <p:cNvSpPr>
            <a:spLocks xmlns:a="http://schemas.openxmlformats.org/drawingml/2006/main" noGrp="1"/>
          </p:cNvSpPr>
          <p:nvPr/>
        </p:nvSpPr>
        <p:spPr>
          <a:xfrm xmlns:a="http://schemas.openxmlformats.org/drawingml/2006/main">
            <a:off x="6715125" y="4333875"/>
            <a:ext cx="1095375" cy="285750"/>
          </a:xfrm>
          <a:prstGeom xmlns:a="http://schemas.openxmlformats.org/drawingml/2006/main" prst="rect">
            <a:avLst/>
          </a:prstGeom>
          <a:solidFill xmlns:a="http://schemas.openxmlformats.org/drawingml/2006/main">
            <a:srgbClr val="E98A15"/>
          </a:solidFill>
          <a:ln xmlns:a="http://schemas.openxmlformats.org/drawingml/2006/main" w="0">
            <a:solidFill>
              <a:srgbClr val="E98A15"/>
            </a:solidFill>
            <a:prstDash val="solid"/>
          </a:ln>
        </p:spPr>
      </p:sp>
      <p:sp>
        <p:nvSpPr>
          <p:cNvPr id="20" name="">
            <a:extLst xmlns:a="http://schemas.openxmlformats.org/drawingml/2006/main">
              <a:ext uri="{FF2B5EF4-FFF2-40B4-BE49-F238E27FC236}">
                <a16:creationId xmlns:a16="http://schemas.microsoft.com/office/drawing/2014/main" id="{AE860006-193F-4DD2-99F1-9450AA577F25}"/>
              </a:ext>
            </a:extLst>
          </p:cNvPr>
          <p:cNvSpPr>
            <a:spLocks xmlns:a="http://schemas.openxmlformats.org/drawingml/2006/main" noGrp="1"/>
          </p:cNvSpPr>
          <p:nvPr/>
        </p:nvSpPr>
        <p:spPr>
          <a:xfrm xmlns:a="http://schemas.openxmlformats.org/drawingml/2006/main">
            <a:off x="1447800" y="5048250"/>
            <a:ext cx="857250" cy="590550"/>
          </a:xfrm>
          <a:prstGeom xmlns:a="http://schemas.openxmlformats.org/drawingml/2006/main" prst="roundRect">
            <a:avLst>
              <a:gd name="adj" fmla="val 12903"/>
            </a:avLst>
          </a:prstGeom>
          <a:solidFill xmlns:a="http://schemas.openxmlformats.org/drawingml/2006/main">
            <a:srgbClr val="E8F5E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111827"/>
                </a:solidFill>
              </a:defRPr>
            </a:pPr>
            <a:r>
              <a:rPr sz="2025" b="1" i="0">
                <a:solidFill>
                  <a:srgbClr val="111827"/>
                </a:solidFill>
              </a:rPr>
              <a:t>sat</a:t>
            </a:r>
          </a:p>
        </p:txBody>
      </p:sp>
      <p:sp>
        <p:nvSpPr>
          <p:cNvPr id="21" name="">
            <a:extLst xmlns:a="http://schemas.openxmlformats.org/drawingml/2006/main">
              <a:ext uri="{FF2B5EF4-FFF2-40B4-BE49-F238E27FC236}">
                <a16:creationId xmlns:a16="http://schemas.microsoft.com/office/drawing/2014/main" id="{DC5E03E5-D711-43A5-B9D6-88A5A4A49B62}"/>
              </a:ext>
            </a:extLst>
          </p:cNvPr>
          <p:cNvSpPr>
            <a:spLocks xmlns:a="http://schemas.openxmlformats.org/drawingml/2006/main" noGrp="1"/>
          </p:cNvSpPr>
          <p:nvPr/>
        </p:nvSpPr>
        <p:spPr>
          <a:xfrm xmlns:a="http://schemas.openxmlformats.org/drawingml/2006/main">
            <a:off x="2762250" y="5076825"/>
            <a:ext cx="533400" cy="533400"/>
          </a:xfrm>
          <a:prstGeom xmlns:a="http://schemas.openxmlformats.org/drawingml/2006/main" prst="ellipse">
            <a:avLst/>
          </a:prstGeom>
          <a:solidFill xmlns:a="http://schemas.openxmlformats.org/drawingml/2006/main">
            <a:srgbClr val="E98A15"/>
          </a:solidFill>
          <a:ln xmlns:a="http://schemas.openxmlformats.org/drawingml/2006/main" w="19050">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a:t>
            </a:r>
          </a:p>
        </p:txBody>
      </p:sp>
      <p:sp>
        <p:nvSpPr>
          <p:cNvPr id="22" name="">
            <a:extLst xmlns:a="http://schemas.openxmlformats.org/drawingml/2006/main">
              <a:ext uri="{FF2B5EF4-FFF2-40B4-BE49-F238E27FC236}">
                <a16:creationId xmlns:a16="http://schemas.microsoft.com/office/drawing/2014/main" id="{403C0F64-93F9-4064-AB8E-2978054767BA}"/>
              </a:ext>
            </a:extLst>
          </p:cNvPr>
          <p:cNvSpPr>
            <a:spLocks xmlns:a="http://schemas.openxmlformats.org/drawingml/2006/main" noGrp="1"/>
          </p:cNvSpPr>
          <p:nvPr/>
        </p:nvSpPr>
        <p:spPr>
          <a:xfrm xmlns:a="http://schemas.openxmlformats.org/drawingml/2006/main">
            <a:off x="4095750" y="5076825"/>
            <a:ext cx="533400" cy="533400"/>
          </a:xfrm>
          <a:prstGeom xmlns:a="http://schemas.openxmlformats.org/drawingml/2006/main" prst="ellipse">
            <a:avLst/>
          </a:prstGeom>
          <a:solidFill xmlns:a="http://schemas.openxmlformats.org/drawingml/2006/main">
            <a:srgbClr val="21873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a:t>
            </a:r>
          </a:p>
        </p:txBody>
      </p:sp>
      <p:sp>
        <p:nvSpPr>
          <p:cNvPr id="23" name="">
            <a:extLst xmlns:a="http://schemas.openxmlformats.org/drawingml/2006/main">
              <a:ext uri="{FF2B5EF4-FFF2-40B4-BE49-F238E27FC236}">
                <a16:creationId xmlns:a16="http://schemas.microsoft.com/office/drawing/2014/main" id="{0FD40F45-48F9-4555-82E7-AAC4E3930629}"/>
              </a:ext>
            </a:extLst>
          </p:cNvPr>
          <p:cNvSpPr>
            <a:spLocks xmlns:a="http://schemas.openxmlformats.org/drawingml/2006/main" noGrp="1"/>
          </p:cNvSpPr>
          <p:nvPr/>
        </p:nvSpPr>
        <p:spPr>
          <a:xfrm xmlns:a="http://schemas.openxmlformats.org/drawingml/2006/main">
            <a:off x="5286375" y="509587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0" i="0">
                <a:solidFill>
                  <a:srgbClr val="5B667A"/>
                </a:solidFill>
              </a:defRPr>
            </a:pPr>
            <a:r>
              <a:rPr sz="2100" b="0" i="0">
                <a:solidFill>
                  <a:srgbClr val="5B667A"/>
                </a:solidFill>
              </a:rPr>
              <a:t>=</a:t>
            </a:r>
          </a:p>
        </p:txBody>
      </p:sp>
      <p:sp>
        <p:nvSpPr>
          <p:cNvPr id="24" name="">
            <a:extLst xmlns:a="http://schemas.openxmlformats.org/drawingml/2006/main">
              <a:ext uri="{FF2B5EF4-FFF2-40B4-BE49-F238E27FC236}">
                <a16:creationId xmlns:a16="http://schemas.microsoft.com/office/drawing/2014/main" id="{E5E33391-6720-4243-8928-D5E1288E2B77}"/>
              </a:ext>
            </a:extLst>
          </p:cNvPr>
          <p:cNvSpPr>
            <a:spLocks xmlns:a="http://schemas.openxmlformats.org/drawingml/2006/main" noGrp="1"/>
          </p:cNvSpPr>
          <p:nvPr/>
        </p:nvSpPr>
        <p:spPr>
          <a:xfrm xmlns:a="http://schemas.openxmlformats.org/drawingml/2006/main">
            <a:off x="5810250" y="5076825"/>
            <a:ext cx="533400" cy="533400"/>
          </a:xfrm>
          <a:prstGeom xmlns:a="http://schemas.openxmlformats.org/drawingml/2006/main" prst="ellipse">
            <a:avLst/>
          </a:prstGeom>
          <a:solidFill xmlns:a="http://schemas.openxmlformats.org/drawingml/2006/main">
            <a:srgbClr val="21873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2</a:t>
            </a:r>
          </a:p>
        </p:txBody>
      </p:sp>
      <p:sp>
        <p:nvSpPr>
          <p:cNvPr id="25" name="">
            <a:extLst xmlns:a="http://schemas.openxmlformats.org/drawingml/2006/main">
              <a:ext uri="{FF2B5EF4-FFF2-40B4-BE49-F238E27FC236}">
                <a16:creationId xmlns:a16="http://schemas.microsoft.com/office/drawing/2014/main" id="{BF2FBC8A-E55C-4FC4-880A-F9F37F265420}"/>
              </a:ext>
            </a:extLst>
          </p:cNvPr>
          <p:cNvSpPr>
            <a:spLocks xmlns:a="http://schemas.openxmlformats.org/drawingml/2006/main" noGrp="1"/>
          </p:cNvSpPr>
          <p:nvPr/>
        </p:nvSpPr>
        <p:spPr>
          <a:xfrm xmlns:a="http://schemas.openxmlformats.org/drawingml/2006/main">
            <a:off x="6715125" y="5191125"/>
            <a:ext cx="2190750" cy="285750"/>
          </a:xfrm>
          <a:prstGeom xmlns:a="http://schemas.openxmlformats.org/drawingml/2006/main" prst="rect">
            <a:avLst/>
          </a:prstGeom>
          <a:solidFill xmlns:a="http://schemas.openxmlformats.org/drawingml/2006/main">
            <a:srgbClr val="218739"/>
          </a:solidFill>
          <a:ln xmlns:a="http://schemas.openxmlformats.org/drawingml/2006/main" w="0">
            <a:solidFill>
              <a:srgbClr val="218739"/>
            </a:solidFill>
            <a:prstDash val="solid"/>
          </a:ln>
        </p:spPr>
      </p:sp>
      <p:sp>
        <p:nvSpPr>
          <p:cNvPr id="26" name="">
            <a:extLst xmlns:a="http://schemas.openxmlformats.org/drawingml/2006/main">
              <a:ext uri="{FF2B5EF4-FFF2-40B4-BE49-F238E27FC236}">
                <a16:creationId xmlns:a16="http://schemas.microsoft.com/office/drawing/2014/main" id="{FECF8863-8829-49E0-B6CA-7A333D59F4EA}"/>
              </a:ext>
            </a:extLst>
          </p:cNvPr>
          <p:cNvSpPr>
            <a:spLocks xmlns:a="http://schemas.openxmlformats.org/drawingml/2006/main" noGrp="1"/>
          </p:cNvSpPr>
          <p:nvPr/>
        </p:nvSpPr>
        <p:spPr>
          <a:xfrm xmlns:a="http://schemas.openxmlformats.org/drawingml/2006/main">
            <a:off x="1447800" y="5905500"/>
            <a:ext cx="857250" cy="590550"/>
          </a:xfrm>
          <a:prstGeom xmlns:a="http://schemas.openxmlformats.org/drawingml/2006/main" prst="roundRect">
            <a:avLst>
              <a:gd name="adj" fmla="val 12903"/>
            </a:avLst>
          </a:prstGeom>
          <a:solidFill xmlns:a="http://schemas.openxmlformats.org/drawingml/2006/main">
            <a:srgbClr val="FDE8EC"/>
          </a:solidFill>
          <a:ln xmlns:a="http://schemas.openxmlformats.org/drawingml/2006/main" w="19050">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111827"/>
                </a:solidFill>
              </a:defRPr>
            </a:pPr>
            <a:r>
              <a:rPr sz="2025" b="1" i="0">
                <a:solidFill>
                  <a:srgbClr val="111827"/>
                </a:solidFill>
              </a:rPr>
              <a:t>.</a:t>
            </a:r>
          </a:p>
        </p:txBody>
      </p:sp>
      <p:sp>
        <p:nvSpPr>
          <p:cNvPr id="27" name="">
            <a:extLst xmlns:a="http://schemas.openxmlformats.org/drawingml/2006/main">
              <a:ext uri="{FF2B5EF4-FFF2-40B4-BE49-F238E27FC236}">
                <a16:creationId xmlns:a16="http://schemas.microsoft.com/office/drawing/2014/main" id="{82D33512-2F37-464E-97DD-F3EC5A812702}"/>
              </a:ext>
            </a:extLst>
          </p:cNvPr>
          <p:cNvSpPr>
            <a:spLocks xmlns:a="http://schemas.openxmlformats.org/drawingml/2006/main" noGrp="1"/>
          </p:cNvSpPr>
          <p:nvPr/>
        </p:nvSpPr>
        <p:spPr>
          <a:xfrm xmlns:a="http://schemas.openxmlformats.org/drawingml/2006/main">
            <a:off x="2762250" y="5934075"/>
            <a:ext cx="533400" cy="533400"/>
          </a:xfrm>
          <a:prstGeom xmlns:a="http://schemas.openxmlformats.org/drawingml/2006/main" prst="ellipse">
            <a:avLst/>
          </a:prstGeom>
          <a:solidFill xmlns:a="http://schemas.openxmlformats.org/drawingml/2006/main">
            <a:srgbClr val="F3F6FA"/>
          </a:solidFill>
          <a:ln xmlns:a="http://schemas.openxmlformats.org/drawingml/2006/main" w="19050">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5B667A"/>
                </a:solidFill>
              </a:defRPr>
            </a:pPr>
            <a:r>
              <a:rPr sz="1950" b="1" i="0">
                <a:solidFill>
                  <a:srgbClr val="5B667A"/>
                </a:solidFill>
              </a:rPr>
              <a:t>–</a:t>
            </a:r>
          </a:p>
        </p:txBody>
      </p:sp>
      <p:sp>
        <p:nvSpPr>
          <p:cNvPr id="28" name="">
            <a:extLst xmlns:a="http://schemas.openxmlformats.org/drawingml/2006/main">
              <a:ext uri="{FF2B5EF4-FFF2-40B4-BE49-F238E27FC236}">
                <a16:creationId xmlns:a16="http://schemas.microsoft.com/office/drawing/2014/main" id="{5C7F00D7-A266-49BD-BCD3-E2A3BA6C3D23}"/>
              </a:ext>
            </a:extLst>
          </p:cNvPr>
          <p:cNvSpPr>
            <a:spLocks xmlns:a="http://schemas.openxmlformats.org/drawingml/2006/main" noGrp="1"/>
          </p:cNvSpPr>
          <p:nvPr/>
        </p:nvSpPr>
        <p:spPr>
          <a:xfrm xmlns:a="http://schemas.openxmlformats.org/drawingml/2006/main">
            <a:off x="4095750" y="5934075"/>
            <a:ext cx="533400" cy="533400"/>
          </a:xfrm>
          <a:prstGeom xmlns:a="http://schemas.openxmlformats.org/drawingml/2006/main" prst="ellipse">
            <a:avLst/>
          </a:prstGeom>
          <a:solidFill xmlns:a="http://schemas.openxmlformats.org/drawingml/2006/main">
            <a:srgbClr val="21873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a:t>
            </a:r>
          </a:p>
        </p:txBody>
      </p:sp>
      <p:sp>
        <p:nvSpPr>
          <p:cNvPr id="29" name="">
            <a:extLst xmlns:a="http://schemas.openxmlformats.org/drawingml/2006/main">
              <a:ext uri="{FF2B5EF4-FFF2-40B4-BE49-F238E27FC236}">
                <a16:creationId xmlns:a16="http://schemas.microsoft.com/office/drawing/2014/main" id="{14F5D5D5-22FD-4769-802D-B2E196C95804}"/>
              </a:ext>
            </a:extLst>
          </p:cNvPr>
          <p:cNvSpPr>
            <a:spLocks xmlns:a="http://schemas.openxmlformats.org/drawingml/2006/main" noGrp="1"/>
          </p:cNvSpPr>
          <p:nvPr/>
        </p:nvSpPr>
        <p:spPr>
          <a:xfrm xmlns:a="http://schemas.openxmlformats.org/drawingml/2006/main">
            <a:off x="5286375" y="5953125"/>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0" i="0">
                <a:solidFill>
                  <a:srgbClr val="5B667A"/>
                </a:solidFill>
              </a:defRPr>
            </a:pPr>
            <a:r>
              <a:rPr sz="2100" b="0" i="0">
                <a:solidFill>
                  <a:srgbClr val="5B667A"/>
                </a:solidFill>
              </a:rPr>
              <a:t>=</a:t>
            </a:r>
          </a:p>
        </p:txBody>
      </p:sp>
      <p:sp>
        <p:nvSpPr>
          <p:cNvPr id="30" name="">
            <a:extLst xmlns:a="http://schemas.openxmlformats.org/drawingml/2006/main">
              <a:ext uri="{FF2B5EF4-FFF2-40B4-BE49-F238E27FC236}">
                <a16:creationId xmlns:a16="http://schemas.microsoft.com/office/drawing/2014/main" id="{C52D06B6-2889-4C60-8746-F2E140553A02}"/>
              </a:ext>
            </a:extLst>
          </p:cNvPr>
          <p:cNvSpPr>
            <a:spLocks xmlns:a="http://schemas.openxmlformats.org/drawingml/2006/main" noGrp="1"/>
          </p:cNvSpPr>
          <p:nvPr/>
        </p:nvSpPr>
        <p:spPr>
          <a:xfrm xmlns:a="http://schemas.openxmlformats.org/drawingml/2006/main">
            <a:off x="5810250" y="5934075"/>
            <a:ext cx="533400" cy="533400"/>
          </a:xfrm>
          <a:prstGeom xmlns:a="http://schemas.openxmlformats.org/drawingml/2006/main" prst="ellipse">
            <a:avLst/>
          </a:prstGeom>
          <a:solidFill xmlns:a="http://schemas.openxmlformats.org/drawingml/2006/main">
            <a:srgbClr val="D9485F"/>
          </a:solidFill>
          <a:ln xmlns:a="http://schemas.openxmlformats.org/drawingml/2006/main" w="19050">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FFFFFF"/>
                </a:solidFill>
              </a:defRPr>
            </a:pPr>
            <a:r>
              <a:rPr sz="1950" b="1" i="0">
                <a:solidFill>
                  <a:srgbClr val="FFFFFF"/>
                </a:solidFill>
              </a:rPr>
              <a:t>1</a:t>
            </a:r>
          </a:p>
        </p:txBody>
      </p:sp>
      <p:sp>
        <p:nvSpPr>
          <p:cNvPr id="31" name="">
            <a:extLst xmlns:a="http://schemas.openxmlformats.org/drawingml/2006/main">
              <a:ext uri="{FF2B5EF4-FFF2-40B4-BE49-F238E27FC236}">
                <a16:creationId xmlns:a16="http://schemas.microsoft.com/office/drawing/2014/main" id="{67F5DE21-893D-4B68-AACD-AE38C1C225FC}"/>
              </a:ext>
            </a:extLst>
          </p:cNvPr>
          <p:cNvSpPr>
            <a:spLocks xmlns:a="http://schemas.openxmlformats.org/drawingml/2006/main" noGrp="1"/>
          </p:cNvSpPr>
          <p:nvPr/>
        </p:nvSpPr>
        <p:spPr>
          <a:xfrm xmlns:a="http://schemas.openxmlformats.org/drawingml/2006/main">
            <a:off x="6715125" y="6048375"/>
            <a:ext cx="1095375" cy="285750"/>
          </a:xfrm>
          <a:prstGeom xmlns:a="http://schemas.openxmlformats.org/drawingml/2006/main" prst="rect">
            <a:avLst/>
          </a:prstGeom>
          <a:solidFill xmlns:a="http://schemas.openxmlformats.org/drawingml/2006/main">
            <a:srgbClr val="D9485F"/>
          </a:solidFill>
          <a:ln xmlns:a="http://schemas.openxmlformats.org/drawingml/2006/main" w="0">
            <a:solidFill>
              <a:srgbClr val="D9485F"/>
            </a:solidFill>
            <a:prstDash val="solid"/>
          </a:ln>
        </p:spPr>
      </p:sp>
      <p:sp>
        <p:nvSpPr>
          <p:cNvPr id="32" name="">
            <a:extLst xmlns:a="http://schemas.openxmlformats.org/drawingml/2006/main">
              <a:ext uri="{FF2B5EF4-FFF2-40B4-BE49-F238E27FC236}">
                <a16:creationId xmlns:a16="http://schemas.microsoft.com/office/drawing/2014/main" id="{A87421A2-0A87-4F05-9415-626EDC9B10A9}"/>
              </a:ext>
            </a:extLst>
          </p:cNvPr>
          <p:cNvSpPr>
            <a:spLocks xmlns:a="http://schemas.openxmlformats.org/drawingml/2006/main" noGrp="1"/>
          </p:cNvSpPr>
          <p:nvPr/>
        </p:nvSpPr>
        <p:spPr>
          <a:xfrm xmlns:a="http://schemas.openxmlformats.org/drawingml/2006/main">
            <a:off x="5667375" y="24288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5B667A"/>
                </a:solidFill>
              </a:defRPr>
            </a:pPr>
            <a:r>
              <a:rPr sz="1500" b="1" i="0">
                <a:solidFill>
                  <a:srgbClr val="5B667A"/>
                </a:solidFill>
              </a:rPr>
              <a:t>raw match</a:t>
            </a:r>
          </a:p>
        </p:txBody>
      </p:sp>
      <p:sp>
        <p:nvSpPr>
          <p:cNvPr id="33" name="">
            <a:extLst xmlns:a="http://schemas.openxmlformats.org/drawingml/2006/main">
              <a:ext uri="{FF2B5EF4-FFF2-40B4-BE49-F238E27FC236}">
                <a16:creationId xmlns:a16="http://schemas.microsoft.com/office/drawing/2014/main" id="{A9D48725-2369-471C-B5C5-B913C312BF19}"/>
              </a:ext>
            </a:extLst>
          </p:cNvPr>
          <p:cNvSpPr>
            <a:spLocks xmlns:a="http://schemas.openxmlformats.org/drawingml/2006/main" noGrp="1"/>
          </p:cNvSpPr>
          <p:nvPr/>
        </p:nvSpPr>
        <p:spPr>
          <a:xfrm xmlns:a="http://schemas.openxmlformats.org/drawingml/2006/main">
            <a:off x="6715125" y="2428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5B667A"/>
                </a:solidFill>
              </a:defRPr>
            </a:pPr>
            <a:r>
              <a:rPr sz="1500" b="1" i="0">
                <a:solidFill>
                  <a:srgbClr val="5B667A"/>
                </a:solidFill>
              </a:rPr>
              <a:t>visual score meter</a:t>
            </a:r>
          </a:p>
        </p:txBody>
      </p:sp>
      <p:sp>
        <p:nvSpPr>
          <p:cNvPr id="34" name="">
            <a:extLst xmlns:a="http://schemas.openxmlformats.org/drawingml/2006/main">
              <a:ext uri="{FF2B5EF4-FFF2-40B4-BE49-F238E27FC236}">
                <a16:creationId xmlns:a16="http://schemas.microsoft.com/office/drawing/2014/main" id="{66889074-EFFB-4658-964F-B371B82D9904}"/>
              </a:ext>
            </a:extLst>
          </p:cNvPr>
          <p:cNvSpPr>
            <a:spLocks xmlns:a="http://schemas.openxmlformats.org/drawingml/2006/main" noGrp="1"/>
          </p:cNvSpPr>
          <p:nvPr/>
        </p:nvSpPr>
        <p:spPr>
          <a:xfrm xmlns:a="http://schemas.openxmlformats.org/drawingml/2006/main">
            <a:off x="9525000" y="3333750"/>
            <a:ext cx="2619375" cy="2095500"/>
          </a:xfrm>
          <a:prstGeom xmlns:a="http://schemas.openxmlformats.org/drawingml/2006/main" prst="roundRect">
            <a:avLst>
              <a:gd name="adj" fmla="val 3636"/>
            </a:avLst>
          </a:prstGeom>
          <a:solidFill xmlns:a="http://schemas.openxmlformats.org/drawingml/2006/main">
            <a:srgbClr val="EAF2FF"/>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Scaling keeps large vectors from producing extreme scores.</a:t>
            </a:r>
          </a:p>
        </p:txBody>
      </p:sp>
      <p:sp>
        <p:nvSpPr>
          <p:cNvPr id="35" name="">
            <a:extLst xmlns:a="http://schemas.openxmlformats.org/drawingml/2006/main">
              <a:ext uri="{FF2B5EF4-FFF2-40B4-BE49-F238E27FC236}">
                <a16:creationId xmlns:a16="http://schemas.microsoft.com/office/drawing/2014/main" id="{563EB6FF-ABFE-45FA-B0B6-CE68CDA288F6}"/>
              </a:ext>
            </a:extLst>
          </p:cNvPr>
          <p:cNvSpPr>
            <a:spLocks xmlns:a="http://schemas.openxmlformats.org/drawingml/2006/main" noGrp="1"/>
          </p:cNvSpPr>
          <p:nvPr/>
        </p:nvSpPr>
        <p:spPr>
          <a:xfrm xmlns:a="http://schemas.openxmlformats.org/drawingml/2006/main">
            <a:off x="9620250" y="5715000"/>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111827"/>
                </a:solidFill>
              </a:defRPr>
            </a:pPr>
            <a:r>
              <a:rPr sz="2325" b="1" i="0">
                <a:solidFill>
                  <a:srgbClr val="111827"/>
                </a:solidFill>
              </a:rPr>
              <a:t>scores ÷ √2</a:t>
            </a:r>
          </a:p>
        </p:txBody>
      </p:sp>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itle-12">
            <a:extLst xmlns:a="http://schemas.openxmlformats.org/drawingml/2006/main">
              <a:ext uri="{FF2B5EF4-FFF2-40B4-BE49-F238E27FC236}">
                <a16:creationId xmlns:a16="http://schemas.microsoft.com/office/drawing/2014/main" id="{CF2CF6FF-57BD-4C81-9C2D-B01771DF7982}"/>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The causal mask covers every future card</a:t>
            </a:r>
          </a:p>
        </p:txBody>
      </p:sp>
      <p:sp>
        <p:nvSpPr>
          <p:cNvPr id="2" name="">
            <a:extLst xmlns:a="http://schemas.openxmlformats.org/drawingml/2006/main">
              <a:ext uri="{FF2B5EF4-FFF2-40B4-BE49-F238E27FC236}">
                <a16:creationId xmlns:a16="http://schemas.microsoft.com/office/drawing/2014/main" id="{FC752393-18E3-47B6-9FCF-ED5F16B9CA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BA2E06E-2BF1-4A48-9D4C-1EF0F71B879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A9C6A70-7B96-4DE7-9D36-54728A473575}"/>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12/66</a:t>
            </a:r>
          </a:p>
        </p:txBody>
      </p:sp>
      <p:sp>
        <p:nvSpPr>
          <p:cNvPr id="5" name="">
            <a:extLst xmlns:a="http://schemas.openxmlformats.org/drawingml/2006/main">
              <a:ext uri="{FF2B5EF4-FFF2-40B4-BE49-F238E27FC236}">
                <a16:creationId xmlns:a16="http://schemas.microsoft.com/office/drawing/2014/main" id="{4437BD04-C785-4FBF-8466-846B808FFF5E}"/>
              </a:ext>
            </a:extLst>
          </p:cNvPr>
          <p:cNvSpPr>
            <a:spLocks xmlns:a="http://schemas.openxmlformats.org/drawingml/2006/main" noGrp="1"/>
          </p:cNvSpPr>
          <p:nvPr/>
        </p:nvSpPr>
        <p:spPr>
          <a:xfrm xmlns:a="http://schemas.openxmlformats.org/drawingml/2006/main">
            <a:off x="2047875" y="2524125"/>
            <a:ext cx="7858125" cy="2857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6" name="">
            <a:extLst xmlns:a="http://schemas.openxmlformats.org/drawingml/2006/main">
              <a:ext uri="{FF2B5EF4-FFF2-40B4-BE49-F238E27FC236}">
                <a16:creationId xmlns:a16="http://schemas.microsoft.com/office/drawing/2014/main" id="{86735D53-3907-46A4-B60B-CE1ABA7AC6C5}"/>
              </a:ext>
            </a:extLst>
          </p:cNvPr>
          <p:cNvSpPr>
            <a:spLocks xmlns:a="http://schemas.openxmlformats.org/drawingml/2006/main" noGrp="1"/>
          </p:cNvSpPr>
          <p:nvPr/>
        </p:nvSpPr>
        <p:spPr>
          <a:xfrm xmlns:a="http://schemas.openxmlformats.org/drawingml/2006/main">
            <a:off x="1666875" y="3143250"/>
            <a:ext cx="1714500" cy="1190625"/>
          </a:xfrm>
          <a:prstGeom xmlns:a="http://schemas.openxmlformats.org/drawingml/2006/main" prst="roundRect">
            <a:avLst>
              <a:gd name="adj" fmla="val 6400"/>
            </a:avLst>
          </a:prstGeom>
          <a:solidFill xmlns:a="http://schemas.openxmlformats.org/drawingml/2006/main">
            <a:srgbClr val="F3F6FA"/>
          </a:solidFill>
          <a:ln xmlns:a="http://schemas.openxmlformats.org/drawingml/2006/main" w="28575">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3000" b="1" i="0">
                <a:solidFill>
                  <a:srgbClr val="111827"/>
                </a:solidFill>
              </a:defRPr>
            </a:pPr>
            <a:r>
              <a:rPr sz="3000" b="1" i="0">
                <a:solidFill>
                  <a:srgbClr val="111827"/>
                </a:solidFill>
              </a:rPr>
              <a:t>The</a:t>
            </a:r>
          </a:p>
        </p:txBody>
      </p:sp>
      <p:sp>
        <p:nvSpPr>
          <p:cNvPr id="7" name="">
            <a:extLst xmlns:a="http://schemas.openxmlformats.org/drawingml/2006/main">
              <a:ext uri="{FF2B5EF4-FFF2-40B4-BE49-F238E27FC236}">
                <a16:creationId xmlns:a16="http://schemas.microsoft.com/office/drawing/2014/main" id="{DA80B123-F30F-44F0-A6E6-0669EDB06E9C}"/>
              </a:ext>
            </a:extLst>
          </p:cNvPr>
          <p:cNvSpPr>
            <a:spLocks xmlns:a="http://schemas.openxmlformats.org/drawingml/2006/main" noGrp="1"/>
          </p:cNvSpPr>
          <p:nvPr/>
        </p:nvSpPr>
        <p:spPr>
          <a:xfrm xmlns:a="http://schemas.openxmlformats.org/drawingml/2006/main">
            <a:off x="4191000" y="3143250"/>
            <a:ext cx="1714500" cy="1190625"/>
          </a:xfrm>
          <a:prstGeom xmlns:a="http://schemas.openxmlformats.org/drawingml/2006/main" prst="roundRect">
            <a:avLst>
              <a:gd name="adj" fmla="val 6400"/>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3000" b="1" i="0">
                <a:solidFill>
                  <a:srgbClr val="111827"/>
                </a:solidFill>
              </a:defRPr>
            </a:pPr>
            <a:r>
              <a:rPr sz="3000" b="1" i="0">
                <a:solidFill>
                  <a:srgbClr val="111827"/>
                </a:solidFill>
              </a:rPr>
              <a:t>cat</a:t>
            </a:r>
          </a:p>
        </p:txBody>
      </p:sp>
      <p:sp>
        <p:nvSpPr>
          <p:cNvPr id="8" name="">
            <a:extLst xmlns:a="http://schemas.openxmlformats.org/drawingml/2006/main">
              <a:ext uri="{FF2B5EF4-FFF2-40B4-BE49-F238E27FC236}">
                <a16:creationId xmlns:a16="http://schemas.microsoft.com/office/drawing/2014/main" id="{DE558442-4F09-43A9-A1E8-BC03D69F518F}"/>
              </a:ext>
            </a:extLst>
          </p:cNvPr>
          <p:cNvSpPr>
            <a:spLocks xmlns:a="http://schemas.openxmlformats.org/drawingml/2006/main" noGrp="1"/>
          </p:cNvSpPr>
          <p:nvPr/>
        </p:nvSpPr>
        <p:spPr>
          <a:xfrm xmlns:a="http://schemas.openxmlformats.org/drawingml/2006/main">
            <a:off x="6715125" y="3143250"/>
            <a:ext cx="1714500" cy="1190625"/>
          </a:xfrm>
          <a:prstGeom xmlns:a="http://schemas.openxmlformats.org/drawingml/2006/main" prst="roundRect">
            <a:avLst>
              <a:gd name="adj" fmla="val 6400"/>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3000" b="1" i="0">
                <a:solidFill>
                  <a:srgbClr val="111827"/>
                </a:solidFill>
              </a:defRPr>
            </a:pPr>
            <a:r>
              <a:rPr sz="3000" b="1" i="0">
                <a:solidFill>
                  <a:srgbClr val="111827"/>
                </a:solidFill>
              </a:rPr>
              <a:t>sat</a:t>
            </a:r>
          </a:p>
        </p:txBody>
      </p:sp>
      <p:sp>
        <p:nvSpPr>
          <p:cNvPr id="9" name="">
            <a:extLst xmlns:a="http://schemas.openxmlformats.org/drawingml/2006/main">
              <a:ext uri="{FF2B5EF4-FFF2-40B4-BE49-F238E27FC236}">
                <a16:creationId xmlns:a16="http://schemas.microsoft.com/office/drawing/2014/main" id="{9C515E92-F898-489E-BEE2-D2935977F315}"/>
              </a:ext>
            </a:extLst>
          </p:cNvPr>
          <p:cNvSpPr>
            <a:spLocks xmlns:a="http://schemas.openxmlformats.org/drawingml/2006/main" noGrp="1"/>
          </p:cNvSpPr>
          <p:nvPr/>
        </p:nvSpPr>
        <p:spPr>
          <a:xfrm xmlns:a="http://schemas.openxmlformats.org/drawingml/2006/main">
            <a:off x="9239250" y="3143250"/>
            <a:ext cx="1714500" cy="1190625"/>
          </a:xfrm>
          <a:prstGeom xmlns:a="http://schemas.openxmlformats.org/drawingml/2006/main" prst="roundRect">
            <a:avLst>
              <a:gd name="adj" fmla="val 6400"/>
            </a:avLst>
          </a:prstGeom>
          <a:solidFill xmlns:a="http://schemas.openxmlformats.org/drawingml/2006/main">
            <a:srgbClr val="FDE8EC"/>
          </a:solidFill>
          <a:ln xmlns:a="http://schemas.openxmlformats.org/drawingml/2006/main" w="28575">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3000" b="1" i="0">
                <a:solidFill>
                  <a:srgbClr val="111827"/>
                </a:solidFill>
              </a:defRPr>
            </a:pPr>
            <a:r>
              <a:rPr sz="3000" b="1" i="0">
                <a:solidFill>
                  <a:srgbClr val="111827"/>
                </a:solidFill>
              </a:rPr>
              <a:t>.</a:t>
            </a:r>
          </a:p>
        </p:txBody>
      </p:sp>
      <p:sp>
        <p:nvSpPr>
          <p:cNvPr id="10" name="">
            <a:extLst xmlns:a="http://schemas.openxmlformats.org/drawingml/2006/main">
              <a:ext uri="{FF2B5EF4-FFF2-40B4-BE49-F238E27FC236}">
                <a16:creationId xmlns:a16="http://schemas.microsoft.com/office/drawing/2014/main" id="{DD9B9B36-C91D-44F0-B3E5-56829D4A8DD9}"/>
              </a:ext>
            </a:extLst>
          </p:cNvPr>
          <p:cNvSpPr>
            <a:spLocks xmlns:a="http://schemas.openxmlformats.org/drawingml/2006/main" noGrp="1"/>
          </p:cNvSpPr>
          <p:nvPr/>
        </p:nvSpPr>
        <p:spPr>
          <a:xfrm xmlns:a="http://schemas.openxmlformats.org/drawingml/2006/main">
            <a:off x="9048750" y="2714625"/>
            <a:ext cx="2095500" cy="2143125"/>
          </a:xfrm>
          <a:prstGeom xmlns:a="http://schemas.openxmlformats.org/drawingml/2006/main" prst="rect">
            <a:avLst/>
          </a:prstGeom>
          <a:solidFill xmlns:a="http://schemas.openxmlformats.org/drawingml/2006/main">
            <a:srgbClr val="F4B8C2"/>
          </a:solidFill>
          <a:ln xmlns:a="http://schemas.openxmlformats.org/drawingml/2006/main" w="38100">
            <a:solidFill>
              <a:srgbClr val="D9485F"/>
            </a:solidFill>
            <a:prstDash val="solid"/>
          </a:ln>
        </p:spPr>
      </p:sp>
      <p:sp>
        <p:nvSpPr>
          <p:cNvPr id="11" name="">
            <a:extLst xmlns:a="http://schemas.openxmlformats.org/drawingml/2006/main">
              <a:ext uri="{FF2B5EF4-FFF2-40B4-BE49-F238E27FC236}">
                <a16:creationId xmlns:a16="http://schemas.microsoft.com/office/drawing/2014/main" id="{3CF5503A-B120-4401-9DE6-1AE2ED563EEE}"/>
              </a:ext>
            </a:extLst>
          </p:cNvPr>
          <p:cNvSpPr>
            <a:spLocks xmlns:a="http://schemas.openxmlformats.org/drawingml/2006/main" noGrp="1"/>
          </p:cNvSpPr>
          <p:nvPr/>
        </p:nvSpPr>
        <p:spPr>
          <a:xfrm xmlns:a="http://schemas.openxmlformats.org/drawingml/2006/main">
            <a:off x="9239250" y="3143250"/>
            <a:ext cx="1714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625" b="1" i="0">
                <a:solidFill>
                  <a:srgbClr val="D9485F"/>
                </a:solidFill>
              </a:defRPr>
            </a:pPr>
            <a:r>
              <a:rPr sz="2625" b="1" i="0">
                <a:solidFill>
                  <a:srgbClr val="D9485F"/>
                </a:solidFill>
              </a:rPr>
              <a:t>NO</a:t>
            </a:r>
          </a:p>
          <a:p xmlns:a="http://schemas.openxmlformats.org/drawingml/2006/main">
            <a:pPr algn="ctr">
              <a:defRPr sz="2625" b="1" i="0">
                <a:solidFill>
                  <a:srgbClr val="D9485F"/>
                </a:solidFill>
              </a:defRPr>
            </a:pPr>
            <a:r>
              <a:rPr sz="2625" b="1" i="0">
                <a:solidFill>
                  <a:srgbClr val="D9485F"/>
                </a:solidFill>
              </a:rPr>
              <a:t>PEEKING</a:t>
            </a:r>
          </a:p>
        </p:txBody>
      </p:sp>
      <p:sp>
        <p:nvSpPr>
          <p:cNvPr id="12" name="">
            <a:extLst xmlns:a="http://schemas.openxmlformats.org/drawingml/2006/main">
              <a:ext uri="{FF2B5EF4-FFF2-40B4-BE49-F238E27FC236}">
                <a16:creationId xmlns:a16="http://schemas.microsoft.com/office/drawing/2014/main" id="{A254BE8E-731B-4668-8D8C-884FEC5DCD96}"/>
              </a:ext>
            </a:extLst>
          </p:cNvPr>
          <p:cNvSpPr>
            <a:spLocks xmlns:a="http://schemas.openxmlformats.org/drawingml/2006/main" noGrp="1"/>
          </p:cNvSpPr>
          <p:nvPr/>
        </p:nvSpPr>
        <p:spPr>
          <a:xfrm xmlns:a="http://schemas.openxmlformats.org/drawingml/2006/main">
            <a:off x="7000875" y="5238750"/>
            <a:ext cx="1047750" cy="1047750"/>
          </a:xfrm>
          <a:prstGeom xmlns:a="http://schemas.openxmlformats.org/drawingml/2006/main" prst="ellipse">
            <a:avLst/>
          </a:prstGeom>
          <a:solidFill xmlns:a="http://schemas.openxmlformats.org/drawingml/2006/main">
            <a:srgbClr val="218739"/>
          </a:solidFill>
          <a:ln xmlns:a="http://schemas.openxmlformats.org/drawingml/2006/main" w="19050">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FFFFFF"/>
                </a:solidFill>
              </a:defRPr>
            </a:pPr>
            <a:r>
              <a:rPr sz="2325" b="1" i="0">
                <a:solidFill>
                  <a:srgbClr val="FFFFFF"/>
                </a:solidFill>
              </a:rPr>
              <a:t>sat</a:t>
            </a:r>
          </a:p>
        </p:txBody>
      </p:sp>
      <p:sp>
        <p:nvSpPr>
          <p:cNvPr id="13" name="">
            <a:extLst xmlns:a="http://schemas.openxmlformats.org/drawingml/2006/main">
              <a:ext uri="{FF2B5EF4-FFF2-40B4-BE49-F238E27FC236}">
                <a16:creationId xmlns:a16="http://schemas.microsoft.com/office/drawing/2014/main" id="{3287F1EA-9FE9-4276-B6FB-0EE8FDB71B9E}"/>
              </a:ext>
            </a:extLst>
          </p:cNvPr>
          <p:cNvSpPr>
            <a:spLocks xmlns:a="http://schemas.openxmlformats.org/drawingml/2006/main" noGrp="1"/>
          </p:cNvSpPr>
          <p:nvPr/>
        </p:nvSpPr>
        <p:spPr>
          <a:xfrm xmlns:a="http://schemas.openxmlformats.org/drawingml/2006/main">
            <a:off x="8143875" y="5572125"/>
            <a:ext cx="1333500" cy="381000"/>
          </a:xfrm>
          <a:prstGeom xmlns:a="http://schemas.openxmlformats.org/drawingml/2006/main" prst="rightArrow">
            <a:avLst/>
          </a:prstGeom>
          <a:solidFill xmlns:a="http://schemas.openxmlformats.org/drawingml/2006/main">
            <a:srgbClr val="218739"/>
          </a:solidFill>
          <a:ln xmlns:a="http://schemas.openxmlformats.org/drawingml/2006/main" w="0">
            <a:solidFill>
              <a:srgbClr val="218739"/>
            </a:solidFill>
            <a:prstDash val="solid"/>
          </a:ln>
        </p:spPr>
      </p:sp>
      <p:sp>
        <p:nvSpPr>
          <p:cNvPr id="14" name="">
            <a:extLst xmlns:a="http://schemas.openxmlformats.org/drawingml/2006/main">
              <a:ext uri="{FF2B5EF4-FFF2-40B4-BE49-F238E27FC236}">
                <a16:creationId xmlns:a16="http://schemas.microsoft.com/office/drawing/2014/main" id="{CA9E4D94-B710-4490-892D-729AB71BF84D}"/>
              </a:ext>
            </a:extLst>
          </p:cNvPr>
          <p:cNvSpPr>
            <a:spLocks xmlns:a="http://schemas.openxmlformats.org/drawingml/2006/main" noGrp="1"/>
          </p:cNvSpPr>
          <p:nvPr/>
        </p:nvSpPr>
        <p:spPr>
          <a:xfrm xmlns:a="http://schemas.openxmlformats.org/drawingml/2006/main">
            <a:off x="9572625" y="5410200"/>
            <a:ext cx="1047750" cy="762000"/>
          </a:xfrm>
          <a:prstGeom xmlns:a="http://schemas.openxmlformats.org/drawingml/2006/main" prst="roundRect">
            <a:avLst>
              <a:gd name="adj" fmla="val 10000"/>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FFFFFF"/>
                </a:solidFill>
              </a:defRPr>
            </a:pPr>
            <a:r>
              <a:rPr sz="2025" b="1" i="0">
                <a:solidFill>
                  <a:srgbClr val="FFFFFF"/>
                </a:solidFill>
              </a:rPr>
              <a:t>STOP</a:t>
            </a:r>
          </a:p>
        </p:txBody>
      </p:sp>
      <p:sp>
        <p:nvSpPr>
          <p:cNvPr id="15" name="">
            <a:extLst xmlns:a="http://schemas.openxmlformats.org/drawingml/2006/main">
              <a:ext uri="{FF2B5EF4-FFF2-40B4-BE49-F238E27FC236}">
                <a16:creationId xmlns:a16="http://schemas.microsoft.com/office/drawing/2014/main" id="{15B5869F-6C6B-41C5-A102-28435A7C8762}"/>
              </a:ext>
            </a:extLst>
          </p:cNvPr>
          <p:cNvSpPr>
            <a:spLocks xmlns:a="http://schemas.openxmlformats.org/drawingml/2006/main" noGrp="1"/>
          </p:cNvSpPr>
          <p:nvPr/>
        </p:nvSpPr>
        <p:spPr>
          <a:xfrm xmlns:a="http://schemas.openxmlformats.org/drawingml/2006/main">
            <a:off x="2857500" y="64770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0B4AA2"/>
                </a:solidFill>
              </a:defRPr>
            </a:pPr>
            <a:r>
              <a:rPr sz="2325" b="1" i="0">
                <a:solidFill>
                  <a:srgbClr val="0B4AA2"/>
                </a:solidFill>
              </a:rPr>
              <a:t>future score → −∞ → 0% attention</a:t>
            </a:r>
          </a:p>
        </p:txBody>
      </p:sp>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9" name="Rectangle 1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itle-13">
            <a:extLst xmlns:a="http://schemas.openxmlformats.org/drawingml/2006/main">
              <a:ext uri="{FF2B5EF4-FFF2-40B4-BE49-F238E27FC236}">
                <a16:creationId xmlns:a16="http://schemas.microsoft.com/office/drawing/2014/main" id="{4A1141C2-051B-4468-90E9-83D92A435437}"/>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Softmax divides a 100% attention budget</a:t>
            </a:r>
          </a:p>
        </p:txBody>
      </p:sp>
      <p:sp>
        <p:nvSpPr>
          <p:cNvPr id="2" name="">
            <a:extLst xmlns:a="http://schemas.openxmlformats.org/drawingml/2006/main">
              <a:ext uri="{FF2B5EF4-FFF2-40B4-BE49-F238E27FC236}">
                <a16:creationId xmlns:a16="http://schemas.microsoft.com/office/drawing/2014/main" id="{50FFCD80-C897-4267-BCE9-6E7A2FCC8DF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E06BE37-17C3-4415-A84B-83EEC23B7F4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36BB049-E983-424E-85AE-26014BE1A8A9}"/>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13/66</a:t>
            </a:r>
          </a:p>
        </p:txBody>
      </p:sp>
      <p:sp>
        <p:nvSpPr>
          <p:cNvPr id="5" name="">
            <a:extLst xmlns:a="http://schemas.openxmlformats.org/drawingml/2006/main">
              <a:ext uri="{FF2B5EF4-FFF2-40B4-BE49-F238E27FC236}">
                <a16:creationId xmlns:a16="http://schemas.microsoft.com/office/drawing/2014/main" id="{C44655F7-B00E-45C1-A9D3-CC26C4B3290A}"/>
              </a:ext>
            </a:extLst>
          </p:cNvPr>
          <p:cNvSpPr>
            <a:spLocks xmlns:a="http://schemas.openxmlformats.org/drawingml/2006/main" noGrp="1"/>
          </p:cNvSpPr>
          <p:nvPr/>
        </p:nvSpPr>
        <p:spPr>
          <a:xfrm xmlns:a="http://schemas.openxmlformats.org/drawingml/2006/main">
            <a:off x="1428750" y="2190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5B667A"/>
                </a:solidFill>
              </a:defRPr>
            </a:pPr>
            <a:r>
              <a:rPr sz="1800" b="1" i="0">
                <a:solidFill>
                  <a:srgbClr val="5B667A"/>
                </a:solidFill>
              </a:rPr>
              <a:t>ONE BUDGET</a:t>
            </a:r>
          </a:p>
        </p:txBody>
      </p:sp>
      <p:sp>
        <p:nvSpPr>
          <p:cNvPr id="6" name="">
            <a:extLst xmlns:a="http://schemas.openxmlformats.org/drawingml/2006/main">
              <a:ext uri="{FF2B5EF4-FFF2-40B4-BE49-F238E27FC236}">
                <a16:creationId xmlns:a16="http://schemas.microsoft.com/office/drawing/2014/main" id="{F1519786-28F1-4E38-93C8-208F8C88AE58}"/>
              </a:ext>
            </a:extLst>
          </p:cNvPr>
          <p:cNvSpPr>
            <a:spLocks xmlns:a="http://schemas.openxmlformats.org/drawingml/2006/main" noGrp="1"/>
          </p:cNvSpPr>
          <p:nvPr/>
        </p:nvSpPr>
        <p:spPr>
          <a:xfrm xmlns:a="http://schemas.openxmlformats.org/drawingml/2006/main">
            <a:off x="1428750" y="2714625"/>
            <a:ext cx="2000250" cy="1381125"/>
          </a:xfrm>
          <a:prstGeom xmlns:a="http://schemas.openxmlformats.org/drawingml/2006/main" prst="roundRect">
            <a:avLst>
              <a:gd name="adj" fmla="val 5517"/>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FFFFFF"/>
                </a:solidFill>
              </a:defRPr>
            </a:pPr>
            <a:r>
              <a:rPr sz="3600" b="1" i="0">
                <a:solidFill>
                  <a:srgbClr val="FFFFFF"/>
                </a:solidFill>
              </a:rPr>
              <a:t>100%</a:t>
            </a:r>
          </a:p>
        </p:txBody>
      </p:sp>
      <p:sp>
        <p:nvSpPr>
          <p:cNvPr id="7" name="">
            <a:extLst xmlns:a="http://schemas.openxmlformats.org/drawingml/2006/main">
              <a:ext uri="{FF2B5EF4-FFF2-40B4-BE49-F238E27FC236}">
                <a16:creationId xmlns:a16="http://schemas.microsoft.com/office/drawing/2014/main" id="{6CC37D8E-E11B-4A0E-B096-19F0C8967F05}"/>
              </a:ext>
            </a:extLst>
          </p:cNvPr>
          <p:cNvSpPr>
            <a:spLocks xmlns:a="http://schemas.openxmlformats.org/drawingml/2006/main" noGrp="1"/>
          </p:cNvSpPr>
          <p:nvPr/>
        </p:nvSpPr>
        <p:spPr>
          <a:xfrm xmlns:a="http://schemas.openxmlformats.org/drawingml/2006/main">
            <a:off x="3667125" y="3190875"/>
            <a:ext cx="1095375" cy="4000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8" name="">
            <a:extLst xmlns:a="http://schemas.openxmlformats.org/drawingml/2006/main">
              <a:ext uri="{FF2B5EF4-FFF2-40B4-BE49-F238E27FC236}">
                <a16:creationId xmlns:a16="http://schemas.microsoft.com/office/drawing/2014/main" id="{E44C22A4-EF48-4DAE-ABCE-B6331D60994E}"/>
              </a:ext>
            </a:extLst>
          </p:cNvPr>
          <p:cNvSpPr>
            <a:spLocks xmlns:a="http://schemas.openxmlformats.org/drawingml/2006/main" noGrp="1"/>
          </p:cNvSpPr>
          <p:nvPr/>
        </p:nvSpPr>
        <p:spPr>
          <a:xfrm xmlns:a="http://schemas.openxmlformats.org/drawingml/2006/main">
            <a:off x="5048250" y="2809875"/>
            <a:ext cx="960120" cy="1238250"/>
          </a:xfrm>
          <a:prstGeom xmlns:a="http://schemas.openxmlformats.org/drawingml/2006/main" prst="rect">
            <a:avLst/>
          </a:prstGeom>
          <a:solidFill xmlns:a="http://schemas.openxmlformats.org/drawingml/2006/main">
            <a:srgbClr val="8A96A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FFFFFF"/>
                </a:solidFill>
              </a:defRPr>
            </a:pPr>
            <a:r>
              <a:rPr sz="2025" b="1" i="0">
                <a:solidFill>
                  <a:srgbClr val="FFFFFF"/>
                </a:solidFill>
              </a:rPr>
              <a:t>The</a:t>
            </a:r>
          </a:p>
          <a:p xmlns:a="http://schemas.openxmlformats.org/drawingml/2006/main">
            <a:pPr algn="ctr">
              <a:defRPr sz="2025" b="1" i="0">
                <a:solidFill>
                  <a:srgbClr val="FFFFFF"/>
                </a:solidFill>
              </a:defRPr>
            </a:pPr>
            <a:r>
              <a:rPr sz="2025" b="1" i="0">
                <a:solidFill>
                  <a:srgbClr val="FFFFFF"/>
                </a:solidFill>
              </a:rPr>
              <a:t>14%</a:t>
            </a:r>
          </a:p>
        </p:txBody>
      </p:sp>
      <p:sp>
        <p:nvSpPr>
          <p:cNvPr id="9" name="">
            <a:extLst xmlns:a="http://schemas.openxmlformats.org/drawingml/2006/main">
              <a:ext uri="{FF2B5EF4-FFF2-40B4-BE49-F238E27FC236}">
                <a16:creationId xmlns:a16="http://schemas.microsoft.com/office/drawing/2014/main" id="{7193774C-11DE-44F2-B3AC-9E2F10D367EC}"/>
              </a:ext>
            </a:extLst>
          </p:cNvPr>
          <p:cNvSpPr>
            <a:spLocks xmlns:a="http://schemas.openxmlformats.org/drawingml/2006/main" noGrp="1"/>
          </p:cNvSpPr>
          <p:nvPr/>
        </p:nvSpPr>
        <p:spPr>
          <a:xfrm xmlns:a="http://schemas.openxmlformats.org/drawingml/2006/main">
            <a:off x="6008370" y="2809875"/>
            <a:ext cx="1920240" cy="1238250"/>
          </a:xfrm>
          <a:prstGeom xmlns:a="http://schemas.openxmlformats.org/drawingml/2006/main" prst="rect">
            <a:avLst/>
          </a:prstGeom>
          <a:solidFill xmlns:a="http://schemas.openxmlformats.org/drawingml/2006/main">
            <a:srgbClr val="E98A15"/>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FFFFFF"/>
                </a:solidFill>
              </a:defRPr>
            </a:pPr>
            <a:r>
              <a:rPr sz="2025" b="1" i="0">
                <a:solidFill>
                  <a:srgbClr val="FFFFFF"/>
                </a:solidFill>
              </a:rPr>
              <a:t>cat</a:t>
            </a:r>
          </a:p>
          <a:p xmlns:a="http://schemas.openxmlformats.org/drawingml/2006/main">
            <a:pPr algn="ctr">
              <a:defRPr sz="2025" b="1" i="0">
                <a:solidFill>
                  <a:srgbClr val="FFFFFF"/>
                </a:solidFill>
              </a:defRPr>
            </a:pPr>
            <a:r>
              <a:rPr sz="2025" b="1" i="0">
                <a:solidFill>
                  <a:srgbClr val="FFFFFF"/>
                </a:solidFill>
              </a:rPr>
              <a:t>28%</a:t>
            </a:r>
          </a:p>
        </p:txBody>
      </p:sp>
      <p:sp>
        <p:nvSpPr>
          <p:cNvPr id="10" name="">
            <a:extLst xmlns:a="http://schemas.openxmlformats.org/drawingml/2006/main">
              <a:ext uri="{FF2B5EF4-FFF2-40B4-BE49-F238E27FC236}">
                <a16:creationId xmlns:a16="http://schemas.microsoft.com/office/drawing/2014/main" id="{017797C0-5B02-4B17-96C1-8FEC7F800F8E}"/>
              </a:ext>
            </a:extLst>
          </p:cNvPr>
          <p:cNvSpPr>
            <a:spLocks xmlns:a="http://schemas.openxmlformats.org/drawingml/2006/main" noGrp="1"/>
          </p:cNvSpPr>
          <p:nvPr/>
        </p:nvSpPr>
        <p:spPr>
          <a:xfrm xmlns:a="http://schemas.openxmlformats.org/drawingml/2006/main">
            <a:off x="7928610" y="2809875"/>
            <a:ext cx="3977640" cy="1238250"/>
          </a:xfrm>
          <a:prstGeom xmlns:a="http://schemas.openxmlformats.org/drawingml/2006/main" prst="rect">
            <a:avLst/>
          </a:prstGeom>
          <a:solidFill xmlns:a="http://schemas.openxmlformats.org/drawingml/2006/main">
            <a:srgbClr val="218739"/>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FFFFFF"/>
                </a:solidFill>
              </a:defRPr>
            </a:pPr>
            <a:r>
              <a:rPr sz="2025" b="1" i="0">
                <a:solidFill>
                  <a:srgbClr val="FFFFFF"/>
                </a:solidFill>
              </a:rPr>
              <a:t>sat</a:t>
            </a:r>
          </a:p>
          <a:p xmlns:a="http://schemas.openxmlformats.org/drawingml/2006/main">
            <a:pPr algn="ctr">
              <a:defRPr sz="2025" b="1" i="0">
                <a:solidFill>
                  <a:srgbClr val="FFFFFF"/>
                </a:solidFill>
              </a:defRPr>
            </a:pPr>
            <a:r>
              <a:rPr sz="2025" b="1" i="0">
                <a:solidFill>
                  <a:srgbClr val="FFFFFF"/>
                </a:solidFill>
              </a:rPr>
              <a:t>58%</a:t>
            </a:r>
          </a:p>
        </p:txBody>
      </p:sp>
      <p:sp>
        <p:nvSpPr>
          <p:cNvPr id="11" name="">
            <a:extLst xmlns:a="http://schemas.openxmlformats.org/drawingml/2006/main">
              <a:ext uri="{FF2B5EF4-FFF2-40B4-BE49-F238E27FC236}">
                <a16:creationId xmlns:a16="http://schemas.microsoft.com/office/drawing/2014/main" id="{0F000E3B-24ED-40AC-8D88-BA31A60C4C31}"/>
              </a:ext>
            </a:extLst>
          </p:cNvPr>
          <p:cNvSpPr>
            <a:spLocks xmlns:a="http://schemas.openxmlformats.org/drawingml/2006/main" noGrp="1"/>
          </p:cNvSpPr>
          <p:nvPr/>
        </p:nvSpPr>
        <p:spPr>
          <a:xfrm xmlns:a="http://schemas.openxmlformats.org/drawingml/2006/main">
            <a:off x="9810750" y="4524375"/>
            <a:ext cx="2095500" cy="952500"/>
          </a:xfrm>
          <a:prstGeom xmlns:a="http://schemas.openxmlformats.org/drawingml/2006/main" prst="roundRect">
            <a:avLst>
              <a:gd name="adj" fmla="val 8000"/>
            </a:avLst>
          </a:prstGeom>
          <a:solidFill xmlns:a="http://schemas.openxmlformats.org/drawingml/2006/main">
            <a:srgbClr val="FDE8EC"/>
          </a:solidFill>
          <a:ln xmlns:a="http://schemas.openxmlformats.org/drawingml/2006/main" w="28575">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D9485F"/>
                </a:solidFill>
              </a:defRPr>
            </a:pPr>
            <a:r>
              <a:rPr sz="1950" b="1" i="0">
                <a:solidFill>
                  <a:srgbClr val="D9485F"/>
                </a:solidFill>
              </a:rPr>
              <a:t>future period</a:t>
            </a:r>
          </a:p>
          <a:p xmlns:a="http://schemas.openxmlformats.org/drawingml/2006/main">
            <a:pPr algn="ctr">
              <a:defRPr sz="1950" b="1" i="0">
                <a:solidFill>
                  <a:srgbClr val="D9485F"/>
                </a:solidFill>
              </a:defRPr>
            </a:pPr>
            <a:r>
              <a:rPr sz="1950" b="1" i="0">
                <a:solidFill>
                  <a:srgbClr val="D9485F"/>
                </a:solidFill>
              </a:rPr>
              <a:t>0%</a:t>
            </a:r>
          </a:p>
        </p:txBody>
      </p:sp>
      <p:sp>
        <p:nvSpPr>
          <p:cNvPr id="12" name="">
            <a:extLst xmlns:a="http://schemas.openxmlformats.org/drawingml/2006/main">
              <a:ext uri="{FF2B5EF4-FFF2-40B4-BE49-F238E27FC236}">
                <a16:creationId xmlns:a16="http://schemas.microsoft.com/office/drawing/2014/main" id="{19880692-9D3C-4555-9BA1-27946C48471D}"/>
              </a:ext>
            </a:extLst>
          </p:cNvPr>
          <p:cNvSpPr>
            <a:spLocks xmlns:a="http://schemas.openxmlformats.org/drawingml/2006/main" noGrp="1"/>
          </p:cNvSpPr>
          <p:nvPr/>
        </p:nvSpPr>
        <p:spPr>
          <a:xfrm xmlns:a="http://schemas.openxmlformats.org/drawingml/2006/main">
            <a:off x="10525125" y="5715000"/>
            <a:ext cx="666750" cy="6667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defRPr sz="2850" b="1" i="0">
                <a:solidFill>
                  <a:srgbClr val="FFFFFF"/>
                </a:solidFill>
              </a:defRPr>
            </a:pPr>
            <a:r>
              <a:rPr sz="2850" b="1" i="0">
                <a:solidFill>
                  <a:srgbClr val="FFFFFF"/>
                </a:solidFill>
              </a:rPr>
              <a:t>×</a:t>
            </a:r>
          </a:p>
        </p:txBody>
      </p:sp>
      <p:sp>
        <p:nvSpPr>
          <p:cNvPr id="13" name="">
            <a:extLst xmlns:a="http://schemas.openxmlformats.org/drawingml/2006/main">
              <a:ext uri="{FF2B5EF4-FFF2-40B4-BE49-F238E27FC236}">
                <a16:creationId xmlns:a16="http://schemas.microsoft.com/office/drawing/2014/main" id="{A1F40B23-86AC-442B-928F-C17CC14F94DB}"/>
              </a:ext>
            </a:extLst>
          </p:cNvPr>
          <p:cNvSpPr>
            <a:spLocks xmlns:a="http://schemas.openxmlformats.org/drawingml/2006/main" noGrp="1"/>
          </p:cNvSpPr>
          <p:nvPr/>
        </p:nvSpPr>
        <p:spPr>
          <a:xfrm xmlns:a="http://schemas.openxmlformats.org/drawingml/2006/main">
            <a:off x="5048250" y="452437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i="0">
                <a:solidFill>
                  <a:srgbClr val="0B4AA2"/>
                </a:solidFill>
              </a:defRPr>
            </a:pPr>
            <a:r>
              <a:rPr sz="2175" b="1" i="0">
                <a:solidFill>
                  <a:srgbClr val="0B4AA2"/>
                </a:solidFill>
              </a:rPr>
              <a:t>Higher match score → larger share</a:t>
            </a:r>
          </a:p>
        </p:txBody>
      </p:sp>
      <p:sp>
        <p:nvSpPr>
          <p:cNvPr id="14" name="">
            <a:extLst xmlns:a="http://schemas.openxmlformats.org/drawingml/2006/main">
              <a:ext uri="{FF2B5EF4-FFF2-40B4-BE49-F238E27FC236}">
                <a16:creationId xmlns:a16="http://schemas.microsoft.com/office/drawing/2014/main" id="{11FE239C-ABB5-4092-BD7F-8DFE1B524DB0}"/>
              </a:ext>
            </a:extLst>
          </p:cNvPr>
          <p:cNvSpPr>
            <a:spLocks xmlns:a="http://schemas.openxmlformats.org/drawingml/2006/main" noGrp="1"/>
          </p:cNvSpPr>
          <p:nvPr/>
        </p:nvSpPr>
        <p:spPr>
          <a:xfrm xmlns:a="http://schemas.openxmlformats.org/drawingml/2006/main">
            <a:off x="2476500" y="65722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i="0">
                <a:solidFill>
                  <a:srgbClr val="111827"/>
                </a:solidFill>
              </a:defRPr>
            </a:pPr>
            <a:r>
              <a:rPr sz="2175" b="1" i="0">
                <a:solidFill>
                  <a:srgbClr val="111827"/>
                </a:solidFill>
              </a:rPr>
              <a:t>This budget is over visible positions — not possible next words.</a:t>
            </a:r>
          </a:p>
        </p:txBody>
      </p:sp>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itle-14">
            <a:extLst xmlns:a="http://schemas.openxmlformats.org/drawingml/2006/main">
              <a:ext uri="{FF2B5EF4-FFF2-40B4-BE49-F238E27FC236}">
                <a16:creationId xmlns:a16="http://schemas.microsoft.com/office/drawing/2014/main" id="{DC1A6EC0-D4BB-4CE3-8196-6E4EACAA59AA}"/>
              </a:ext>
            </a:extLst>
          </p:cNvPr>
          <p:cNvSpPr>
            <a:spLocks xmlns:a="http://schemas.openxmlformats.org/drawingml/2006/main" noGrp="1"/>
          </p:cNvSpPr>
          <p:nvPr/>
        </p:nvSpPr>
        <p:spPr>
          <a:xfrm xmlns:a="http://schemas.openxmlformats.org/drawingml/2006/main">
            <a:off x="112395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i="0">
                <a:solidFill>
                  <a:srgbClr val="0B4AA2"/>
                </a:solidFill>
              </a:defRPr>
            </a:pPr>
            <a:r>
              <a:rPr sz="2925" b="1" i="0">
                <a:solidFill>
                  <a:srgbClr val="0B4AA2"/>
                </a:solidFill>
              </a:rPr>
              <a:t>Attention mixes the useful payloads into sat</a:t>
            </a:r>
          </a:p>
        </p:txBody>
      </p:sp>
      <p:sp>
        <p:nvSpPr>
          <p:cNvPr id="2" name="">
            <a:extLst xmlns:a="http://schemas.openxmlformats.org/drawingml/2006/main">
              <a:ext uri="{FF2B5EF4-FFF2-40B4-BE49-F238E27FC236}">
                <a16:creationId xmlns:a16="http://schemas.microsoft.com/office/drawing/2014/main" id="{35353136-BAE9-4714-8F2C-E784FC5A08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2A65D4-6B22-4994-86D7-EFB95FF5CC50}"/>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61510D8-C16A-4436-8262-4B58FBFE51D3}"/>
              </a:ext>
            </a:extLst>
          </p:cNvPr>
          <p:cNvSpPr>
            <a:spLocks xmlns:a="http://schemas.openxmlformats.org/drawingml/2006/main" noGrp="1"/>
          </p:cNvSpPr>
          <p:nvPr/>
        </p:nvSpPr>
        <p:spPr>
          <a:xfrm xmlns:a="http://schemas.openxmlformats.org/drawingml/2006/main">
            <a:off x="11858625" y="70866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0" i="0">
                <a:solidFill>
                  <a:srgbClr val="111827"/>
                </a:solidFill>
              </a:defRPr>
            </a:pPr>
            <a:r>
              <a:rPr sz="1500" b="0" i="0">
                <a:solidFill>
                  <a:srgbClr val="111827"/>
                </a:solidFill>
              </a:rPr>
              <a:t>14/66</a:t>
            </a:r>
          </a:p>
        </p:txBody>
      </p:sp>
      <p:sp>
        <p:nvSpPr>
          <p:cNvPr id="5" name="">
            <a:extLst xmlns:a="http://schemas.openxmlformats.org/drawingml/2006/main">
              <a:ext uri="{FF2B5EF4-FFF2-40B4-BE49-F238E27FC236}">
                <a16:creationId xmlns:a16="http://schemas.microsoft.com/office/drawing/2014/main" id="{33D4C02A-39D8-402D-ADE8-E57E7A904F81}"/>
              </a:ext>
            </a:extLst>
          </p:cNvPr>
          <p:cNvSpPr>
            <a:spLocks xmlns:a="http://schemas.openxmlformats.org/drawingml/2006/main" noGrp="1"/>
          </p:cNvSpPr>
          <p:nvPr/>
        </p:nvSpPr>
        <p:spPr>
          <a:xfrm xmlns:a="http://schemas.openxmlformats.org/drawingml/2006/main">
            <a:off x="1381125" y="2286000"/>
            <a:ext cx="1714500" cy="857250"/>
          </a:xfrm>
          <a:prstGeom xmlns:a="http://schemas.openxmlformats.org/drawingml/2006/main" prst="roundRect">
            <a:avLst>
              <a:gd name="adj" fmla="val 8889"/>
            </a:avLst>
          </a:prstGeom>
          <a:solidFill xmlns:a="http://schemas.openxmlformats.org/drawingml/2006/main">
            <a:srgbClr val="F3F6FA"/>
          </a:solidFill>
          <a:ln xmlns:a="http://schemas.openxmlformats.org/drawingml/2006/main" w="19050">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111827"/>
                </a:solidFill>
              </a:defRPr>
            </a:pPr>
            <a:r>
              <a:rPr sz="1875" b="1" i="0">
                <a:solidFill>
                  <a:srgbClr val="111827"/>
                </a:solidFill>
              </a:rPr>
              <a:t>The</a:t>
            </a:r>
          </a:p>
          <a:p xmlns:a="http://schemas.openxmlformats.org/drawingml/2006/main">
            <a:pPr algn="ctr">
              <a:defRPr sz="1875" b="1" i="0">
                <a:solidFill>
                  <a:srgbClr val="111827"/>
                </a:solidFill>
              </a:defRPr>
            </a:pPr>
            <a:r>
              <a:rPr sz="1875" b="1" i="0">
                <a:solidFill>
                  <a:srgbClr val="111827"/>
                </a:solidFill>
              </a:rPr>
              <a:t>14%</a:t>
            </a:r>
          </a:p>
        </p:txBody>
      </p:sp>
      <p:sp>
        <p:nvSpPr>
          <p:cNvPr id="6" name="">
            <a:extLst xmlns:a="http://schemas.openxmlformats.org/drawingml/2006/main">
              <a:ext uri="{FF2B5EF4-FFF2-40B4-BE49-F238E27FC236}">
                <a16:creationId xmlns:a16="http://schemas.microsoft.com/office/drawing/2014/main" id="{32DB05D8-F523-4408-9768-E5EB2FF858D3}"/>
              </a:ext>
            </a:extLst>
          </p:cNvPr>
          <p:cNvSpPr>
            <a:spLocks xmlns:a="http://schemas.openxmlformats.org/drawingml/2006/main" noGrp="1"/>
          </p:cNvSpPr>
          <p:nvPr/>
        </p:nvSpPr>
        <p:spPr>
          <a:xfrm xmlns:a="http://schemas.openxmlformats.org/drawingml/2006/main">
            <a:off x="1381125" y="3333750"/>
            <a:ext cx="17145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5B667A"/>
                </a:solidFill>
              </a:defRPr>
            </a:pPr>
            <a:r>
              <a:rPr sz="1500" b="0" i="0">
                <a:solidFill>
                  <a:srgbClr val="5B667A"/>
                </a:solidFill>
              </a:rPr>
              <a:t>no strong clue</a:t>
            </a:r>
          </a:p>
        </p:txBody>
      </p:sp>
      <p:sp>
        <p:nvSpPr>
          <p:cNvPr id="7" name="">
            <a:extLst xmlns:a="http://schemas.openxmlformats.org/drawingml/2006/main">
              <a:ext uri="{FF2B5EF4-FFF2-40B4-BE49-F238E27FC236}">
                <a16:creationId xmlns:a16="http://schemas.microsoft.com/office/drawing/2014/main" id="{13E84F58-422B-43EA-8770-F22523AC27E6}"/>
              </a:ext>
            </a:extLst>
          </p:cNvPr>
          <p:cNvSpPr>
            <a:spLocks xmlns:a="http://schemas.openxmlformats.org/drawingml/2006/main" noGrp="1"/>
          </p:cNvSpPr>
          <p:nvPr/>
        </p:nvSpPr>
        <p:spPr>
          <a:xfrm xmlns:a="http://schemas.openxmlformats.org/drawingml/2006/main">
            <a:off x="1381125" y="4286250"/>
            <a:ext cx="1714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111827"/>
                </a:solidFill>
              </a:defRPr>
            </a:pPr>
            <a:r>
              <a:rPr sz="1875" b="1" i="0">
                <a:solidFill>
                  <a:srgbClr val="111827"/>
                </a:solidFill>
              </a:rPr>
              <a:t>cat</a:t>
            </a:r>
          </a:p>
          <a:p xmlns:a="http://schemas.openxmlformats.org/drawingml/2006/main">
            <a:pPr algn="ctr">
              <a:defRPr sz="1875" b="1" i="0">
                <a:solidFill>
                  <a:srgbClr val="111827"/>
                </a:solidFill>
              </a:defRPr>
            </a:pPr>
            <a:r>
              <a:rPr sz="1875" b="1" i="0">
                <a:solidFill>
                  <a:srgbClr val="111827"/>
                </a:solidFill>
              </a:rPr>
              <a:t>28%</a:t>
            </a:r>
          </a:p>
        </p:txBody>
      </p:sp>
      <p:sp>
        <p:nvSpPr>
          <p:cNvPr id="8" name="">
            <a:extLst xmlns:a="http://schemas.openxmlformats.org/drawingml/2006/main">
              <a:ext uri="{FF2B5EF4-FFF2-40B4-BE49-F238E27FC236}">
                <a16:creationId xmlns:a16="http://schemas.microsoft.com/office/drawing/2014/main" id="{530F95D3-1F38-467A-8CD7-2174EA7AE5FE}"/>
              </a:ext>
            </a:extLst>
          </p:cNvPr>
          <p:cNvSpPr>
            <a:spLocks xmlns:a="http://schemas.openxmlformats.org/drawingml/2006/main" noGrp="1"/>
          </p:cNvSpPr>
          <p:nvPr/>
        </p:nvSpPr>
        <p:spPr>
          <a:xfrm xmlns:a="http://schemas.openxmlformats.org/drawingml/2006/main">
            <a:off x="1381125" y="5334000"/>
            <a:ext cx="1714500" cy="609600"/>
          </a:xfrm>
          <a:prstGeom xmlns:a="http://schemas.openxmlformats.org/drawingml/2006/main" prst="roundRect">
            <a:avLst>
              <a:gd name="adj" fmla="val 12500"/>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actor clue</a:t>
            </a:r>
          </a:p>
        </p:txBody>
      </p:sp>
      <p:sp>
        <p:nvSpPr>
          <p:cNvPr id="9" name="">
            <a:extLst xmlns:a="http://schemas.openxmlformats.org/drawingml/2006/main">
              <a:ext uri="{FF2B5EF4-FFF2-40B4-BE49-F238E27FC236}">
                <a16:creationId xmlns:a16="http://schemas.microsoft.com/office/drawing/2014/main" id="{3207600E-9309-4C2A-B02A-CD3C48B50E31}"/>
              </a:ext>
            </a:extLst>
          </p:cNvPr>
          <p:cNvSpPr>
            <a:spLocks xmlns:a="http://schemas.openxmlformats.org/drawingml/2006/main" noGrp="1"/>
          </p:cNvSpPr>
          <p:nvPr/>
        </p:nvSpPr>
        <p:spPr>
          <a:xfrm xmlns:a="http://schemas.openxmlformats.org/drawingml/2006/main">
            <a:off x="1381125" y="6286500"/>
            <a:ext cx="1714500" cy="666750"/>
          </a:xfrm>
          <a:prstGeom xmlns:a="http://schemas.openxmlformats.org/drawingml/2006/main" prst="roundRect">
            <a:avLst>
              <a:gd name="adj" fmla="val 11429"/>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111827"/>
                </a:solidFill>
              </a:defRPr>
            </a:pPr>
            <a:r>
              <a:rPr sz="1800" b="1" i="0">
                <a:solidFill>
                  <a:srgbClr val="111827"/>
                </a:solidFill>
              </a:rPr>
              <a:t>sat</a:t>
            </a:r>
          </a:p>
          <a:p xmlns:a="http://schemas.openxmlformats.org/drawingml/2006/main">
            <a:pPr algn="ctr">
              <a:defRPr sz="1800" b="1" i="0">
                <a:solidFill>
                  <a:srgbClr val="111827"/>
                </a:solidFill>
              </a:defRPr>
            </a:pPr>
            <a:r>
              <a:rPr sz="1800" b="1" i="0">
                <a:solidFill>
                  <a:srgbClr val="111827"/>
                </a:solidFill>
              </a:rPr>
              <a:t>58%</a:t>
            </a:r>
          </a:p>
        </p:txBody>
      </p:sp>
      <p:sp>
        <p:nvSpPr>
          <p:cNvPr id="10" name="">
            <a:extLst xmlns:a="http://schemas.openxmlformats.org/drawingml/2006/main">
              <a:ext uri="{FF2B5EF4-FFF2-40B4-BE49-F238E27FC236}">
                <a16:creationId xmlns:a16="http://schemas.microsoft.com/office/drawing/2014/main" id="{B35DB0C8-848F-435B-81DC-F78F2C15AAEA}"/>
              </a:ext>
            </a:extLst>
          </p:cNvPr>
          <p:cNvSpPr>
            <a:spLocks xmlns:a="http://schemas.openxmlformats.org/drawingml/2006/main" noGrp="1"/>
          </p:cNvSpPr>
          <p:nvPr/>
        </p:nvSpPr>
        <p:spPr>
          <a:xfrm xmlns:a="http://schemas.openxmlformats.org/drawingml/2006/main">
            <a:off x="3143250" y="2676525"/>
            <a:ext cx="4000500" cy="133350"/>
          </a:xfrm>
          <a:prstGeom xmlns:a="http://schemas.openxmlformats.org/drawingml/2006/main" prst="rightArrow">
            <a:avLst/>
          </a:prstGeom>
          <a:solidFill xmlns:a="http://schemas.openxmlformats.org/drawingml/2006/main">
            <a:srgbClr val="8A96A8"/>
          </a:solidFill>
          <a:ln xmlns:a="http://schemas.openxmlformats.org/drawingml/2006/main" w="0">
            <a:solidFill>
              <a:srgbClr val="8A96A8"/>
            </a:solidFill>
            <a:prstDash val="solid"/>
          </a:ln>
        </p:spPr>
      </p:sp>
      <p:sp>
        <p:nvSpPr>
          <p:cNvPr id="11" name="">
            <a:extLst xmlns:a="http://schemas.openxmlformats.org/drawingml/2006/main">
              <a:ext uri="{FF2B5EF4-FFF2-40B4-BE49-F238E27FC236}">
                <a16:creationId xmlns:a16="http://schemas.microsoft.com/office/drawing/2014/main" id="{9D9C863E-F54B-4EFE-BF8B-539C43ADF6E1}"/>
              </a:ext>
            </a:extLst>
          </p:cNvPr>
          <p:cNvSpPr>
            <a:spLocks xmlns:a="http://schemas.openxmlformats.org/drawingml/2006/main" noGrp="1"/>
          </p:cNvSpPr>
          <p:nvPr/>
        </p:nvSpPr>
        <p:spPr>
          <a:xfrm xmlns:a="http://schemas.openxmlformats.org/drawingml/2006/main">
            <a:off x="3143250" y="4667250"/>
            <a:ext cx="4000500" cy="361950"/>
          </a:xfrm>
          <a:prstGeom xmlns:a="http://schemas.openxmlformats.org/drawingml/2006/main" prst="rightArrow">
            <a:avLst/>
          </a:prstGeom>
          <a:solidFill xmlns:a="http://schemas.openxmlformats.org/drawingml/2006/main">
            <a:srgbClr val="E98A15"/>
          </a:solidFill>
          <a:ln xmlns:a="http://schemas.openxmlformats.org/drawingml/2006/main" w="0">
            <a:solidFill>
              <a:srgbClr val="E98A15"/>
            </a:solidFill>
            <a:prstDash val="solid"/>
          </a:ln>
        </p:spPr>
      </p:sp>
      <p:sp>
        <p:nvSpPr>
          <p:cNvPr id="12" name="">
            <a:extLst xmlns:a="http://schemas.openxmlformats.org/drawingml/2006/main">
              <a:ext uri="{FF2B5EF4-FFF2-40B4-BE49-F238E27FC236}">
                <a16:creationId xmlns:a16="http://schemas.microsoft.com/office/drawing/2014/main" id="{C2830891-BF46-4DC4-925E-C4CC114AAF43}"/>
              </a:ext>
            </a:extLst>
          </p:cNvPr>
          <p:cNvSpPr>
            <a:spLocks xmlns:a="http://schemas.openxmlformats.org/drawingml/2006/main" noGrp="1"/>
          </p:cNvSpPr>
          <p:nvPr/>
        </p:nvSpPr>
        <p:spPr>
          <a:xfrm xmlns:a="http://schemas.openxmlformats.org/drawingml/2006/main">
            <a:off x="3143250" y="6429375"/>
            <a:ext cx="4000500" cy="571500"/>
          </a:xfrm>
          <a:prstGeom xmlns:a="http://schemas.openxmlformats.org/drawingml/2006/main" prst="rightArrow">
            <a:avLst/>
          </a:prstGeom>
          <a:solidFill xmlns:a="http://schemas.openxmlformats.org/drawingml/2006/main">
            <a:srgbClr val="218739"/>
          </a:solidFill>
          <a:ln xmlns:a="http://schemas.openxmlformats.org/drawingml/2006/main" w="0">
            <a:solidFill>
              <a:srgbClr val="218739"/>
            </a:solidFill>
            <a:prstDash val="solid"/>
          </a:ln>
        </p:spPr>
      </p:sp>
      <p:sp>
        <p:nvSpPr>
          <p:cNvPr id="13" name="">
            <a:extLst xmlns:a="http://schemas.openxmlformats.org/drawingml/2006/main">
              <a:ext uri="{FF2B5EF4-FFF2-40B4-BE49-F238E27FC236}">
                <a16:creationId xmlns:a16="http://schemas.microsoft.com/office/drawing/2014/main" id="{09BB0583-CD7F-4592-9591-4DA2BD17E95E}"/>
              </a:ext>
            </a:extLst>
          </p:cNvPr>
          <p:cNvSpPr>
            <a:spLocks xmlns:a="http://schemas.openxmlformats.org/drawingml/2006/main" noGrp="1"/>
          </p:cNvSpPr>
          <p:nvPr/>
        </p:nvSpPr>
        <p:spPr>
          <a:xfrm xmlns:a="http://schemas.openxmlformats.org/drawingml/2006/main">
            <a:off x="7429500" y="3000375"/>
            <a:ext cx="4429125" cy="857250"/>
          </a:xfrm>
          <a:prstGeom xmlns:a="http://schemas.openxmlformats.org/drawingml/2006/main" prst="roundRect">
            <a:avLst>
              <a:gd name="adj" fmla="val 8889"/>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defRPr sz="2325" b="1" i="0">
                <a:solidFill>
                  <a:srgbClr val="FFFFFF"/>
                </a:solidFill>
              </a:defRPr>
            </a:pPr>
            <a:r>
              <a:rPr sz="2325" b="1" i="0">
                <a:solidFill>
                  <a:srgbClr val="FFFFFF"/>
                </a:solidFill>
              </a:rPr>
              <a:t>new sat representation</a:t>
            </a:r>
          </a:p>
        </p:txBody>
      </p:sp>
      <p:sp>
        <p:nvSpPr>
          <p:cNvPr id="14" name="">
            <a:extLst xmlns:a="http://schemas.openxmlformats.org/drawingml/2006/main">
              <a:ext uri="{FF2B5EF4-FFF2-40B4-BE49-F238E27FC236}">
                <a16:creationId xmlns:a16="http://schemas.microsoft.com/office/drawing/2014/main" id="{285B0E66-BD3D-4ED2-BD70-32FFE304A7BE}"/>
              </a:ext>
            </a:extLst>
          </p:cNvPr>
          <p:cNvSpPr>
            <a:spLocks xmlns:a="http://schemas.openxmlformats.org/drawingml/2006/main" noGrp="1"/>
          </p:cNvSpPr>
          <p:nvPr/>
        </p:nvSpPr>
        <p:spPr>
          <a:xfrm xmlns:a="http://schemas.openxmlformats.org/drawingml/2006/main">
            <a:off x="7429500" y="4095750"/>
            <a:ext cx="4429125" cy="1000125"/>
          </a:xfrm>
          <a:prstGeom xmlns:a="http://schemas.openxmlformats.org/drawingml/2006/main" prst="roundRect">
            <a:avLst>
              <a:gd name="adj" fmla="val 761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defRPr sz="2250" b="1" i="0">
                <a:solidFill>
                  <a:srgbClr val="E98A15"/>
                </a:solidFill>
              </a:defRPr>
            </a:pPr>
            <a:r>
              <a:rPr sz="2250" b="1" i="0">
                <a:solidFill>
                  <a:srgbClr val="E98A15"/>
                </a:solidFill>
              </a:rPr>
              <a:t>actor was a cat</a:t>
            </a:r>
          </a:p>
        </p:txBody>
      </p:sp>
      <p:sp>
        <p:nvSpPr>
          <p:cNvPr id="15" name="">
            <a:extLst xmlns:a="http://schemas.openxmlformats.org/drawingml/2006/main">
              <a:ext uri="{FF2B5EF4-FFF2-40B4-BE49-F238E27FC236}">
                <a16:creationId xmlns:a16="http://schemas.microsoft.com/office/drawing/2014/main" id="{27915DC7-87C1-4FE7-92F9-41E211F4AF0E}"/>
              </a:ext>
            </a:extLst>
          </p:cNvPr>
          <p:cNvSpPr>
            <a:spLocks xmlns:a="http://schemas.openxmlformats.org/drawingml/2006/main" noGrp="1"/>
          </p:cNvSpPr>
          <p:nvPr/>
        </p:nvSpPr>
        <p:spPr>
          <a:xfrm xmlns:a="http://schemas.openxmlformats.org/drawingml/2006/main">
            <a:off x="7429500" y="5334000"/>
            <a:ext cx="4429125" cy="1285875"/>
          </a:xfrm>
          <a:prstGeom xmlns:a="http://schemas.openxmlformats.org/drawingml/2006/main" prst="roundRect">
            <a:avLst>
              <a:gd name="adj" fmla="val 5926"/>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218739"/>
                </a:solidFill>
              </a:defRPr>
            </a:pPr>
            <a:r>
              <a:rPr sz="2400" b="1" i="0">
                <a:solidFill>
                  <a:srgbClr val="218739"/>
                </a:solidFill>
              </a:rPr>
              <a:t>this is an action</a:t>
            </a:r>
          </a:p>
        </p:txBody>
      </p:sp>
      <p:sp>
        <p:nvSpPr>
          <p:cNvPr id="16" name="">
            <a:extLst xmlns:a="http://schemas.openxmlformats.org/drawingml/2006/main">
              <a:ext uri="{FF2B5EF4-FFF2-40B4-BE49-F238E27FC236}">
                <a16:creationId xmlns:a16="http://schemas.microsoft.com/office/drawing/2014/main" id="{F23B7CA2-5B36-4F7C-9DB0-24C87683492F}"/>
              </a:ext>
            </a:extLst>
          </p:cNvPr>
          <p:cNvSpPr>
            <a:spLocks xmlns:a="http://schemas.openxmlformats.org/drawingml/2006/main" noGrp="1"/>
          </p:cNvSpPr>
          <p:nvPr/>
        </p:nvSpPr>
        <p:spPr>
          <a:xfrm xmlns:a="http://schemas.openxmlformats.org/drawingml/2006/main">
            <a:off x="4857750" y="37623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i="0">
                <a:solidFill>
                  <a:srgbClr val="0B4AA2"/>
                </a:solidFill>
              </a:defRPr>
            </a:pPr>
            <a:r>
              <a:rPr sz="1875" b="1" i="0">
                <a:solidFill>
                  <a:srgbClr val="0B4AA2"/>
                </a:solidFill>
              </a:rPr>
              <a:t>weighted sum</a:t>
            </a:r>
          </a:p>
        </p:txBody>
      </p:sp>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d6fdb2aa7194a7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28d18f1f3504e0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720772a64d42d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f3caf3ed5f040e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d0f943e264542a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d4a15d09ef947a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96ad847a99428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13deae957a485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dcb6bb593945c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617910f0a554cf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cbb2d927d84496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e58ad07b16f4c5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b117fcc98a3482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83ea961848a4e4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1227a5c368a41c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011e8799bf9401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be78df11c394b4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64678a5a8734d6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25964c83c3549e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aa4e819cf39414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04e5b868997457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eb25988baf444d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e853c340f4416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5f35afe1d9c475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5fec61e780a4dd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9252ca258c6499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9efc482d6824a7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a5426c40dc7441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5482eedbfbc41a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63d9a42afa433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69e879d17b3460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0d5896817ee4c7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d90cdfe8d574da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191eeeb31624a5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d93849707bf474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22592c2088d432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d28939981094aa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aa47eab3f8743f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169f657b510490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bd9581c6674f8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ca6ac32597e44d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4720464f98b45b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db5ca110fad4d2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42cbeefd3046c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c29fa833edc4a6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532b551f3534f6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24fc0545808453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cf08c112b341b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78aceebe28a489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adaf766c02d43a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6c840250504bb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0af32e5bfeb424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2026-07-30T08:23:17.7980000Z</dcterms:created>
  <dcterms:modified xsi:type="dcterms:W3CDTF">2026-07-30T08:23:17.7980000Z</dcterms:modified>
</coreProperties>
</file>