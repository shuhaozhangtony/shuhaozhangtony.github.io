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03a8bb4d1e1468e" Type="http://schemas.openxmlformats.org/package/2006/relationships/metadata/core-properties" Target="docProps/core.xml"/><Relationship Id="R79b7ad3f499548f2" Type="http://schemas.openxmlformats.org/officeDocument/2006/relationships/officeDocument" Target="ppt/presentation.xml"/><Relationship Id="Rb0c693fc9aea4ef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5639ab7ac4d16"/>
  </p:sldMasterIdLst>
  <p:notesMasterIdLst>
    <p:notesMasterId xmlns:r="http://schemas.openxmlformats.org/officeDocument/2006/relationships" r:id="Rbe7497cb08a9495c"/>
  </p:notesMasterIdLst>
  <p:sldIdLst>
    <p:sldId xmlns:r="http://schemas.openxmlformats.org/officeDocument/2006/relationships" id="256" r:id="R56197be905844c68"/>
    <p:sldId xmlns:r="http://schemas.openxmlformats.org/officeDocument/2006/relationships" id="257" r:id="Ra0511863c31241dc"/>
    <p:sldId xmlns:r="http://schemas.openxmlformats.org/officeDocument/2006/relationships" id="258" r:id="R5cf583a6f2c9481b"/>
    <p:sldId xmlns:r="http://schemas.openxmlformats.org/officeDocument/2006/relationships" id="259" r:id="R8cef7f4a924a429d"/>
    <p:sldId xmlns:r="http://schemas.openxmlformats.org/officeDocument/2006/relationships" id="260" r:id="R74045f2283a34004"/>
    <p:sldId xmlns:r="http://schemas.openxmlformats.org/officeDocument/2006/relationships" id="261" r:id="R2f0c5979d9494e44"/>
    <p:sldId xmlns:r="http://schemas.openxmlformats.org/officeDocument/2006/relationships" id="262" r:id="R51200dd2c61547d1"/>
    <p:sldId xmlns:r="http://schemas.openxmlformats.org/officeDocument/2006/relationships" id="263" r:id="R4d8ba2fc02ff455e"/>
    <p:sldId xmlns:r="http://schemas.openxmlformats.org/officeDocument/2006/relationships" id="264" r:id="R5ed71739221c4388"/>
    <p:sldId xmlns:r="http://schemas.openxmlformats.org/officeDocument/2006/relationships" id="265" r:id="Ra7cc41543ecc48e0"/>
    <p:sldId xmlns:r="http://schemas.openxmlformats.org/officeDocument/2006/relationships" id="266" r:id="Rfe04b850333a4f36"/>
    <p:sldId xmlns:r="http://schemas.openxmlformats.org/officeDocument/2006/relationships" id="267" r:id="R3174e783299147da"/>
    <p:sldId xmlns:r="http://schemas.openxmlformats.org/officeDocument/2006/relationships" id="268" r:id="R418bec1b34044d86"/>
    <p:sldId xmlns:r="http://schemas.openxmlformats.org/officeDocument/2006/relationships" id="269" r:id="Rc5a2b03c3df94e5b"/>
    <p:sldId xmlns:r="http://schemas.openxmlformats.org/officeDocument/2006/relationships" id="270" r:id="R77687e6871a943a8"/>
    <p:sldId xmlns:r="http://schemas.openxmlformats.org/officeDocument/2006/relationships" id="271" r:id="R8afc87b7f0c24de0"/>
    <p:sldId xmlns:r="http://schemas.openxmlformats.org/officeDocument/2006/relationships" id="272" r:id="Ree28a457a4804305"/>
    <p:sldId xmlns:r="http://schemas.openxmlformats.org/officeDocument/2006/relationships" id="273" r:id="Rc0666cb421054291"/>
    <p:sldId xmlns:r="http://schemas.openxmlformats.org/officeDocument/2006/relationships" id="274" r:id="R5fdb0bf8376a4b4f"/>
    <p:sldId xmlns:r="http://schemas.openxmlformats.org/officeDocument/2006/relationships" id="275" r:id="Re65a0d55e64f4e86"/>
    <p:sldId xmlns:r="http://schemas.openxmlformats.org/officeDocument/2006/relationships" id="276" r:id="R9b7b3cf009da43be"/>
    <p:sldId xmlns:r="http://schemas.openxmlformats.org/officeDocument/2006/relationships" id="277" r:id="R790cd2a4d7144de4"/>
    <p:sldId xmlns:r="http://schemas.openxmlformats.org/officeDocument/2006/relationships" id="278" r:id="R0e61331dd9854511"/>
    <p:sldId xmlns:r="http://schemas.openxmlformats.org/officeDocument/2006/relationships" id="279" r:id="R3aeaa2d4a0ea4db7"/>
    <p:sldId xmlns:r="http://schemas.openxmlformats.org/officeDocument/2006/relationships" id="280" r:id="Re45b699c9bfd4693"/>
    <p:sldId xmlns:r="http://schemas.openxmlformats.org/officeDocument/2006/relationships" id="281" r:id="Re36136bc46924742"/>
    <p:sldId xmlns:r="http://schemas.openxmlformats.org/officeDocument/2006/relationships" id="282" r:id="Rb69a80e75c8b4d0b"/>
    <p:sldId xmlns:r="http://schemas.openxmlformats.org/officeDocument/2006/relationships" id="283" r:id="R315706e92cdd45b0"/>
    <p:sldId xmlns:r="http://schemas.openxmlformats.org/officeDocument/2006/relationships" id="284" r:id="R6bb3de69554d4e43"/>
    <p:sldId xmlns:r="http://schemas.openxmlformats.org/officeDocument/2006/relationships" id="285" r:id="R66452157053444bf"/>
    <p:sldId xmlns:r="http://schemas.openxmlformats.org/officeDocument/2006/relationships" id="286" r:id="R087f1675a8ef4e8c"/>
    <p:sldId xmlns:r="http://schemas.openxmlformats.org/officeDocument/2006/relationships" id="287" r:id="R38b370c5c7ae4b0b"/>
    <p:sldId xmlns:r="http://schemas.openxmlformats.org/officeDocument/2006/relationships" id="288" r:id="Rcb7b7ecabbca4411"/>
    <p:sldId xmlns:r="http://schemas.openxmlformats.org/officeDocument/2006/relationships" id="289" r:id="Rf45fe957c441466e"/>
    <p:sldId xmlns:r="http://schemas.openxmlformats.org/officeDocument/2006/relationships" id="290" r:id="Rbb0040c86fd24ce6"/>
    <p:sldId xmlns:r="http://schemas.openxmlformats.org/officeDocument/2006/relationships" id="291" r:id="R1553fcb330194331"/>
    <p:sldId xmlns:r="http://schemas.openxmlformats.org/officeDocument/2006/relationships" id="292" r:id="Raaecd4ed1aa84c58"/>
    <p:sldId xmlns:r="http://schemas.openxmlformats.org/officeDocument/2006/relationships" id="293" r:id="R2d701809d7ba4586"/>
    <p:sldId xmlns:r="http://schemas.openxmlformats.org/officeDocument/2006/relationships" id="294" r:id="R69f8a82c3a58496b"/>
    <p:sldId xmlns:r="http://schemas.openxmlformats.org/officeDocument/2006/relationships" id="295" r:id="Raa677218341c4202"/>
    <p:sldId xmlns:r="http://schemas.openxmlformats.org/officeDocument/2006/relationships" id="296" r:id="R3b8f6f0ef4714d86"/>
    <p:sldId xmlns:r="http://schemas.openxmlformats.org/officeDocument/2006/relationships" id="297" r:id="R4bfc207cd9334d81"/>
    <p:sldId xmlns:r="http://schemas.openxmlformats.org/officeDocument/2006/relationships" id="298" r:id="Ra0e9897d2f2b45f7"/>
    <p:sldId xmlns:r="http://schemas.openxmlformats.org/officeDocument/2006/relationships" id="299" r:id="R60ad3b8aa54f4ac1"/>
    <p:sldId xmlns:r="http://schemas.openxmlformats.org/officeDocument/2006/relationships" id="300" r:id="R04fa5ce8cce9472d"/>
    <p:sldId xmlns:r="http://schemas.openxmlformats.org/officeDocument/2006/relationships" id="301" r:id="R6ff6e7272fc94aaa"/>
    <p:sldId xmlns:r="http://schemas.openxmlformats.org/officeDocument/2006/relationships" id="302" r:id="R977d8335c69d4f66"/>
    <p:sldId xmlns:r="http://schemas.openxmlformats.org/officeDocument/2006/relationships" id="303" r:id="R9cd860cd25d549db"/>
    <p:sldId xmlns:r="http://schemas.openxmlformats.org/officeDocument/2006/relationships" id="304" r:id="R1c0af5728f604044"/>
    <p:sldId xmlns:r="http://schemas.openxmlformats.org/officeDocument/2006/relationships" id="305" r:id="Rd8537bfd16e14872"/>
    <p:sldId xmlns:r="http://schemas.openxmlformats.org/officeDocument/2006/relationships" id="306" r:id="R1923e0d5eba84fd8"/>
    <p:sldId xmlns:r="http://schemas.openxmlformats.org/officeDocument/2006/relationships" id="307" r:id="R418ae125b6f64756"/>
    <p:sldId xmlns:r="http://schemas.openxmlformats.org/officeDocument/2006/relationships" id="308" r:id="Rab59e7c912ee4179"/>
    <p:sldId xmlns:r="http://schemas.openxmlformats.org/officeDocument/2006/relationships" id="309" r:id="R2380189341644620"/>
    <p:sldId xmlns:r="http://schemas.openxmlformats.org/officeDocument/2006/relationships" id="310" r:id="Rd09c3ffe94f14ebc"/>
    <p:sldId xmlns:r="http://schemas.openxmlformats.org/officeDocument/2006/relationships" id="311" r:id="R753ee615baa24d26"/>
    <p:sldId xmlns:r="http://schemas.openxmlformats.org/officeDocument/2006/relationships" id="312" r:id="R6a2ade9413454528"/>
    <p:sldId xmlns:r="http://schemas.openxmlformats.org/officeDocument/2006/relationships" id="313" r:id="R53de3f8431ce4700"/>
    <p:sldId xmlns:r="http://schemas.openxmlformats.org/officeDocument/2006/relationships" id="314" r:id="R06893650445b44e2"/>
    <p:sldId xmlns:r="http://schemas.openxmlformats.org/officeDocument/2006/relationships" id="315" r:id="R6c96f3e971624fcc"/>
    <p:sldId xmlns:r="http://schemas.openxmlformats.org/officeDocument/2006/relationships" id="316" r:id="R427e53acc9164674"/>
    <p:sldId xmlns:r="http://schemas.openxmlformats.org/officeDocument/2006/relationships" id="317" r:id="Rf397a534f19f4073"/>
    <p:sldId xmlns:r="http://schemas.openxmlformats.org/officeDocument/2006/relationships" id="318" r:id="R1c5a5eda30954a4e"/>
    <p:sldId xmlns:r="http://schemas.openxmlformats.org/officeDocument/2006/relationships" id="319" r:id="R2479188878b643de"/>
    <p:sldId xmlns:r="http://schemas.openxmlformats.org/officeDocument/2006/relationships" id="320" r:id="R75102ac927664a41"/>
    <p:sldId xmlns:r="http://schemas.openxmlformats.org/officeDocument/2006/relationships" id="321" r:id="Rb92c527a6dd0452c"/>
    <p:sldId xmlns:r="http://schemas.openxmlformats.org/officeDocument/2006/relationships" id="322" r:id="R2b51d9ea52b54202"/>
    <p:sldId xmlns:r="http://schemas.openxmlformats.org/officeDocument/2006/relationships" id="323" r:id="R3d355e0b35f047ca"/>
    <p:sldId xmlns:r="http://schemas.openxmlformats.org/officeDocument/2006/relationships" id="324" r:id="R45259fd1359645f9"/>
    <p:sldId xmlns:r="http://schemas.openxmlformats.org/officeDocument/2006/relationships" id="325" r:id="R7975153532a0403e"/>
    <p:sldId xmlns:r="http://schemas.openxmlformats.org/officeDocument/2006/relationships" id="326" r:id="R619cc7422e944135"/>
    <p:sldId xmlns:r="http://schemas.openxmlformats.org/officeDocument/2006/relationships" id="327" r:id="Rd32da8651a024037"/>
    <p:sldId xmlns:r="http://schemas.openxmlformats.org/officeDocument/2006/relationships" id="328" r:id="R10abaf94c0794e55"/>
    <p:sldId xmlns:r="http://schemas.openxmlformats.org/officeDocument/2006/relationships" id="329" r:id="R8230d7e7f7504fe4"/>
    <p:sldId xmlns:r="http://schemas.openxmlformats.org/officeDocument/2006/relationships" id="330" r:id="R2e88d2fd20014e91"/>
    <p:sldId xmlns:r="http://schemas.openxmlformats.org/officeDocument/2006/relationships" id="331" r:id="Rd1a73086a6d84161"/>
    <p:sldId xmlns:r="http://schemas.openxmlformats.org/officeDocument/2006/relationships" id="332" r:id="R276bd4860907488e"/>
    <p:sldId xmlns:r="http://schemas.openxmlformats.org/officeDocument/2006/relationships" id="333" r:id="R6be9bb91ffee4061"/>
    <p:sldId xmlns:r="http://schemas.openxmlformats.org/officeDocument/2006/relationships" id="334" r:id="R538d5f87eac347cd"/>
    <p:sldId xmlns:r="http://schemas.openxmlformats.org/officeDocument/2006/relationships" id="335" r:id="Rf20b1b6ecc3a4b46"/>
    <p:sldId xmlns:r="http://schemas.openxmlformats.org/officeDocument/2006/relationships" id="336" r:id="R155a680accef4170"/>
    <p:sldId xmlns:r="http://schemas.openxmlformats.org/officeDocument/2006/relationships" id="337" r:id="R8fba2c2b220543d1"/>
    <p:sldId xmlns:r="http://schemas.openxmlformats.org/officeDocument/2006/relationships" id="338" r:id="Rd2432faeab494a39"/>
    <p:sldId xmlns:r="http://schemas.openxmlformats.org/officeDocument/2006/relationships" id="339" r:id="Rdedabc421e3247bc"/>
    <p:sldId xmlns:r="http://schemas.openxmlformats.org/officeDocument/2006/relationships" id="340" r:id="Ra7f57b0268fc4fec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fa5ce8cce9472d" Type="http://schemas.openxmlformats.org/officeDocument/2006/relationships/slide" Target="slides/slide45.xml"/><Relationship Id="R06893650445b44e2" Type="http://schemas.openxmlformats.org/officeDocument/2006/relationships/slide" Target="slides/slide59.xml"/><Relationship Id="R087f1675a8ef4e8c" Type="http://schemas.openxmlformats.org/officeDocument/2006/relationships/slide" Target="slides/slide31.xml"/><Relationship Id="R0e61331dd9854511" Type="http://schemas.openxmlformats.org/officeDocument/2006/relationships/slide" Target="slides/slide23.xml"/><Relationship Id="R10abaf94c0794e55" Type="http://schemas.openxmlformats.org/officeDocument/2006/relationships/slide" Target="slides/slide73.xml"/><Relationship Id="R1553fcb330194331" Type="http://schemas.openxmlformats.org/officeDocument/2006/relationships/slide" Target="slides/slide36.xml"/><Relationship Id="R155a680accef4170" Type="http://schemas.openxmlformats.org/officeDocument/2006/relationships/slide" Target="slides/slide81.xml"/><Relationship Id="R1923e0d5eba84fd8" Type="http://schemas.openxmlformats.org/officeDocument/2006/relationships/slide" Target="slides/slide51.xml"/><Relationship Id="R1c0af5728f604044" Type="http://schemas.openxmlformats.org/officeDocument/2006/relationships/slide" Target="slides/slide49.xml"/><Relationship Id="R1c5a5eda30954a4e" Type="http://schemas.openxmlformats.org/officeDocument/2006/relationships/slide" Target="slides/slide63.xml"/><Relationship Id="R2380189341644620" Type="http://schemas.openxmlformats.org/officeDocument/2006/relationships/slide" Target="slides/slide54.xml"/><Relationship Id="R2479188878b643de" Type="http://schemas.openxmlformats.org/officeDocument/2006/relationships/slide" Target="slides/slide64.xml"/><Relationship Id="R276bd4860907488e" Type="http://schemas.openxmlformats.org/officeDocument/2006/relationships/slide" Target="slides/slide77.xml"/><Relationship Id="R2b51d9ea52b54202" Type="http://schemas.openxmlformats.org/officeDocument/2006/relationships/slide" Target="slides/slide67.xml"/><Relationship Id="R2d701809d7ba4586" Type="http://schemas.openxmlformats.org/officeDocument/2006/relationships/slide" Target="slides/slide38.xml"/><Relationship Id="R2e88d2fd20014e91" Type="http://schemas.openxmlformats.org/officeDocument/2006/relationships/slide" Target="slides/slide75.xml"/><Relationship Id="R2f0c5979d9494e44" Type="http://schemas.openxmlformats.org/officeDocument/2006/relationships/slide" Target="slides/slide6.xml"/><Relationship Id="R315706e92cdd45b0" Type="http://schemas.openxmlformats.org/officeDocument/2006/relationships/slide" Target="slides/slide28.xml"/><Relationship Id="R3174e783299147da" Type="http://schemas.openxmlformats.org/officeDocument/2006/relationships/slide" Target="slides/slide12.xml"/><Relationship Id="R38b370c5c7ae4b0b" Type="http://schemas.openxmlformats.org/officeDocument/2006/relationships/slide" Target="slides/slide32.xml"/><Relationship Id="R3aeaa2d4a0ea4db7" Type="http://schemas.openxmlformats.org/officeDocument/2006/relationships/slide" Target="slides/slide24.xml"/><Relationship Id="R3b8f6f0ef4714d86" Type="http://schemas.openxmlformats.org/officeDocument/2006/relationships/slide" Target="slides/slide41.xml"/><Relationship Id="R3d355e0b35f047ca" Type="http://schemas.openxmlformats.org/officeDocument/2006/relationships/slide" Target="slides/slide68.xml"/><Relationship Id="R4000d61cbf1b4657" Type="http://schemas.openxmlformats.org/officeDocument/2006/relationships/presProps" Target="presProps.xml"/><Relationship Id="R418ae125b6f64756" Type="http://schemas.openxmlformats.org/officeDocument/2006/relationships/slide" Target="slides/slide52.xml"/><Relationship Id="R418bec1b34044d86" Type="http://schemas.openxmlformats.org/officeDocument/2006/relationships/slide" Target="slides/slide13.xml"/><Relationship Id="R427e53acc9164674" Type="http://schemas.openxmlformats.org/officeDocument/2006/relationships/slide" Target="slides/slide61.xml"/><Relationship Id="R439df749cb544a10" Type="http://schemas.openxmlformats.org/officeDocument/2006/relationships/theme" Target="theme/theme1.xml"/><Relationship Id="R451c9565044f4c16" Type="http://schemas.openxmlformats.org/officeDocument/2006/relationships/tableStyles" Target="tableStyles.xml"/><Relationship Id="R45259fd1359645f9" Type="http://schemas.openxmlformats.org/officeDocument/2006/relationships/slide" Target="slides/slide69.xml"/><Relationship Id="R4bfc207cd9334d81" Type="http://schemas.openxmlformats.org/officeDocument/2006/relationships/slide" Target="slides/slide42.xml"/><Relationship Id="R4d8ba2fc02ff455e" Type="http://schemas.openxmlformats.org/officeDocument/2006/relationships/slide" Target="slides/slide8.xml"/><Relationship Id="R51200dd2c61547d1" Type="http://schemas.openxmlformats.org/officeDocument/2006/relationships/slide" Target="slides/slide7.xml"/><Relationship Id="R538d5f87eac347cd" Type="http://schemas.openxmlformats.org/officeDocument/2006/relationships/slide" Target="slides/slide79.xml"/><Relationship Id="R53de3f8431ce4700" Type="http://schemas.openxmlformats.org/officeDocument/2006/relationships/slide" Target="slides/slide58.xml"/><Relationship Id="R56197be905844c68" Type="http://schemas.openxmlformats.org/officeDocument/2006/relationships/slide" Target="slides/slide1.xml"/><Relationship Id="R5cf583a6f2c9481b" Type="http://schemas.openxmlformats.org/officeDocument/2006/relationships/slide" Target="slides/slide3.xml"/><Relationship Id="R5ed71739221c4388" Type="http://schemas.openxmlformats.org/officeDocument/2006/relationships/slide" Target="slides/slide9.xml"/><Relationship Id="R5fdb0bf8376a4b4f" Type="http://schemas.openxmlformats.org/officeDocument/2006/relationships/slide" Target="slides/slide19.xml"/><Relationship Id="R60ad3b8aa54f4ac1" Type="http://schemas.openxmlformats.org/officeDocument/2006/relationships/slide" Target="slides/slide44.xml"/><Relationship Id="R619cc7422e944135" Type="http://schemas.openxmlformats.org/officeDocument/2006/relationships/slide" Target="slides/slide71.xml"/><Relationship Id="R61c5639ab7ac4d16" Type="http://schemas.openxmlformats.org/officeDocument/2006/relationships/slideMaster" Target="slideMasters/slideMaster1.xml"/><Relationship Id="R66452157053444bf" Type="http://schemas.openxmlformats.org/officeDocument/2006/relationships/slide" Target="slides/slide30.xml"/><Relationship Id="R69f8a82c3a58496b" Type="http://schemas.openxmlformats.org/officeDocument/2006/relationships/slide" Target="slides/slide39.xml"/><Relationship Id="R6a2ade9413454528" Type="http://schemas.openxmlformats.org/officeDocument/2006/relationships/slide" Target="slides/slide57.xml"/><Relationship Id="R6bb3de69554d4e43" Type="http://schemas.openxmlformats.org/officeDocument/2006/relationships/slide" Target="slides/slide29.xml"/><Relationship Id="R6be9bb91ffee4061" Type="http://schemas.openxmlformats.org/officeDocument/2006/relationships/slide" Target="slides/slide78.xml"/><Relationship Id="R6c96f3e971624fcc" Type="http://schemas.openxmlformats.org/officeDocument/2006/relationships/slide" Target="slides/slide60.xml"/><Relationship Id="R6ff6e7272fc94aaa" Type="http://schemas.openxmlformats.org/officeDocument/2006/relationships/slide" Target="slides/slide46.xml"/><Relationship Id="R74045f2283a34004" Type="http://schemas.openxmlformats.org/officeDocument/2006/relationships/slide" Target="slides/slide5.xml"/><Relationship Id="R75102ac927664a41" Type="http://schemas.openxmlformats.org/officeDocument/2006/relationships/slide" Target="slides/slide65.xml"/><Relationship Id="R753ee615baa24d26" Type="http://schemas.openxmlformats.org/officeDocument/2006/relationships/slide" Target="slides/slide56.xml"/><Relationship Id="R77687e6871a943a8" Type="http://schemas.openxmlformats.org/officeDocument/2006/relationships/slide" Target="slides/slide15.xml"/><Relationship Id="R790cd2a4d7144de4" Type="http://schemas.openxmlformats.org/officeDocument/2006/relationships/slide" Target="slides/slide22.xml"/><Relationship Id="R7975153532a0403e" Type="http://schemas.openxmlformats.org/officeDocument/2006/relationships/slide" Target="slides/slide70.xml"/><Relationship Id="R8230d7e7f7504fe4" Type="http://schemas.openxmlformats.org/officeDocument/2006/relationships/slide" Target="slides/slide74.xml"/><Relationship Id="R8afc87b7f0c24de0" Type="http://schemas.openxmlformats.org/officeDocument/2006/relationships/slide" Target="slides/slide16.xml"/><Relationship Id="R8cef7f4a924a429d" Type="http://schemas.openxmlformats.org/officeDocument/2006/relationships/slide" Target="slides/slide4.xml"/><Relationship Id="R8fba2c2b220543d1" Type="http://schemas.openxmlformats.org/officeDocument/2006/relationships/slide" Target="slides/slide82.xml"/><Relationship Id="R977d8335c69d4f66" Type="http://schemas.openxmlformats.org/officeDocument/2006/relationships/slide" Target="slides/slide47.xml"/><Relationship Id="R9b7b3cf009da43be" Type="http://schemas.openxmlformats.org/officeDocument/2006/relationships/slide" Target="slides/slide21.xml"/><Relationship Id="R9cd860cd25d549db" Type="http://schemas.openxmlformats.org/officeDocument/2006/relationships/slide" Target="slides/slide48.xml"/><Relationship Id="Ra0511863c31241dc" Type="http://schemas.openxmlformats.org/officeDocument/2006/relationships/slide" Target="slides/slide2.xml"/><Relationship Id="Ra0e9897d2f2b45f7" Type="http://schemas.openxmlformats.org/officeDocument/2006/relationships/slide" Target="slides/slide43.xml"/><Relationship Id="Ra7cc41543ecc48e0" Type="http://schemas.openxmlformats.org/officeDocument/2006/relationships/slide" Target="slides/slide10.xml"/><Relationship Id="Ra7f57b0268fc4fec" Type="http://schemas.openxmlformats.org/officeDocument/2006/relationships/slide" Target="slides/slide85.xml"/><Relationship Id="Raa677218341c4202" Type="http://schemas.openxmlformats.org/officeDocument/2006/relationships/slide" Target="slides/slide40.xml"/><Relationship Id="Raaecd4ed1aa84c58" Type="http://schemas.openxmlformats.org/officeDocument/2006/relationships/slide" Target="slides/slide37.xml"/><Relationship Id="Rab59e7c912ee4179" Type="http://schemas.openxmlformats.org/officeDocument/2006/relationships/slide" Target="slides/slide53.xml"/><Relationship Id="Rb69a80e75c8b4d0b" Type="http://schemas.openxmlformats.org/officeDocument/2006/relationships/slide" Target="slides/slide27.xml"/><Relationship Id="Rb92c527a6dd0452c" Type="http://schemas.openxmlformats.org/officeDocument/2006/relationships/slide" Target="slides/slide66.xml"/><Relationship Id="Rbb0040c86fd24ce6" Type="http://schemas.openxmlformats.org/officeDocument/2006/relationships/slide" Target="slides/slide35.xml"/><Relationship Id="Rbe7497cb08a9495c" Type="http://schemas.openxmlformats.org/officeDocument/2006/relationships/notesMaster" Target="notesMasters/notesMaster1.xml"/><Relationship Id="Rc0666cb421054291" Type="http://schemas.openxmlformats.org/officeDocument/2006/relationships/slide" Target="slides/slide18.xml"/><Relationship Id="Rc5a2b03c3df94e5b" Type="http://schemas.openxmlformats.org/officeDocument/2006/relationships/slide" Target="slides/slide14.xml"/><Relationship Id="Rcb7b7ecabbca4411" Type="http://schemas.openxmlformats.org/officeDocument/2006/relationships/slide" Target="slides/slide33.xml"/><Relationship Id="Rd09c3ffe94f14ebc" Type="http://schemas.openxmlformats.org/officeDocument/2006/relationships/slide" Target="slides/slide55.xml"/><Relationship Id="Rd1a73086a6d84161" Type="http://schemas.openxmlformats.org/officeDocument/2006/relationships/slide" Target="slides/slide76.xml"/><Relationship Id="Rd2432faeab494a39" Type="http://schemas.openxmlformats.org/officeDocument/2006/relationships/slide" Target="slides/slide83.xml"/><Relationship Id="Rd32da8651a024037" Type="http://schemas.openxmlformats.org/officeDocument/2006/relationships/slide" Target="slides/slide72.xml"/><Relationship Id="Rd8537bfd16e14872" Type="http://schemas.openxmlformats.org/officeDocument/2006/relationships/slide" Target="slides/slide50.xml"/><Relationship Id="Rdedabc421e3247bc" Type="http://schemas.openxmlformats.org/officeDocument/2006/relationships/slide" Target="slides/slide84.xml"/><Relationship Id="Re36136bc46924742" Type="http://schemas.openxmlformats.org/officeDocument/2006/relationships/slide" Target="slides/slide26.xml"/><Relationship Id="Re45b699c9bfd4693" Type="http://schemas.openxmlformats.org/officeDocument/2006/relationships/slide" Target="slides/slide25.xml"/><Relationship Id="Re65a0d55e64f4e86" Type="http://schemas.openxmlformats.org/officeDocument/2006/relationships/slide" Target="slides/slide20.xml"/><Relationship Id="Ree28a457a4804305" Type="http://schemas.openxmlformats.org/officeDocument/2006/relationships/slide" Target="slides/slide17.xml"/><Relationship Id="Rf20b1b6ecc3a4b46" Type="http://schemas.openxmlformats.org/officeDocument/2006/relationships/slide" Target="slides/slide80.xml"/><Relationship Id="Rf397a534f19f4073" Type="http://schemas.openxmlformats.org/officeDocument/2006/relationships/slide" Target="slides/slide62.xml"/><Relationship Id="Rf45fe957c441466e" Type="http://schemas.openxmlformats.org/officeDocument/2006/relationships/slide" Target="slides/slide34.xml"/><Relationship Id="Rfe04b850333a4f3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5be2ae1181fb4df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8ae911d0b274c57" Type="http://schemas.openxmlformats.org/officeDocument/2006/relationships/slide" Target="../slides/slide1.xml"/><Relationship Id="R731086b22aa54d9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015f42a928540a0" Type="http://schemas.openxmlformats.org/officeDocument/2006/relationships/notesMaster" Target="../notesMasters/notesMaster1.xml"/><Relationship Id="R9ab19d3ddc7f483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f21be47a92345c8" Type="http://schemas.openxmlformats.org/officeDocument/2006/relationships/slide" Target="../slides/slide3.xml"/><Relationship Id="Rd16a6966edc5448d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58f51d7a9da848de" Type="http://schemas.openxmlformats.org/officeDocument/2006/relationships/slide" Target="../slides/slide4.xml"/><Relationship Id="R9f2d0ade300a4026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8aaefad8fa5455f" Type="http://schemas.openxmlformats.org/officeDocument/2006/relationships/slide" Target="../slides/slide5.xml"/><Relationship Id="R6e9e57d555fb4823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fb38412a5c048f7" Type="http://schemas.openxmlformats.org/officeDocument/2006/relationships/slide" Target="../slides/slide6.xml"/><Relationship Id="R71dbf1a7ce7248c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8418f5a15be42d3" Type="http://schemas.openxmlformats.org/officeDocument/2006/relationships/notesMaster" Target="../notesMasters/notesMaster1.xml"/><Relationship Id="Rda271a7906f84d2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ac0b798eb4448e1" Type="http://schemas.openxmlformats.org/officeDocument/2006/relationships/notesMaster" Target="../notesMasters/notesMaster1.xml"/><Relationship Id="Rd0de3258f90d4a1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7220020b37b42d1" Type="http://schemas.openxmlformats.org/officeDocument/2006/relationships/slide" Target="../slides/slide9.xml"/><Relationship Id="Rbe11e15dbabf48b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e18334f0970042ec" Type="http://schemas.openxmlformats.org/officeDocument/2006/relationships/notesMaster" Target="../notesMasters/notesMaster1.xml"/><Relationship Id="Re653afe32b6d4ce5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2afcf6897444767" Type="http://schemas.openxmlformats.org/officeDocument/2006/relationships/notesMaster" Target="../notesMasters/notesMaster1.xml"/><Relationship Id="R5d7a4490a7b048da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7f0d769511746a5" Type="http://schemas.openxmlformats.org/officeDocument/2006/relationships/notesMaster" Target="../notesMasters/notesMaster1.xml"/><Relationship Id="Rebdda72dd5ef495b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3006d7fbe2f41f8" Type="http://schemas.openxmlformats.org/officeDocument/2006/relationships/notesMaster" Target="../notesMasters/notesMaster1.xml"/><Relationship Id="R59598519aff74b9b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eb3259886a24d52" Type="http://schemas.openxmlformats.org/officeDocument/2006/relationships/slide" Target="../slides/slide14.xml"/><Relationship Id="Rb0f89ab2c7b24cef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2c563b8407984d80" Type="http://schemas.openxmlformats.org/officeDocument/2006/relationships/slide" Target="../slides/slide15.xml"/><Relationship Id="R8cf784d85ddb4cd6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5da1d2359534f0e" Type="http://schemas.openxmlformats.org/officeDocument/2006/relationships/slide" Target="../slides/slide16.xml"/><Relationship Id="Ra147bb31408949f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33ce8c9334f42fe" Type="http://schemas.openxmlformats.org/officeDocument/2006/relationships/slide" Target="../slides/slide17.xml"/><Relationship Id="Rf0e7ec78d29d4e4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9bb46bb78414bd2" Type="http://schemas.openxmlformats.org/officeDocument/2006/relationships/slide" Target="../slides/slide18.xml"/><Relationship Id="Rf0d8aa3cd9ed41fb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ec1aac9ada5b40a3" Type="http://schemas.openxmlformats.org/officeDocument/2006/relationships/slide" Target="../slides/slide19.xml"/><Relationship Id="Rf1fa1439a5024566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867dc29eed04026" Type="http://schemas.openxmlformats.org/officeDocument/2006/relationships/notesMaster" Target="../notesMasters/notesMaster1.xml"/><Relationship Id="R8f30c419791a4f96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7f938feff8e14d09" Type="http://schemas.openxmlformats.org/officeDocument/2006/relationships/notesMaster" Target="../notesMasters/notesMaster1.xml"/><Relationship Id="Rb5e41b1322a3459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3fa9fae690174d1e" Type="http://schemas.openxmlformats.org/officeDocument/2006/relationships/notesMaster" Target="../notesMasters/notesMaster1.xml"/><Relationship Id="Re7d76d0a43594970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50a911b2f89546bf" Type="http://schemas.openxmlformats.org/officeDocument/2006/relationships/slide" Target="../slides/slide23.xml"/><Relationship Id="Re5a5ac7d302a4cb0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1637345c1f4b4bd5" Type="http://schemas.openxmlformats.org/officeDocument/2006/relationships/notesMaster" Target="../notesMasters/notesMaster1.xml"/><Relationship Id="Ra51f87a1dee543e5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8fe4da4455634504" Type="http://schemas.openxmlformats.org/officeDocument/2006/relationships/notesMaster" Target="../notesMasters/notesMaster1.xml"/><Relationship Id="Rf5abe763c25d4f66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1e2f6815feee4f5f" Type="http://schemas.openxmlformats.org/officeDocument/2006/relationships/slide" Target="../slides/slide26.xml"/><Relationship Id="R4d28232553af4996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d2954458ff1749f4" Type="http://schemas.openxmlformats.org/officeDocument/2006/relationships/slide" Target="../slides/slide27.xml"/><Relationship Id="Rec05ef437e1e4e63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65effbd7571940e5" Type="http://schemas.openxmlformats.org/officeDocument/2006/relationships/notesMaster" Target="../notesMasters/notesMaster1.xml"/><Relationship Id="Ra76f56554ff54f61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1d10093528104002" Type="http://schemas.openxmlformats.org/officeDocument/2006/relationships/slide" Target="../slides/slide29.xml"/><Relationship Id="Rdc646e6e88c34e36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830ce10e83254bbb" Type="http://schemas.openxmlformats.org/officeDocument/2006/relationships/slide" Target="../slides/slide30.xml"/><Relationship Id="Rcdeffa0204684fd4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3e5dc28ee88a4f7d" Type="http://schemas.openxmlformats.org/officeDocument/2006/relationships/notesMaster" Target="../notesMasters/notesMaster1.xml"/><Relationship Id="Ra6e2a9346d3a41c8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53973a5cfead4def" Type="http://schemas.openxmlformats.org/officeDocument/2006/relationships/slide" Target="../slides/slide32.xml"/><Relationship Id="Rbf91da7ea0cb42e9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76db456a5cae4461" Type="http://schemas.openxmlformats.org/officeDocument/2006/relationships/slide" Target="../slides/slide33.xml"/><Relationship Id="R81c1230b84b548a4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59a048d3865247ca" Type="http://schemas.openxmlformats.org/officeDocument/2006/relationships/notesMaster" Target="../notesMasters/notesMaster1.xml"/><Relationship Id="Rb493083fca7e470e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32977f6b85994484" Type="http://schemas.openxmlformats.org/officeDocument/2006/relationships/slide" Target="../slides/slide35.xml"/><Relationship Id="R443f416de74c49a9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7c3cde4711c44a76" Type="http://schemas.openxmlformats.org/officeDocument/2006/relationships/notesMaster" Target="../notesMasters/notesMaster1.xml"/><Relationship Id="Rbebfd5a7fba44657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29da179b2b1d48b6" Type="http://schemas.openxmlformats.org/officeDocument/2006/relationships/notesMaster" Target="../notesMasters/notesMaster1.xml"/><Relationship Id="R2a34564a67ad49aa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eac6741486b04757" Type="http://schemas.openxmlformats.org/officeDocument/2006/relationships/notesMaster" Target="../notesMasters/notesMaster1.xml"/><Relationship Id="Rfe3117666ba84f46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2a8af27d01d1435e" Type="http://schemas.openxmlformats.org/officeDocument/2006/relationships/notesMaster" Target="../notesMasters/notesMaster1.xml"/><Relationship Id="Rce1fe148d9d4445a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e5e9fedc9bde41bf" Type="http://schemas.openxmlformats.org/officeDocument/2006/relationships/slide" Target="../slides/slide40.xml"/><Relationship Id="Re6d2a3c65e0045f7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1512fb9aae5e4178" Type="http://schemas.openxmlformats.org/officeDocument/2006/relationships/notesMaster" Target="../notesMasters/notesMaster1.xml"/><Relationship Id="R6f8207c7246b4b90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477d90115bcb43c9" Type="http://schemas.openxmlformats.org/officeDocument/2006/relationships/slide" Target="../slides/slide42.xml"/><Relationship Id="Ree677128e2db42b9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669e9031e1af404a" Type="http://schemas.openxmlformats.org/officeDocument/2006/relationships/slide" Target="../slides/slide43.xml"/><Relationship Id="R7afd3dd9c0c94b0b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86c7e2c139fe431d" Type="http://schemas.openxmlformats.org/officeDocument/2006/relationships/slide" Target="../slides/slide44.xml"/><Relationship Id="Ra95fd470e23e423c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4b22c05710dc458c" Type="http://schemas.openxmlformats.org/officeDocument/2006/relationships/slide" Target="../slides/slide45.xml"/><Relationship Id="R5086fc0c4fa24188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20f65816561d4c17" Type="http://schemas.openxmlformats.org/officeDocument/2006/relationships/notesMaster" Target="../notesMasters/notesMaster1.xml"/><Relationship Id="R2fccffb4be234e03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8e494df7a9164177" Type="http://schemas.openxmlformats.org/officeDocument/2006/relationships/slide" Target="../slides/slide47.xml"/><Relationship Id="Re060a6aadddd434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2b52b70dda7a4287" Type="http://schemas.openxmlformats.org/officeDocument/2006/relationships/slide" Target="../slides/slide48.xml"/><Relationship Id="R4798f56db95f436a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196fe48fddb644e8" Type="http://schemas.openxmlformats.org/officeDocument/2006/relationships/notesMaster" Target="../notesMasters/notesMaster1.xml"/><Relationship Id="Reb59818bd57f4be6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93974c0e37614e40" Type="http://schemas.openxmlformats.org/officeDocument/2006/relationships/slide" Target="../slides/slide50.xml"/><Relationship Id="Rcd5e4000e49d4ed3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18682a5a753440c8" Type="http://schemas.openxmlformats.org/officeDocument/2006/relationships/slide" Target="../slides/slide51.xml"/><Relationship Id="R8d4921f1b0894e7a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b036dc8757e540ee" Type="http://schemas.openxmlformats.org/officeDocument/2006/relationships/notesMaster" Target="../notesMasters/notesMaster1.xml"/><Relationship Id="Rc674041a507a49b6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907d57680128490c" Type="http://schemas.openxmlformats.org/officeDocument/2006/relationships/notesMaster" Target="../notesMasters/notesMaster1.xml"/><Relationship Id="Rd31de52456dd4459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12a24b0658214661" Type="http://schemas.openxmlformats.org/officeDocument/2006/relationships/slide" Target="../slides/slide54.xml"/><Relationship Id="R3fe413dbe98941a0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74f6fcffd14548ef" Type="http://schemas.openxmlformats.org/officeDocument/2006/relationships/slide" Target="../slides/slide55.xml"/><Relationship Id="Rc83917b7b5434d69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5cfe02ef5bb447d8" Type="http://schemas.openxmlformats.org/officeDocument/2006/relationships/slide" Target="../slides/slide56.xml"/><Relationship Id="Rc070f85ec10f4513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0d8bf78b19514ffc" Type="http://schemas.openxmlformats.org/officeDocument/2006/relationships/notesMaster" Target="../notesMasters/notesMaster1.xml"/><Relationship Id="R805c03c53b86425d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08b897aef73e4a06" Type="http://schemas.openxmlformats.org/officeDocument/2006/relationships/notesMaster" Target="../notesMasters/notesMaster1.xml"/><Relationship Id="R277558ebcbc54477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30772679774444a0" Type="http://schemas.openxmlformats.org/officeDocument/2006/relationships/notesMaster" Target="../notesMasters/notesMaster1.xml"/><Relationship Id="R68619e659c14427a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111bd87ba15d4725" Type="http://schemas.openxmlformats.org/officeDocument/2006/relationships/notesMaster" Target="../notesMasters/notesMaster1.xml"/><Relationship Id="R8f7507e4506f4c7b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1762695a19db4ef7" Type="http://schemas.openxmlformats.org/officeDocument/2006/relationships/notesMaster" Target="../notesMasters/notesMaster1.xml"/><Relationship Id="R62dc159487544a4c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5d49b46de908445c" Type="http://schemas.openxmlformats.org/officeDocument/2006/relationships/notesMaster" Target="../notesMasters/notesMaster1.xml"/><Relationship Id="R6cd586a28d504de7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597e1c57565c4488" Type="http://schemas.openxmlformats.org/officeDocument/2006/relationships/slide" Target="../slides/slide63.xml"/><Relationship Id="R7d67ad6575594e84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50b0e2ddaeab4b66" Type="http://schemas.openxmlformats.org/officeDocument/2006/relationships/slide" Target="../slides/slide64.xml"/><Relationship Id="R6b45b409babd453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27c7f024dbbf498d" Type="http://schemas.openxmlformats.org/officeDocument/2006/relationships/slide" Target="../slides/slide65.xml"/><Relationship Id="R85e51f6117f04c53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5a5a4ff2d61a4d0d" Type="http://schemas.openxmlformats.org/officeDocument/2006/relationships/slide" Target="../slides/slide66.xml"/><Relationship Id="R7b0fbeeaad4c4bbf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859ca8c307f94547" Type="http://schemas.openxmlformats.org/officeDocument/2006/relationships/slide" Target="../slides/slide67.xml"/><Relationship Id="R94af90eae138457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383b93007964475d" Type="http://schemas.openxmlformats.org/officeDocument/2006/relationships/notesMaster" Target="../notesMasters/notesMaster1.xml"/><Relationship Id="Rb6030a3a9d8249b3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09d1ff8e193c4ee4" Type="http://schemas.openxmlformats.org/officeDocument/2006/relationships/slide" Target="../slides/slide69.xml"/><Relationship Id="R2bea930130fd48cd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3d524d00dd874e27" Type="http://schemas.openxmlformats.org/officeDocument/2006/relationships/notesMaster" Target="../notesMasters/notesMaster1.xml"/><Relationship Id="Rcd1c1a0fe29b438a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7f5a85486c414dfc" Type="http://schemas.openxmlformats.org/officeDocument/2006/relationships/notesMaster" Target="../notesMasters/notesMaster1.xml"/><Relationship Id="Rf3813761c02649ea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10d10e17691c4597" Type="http://schemas.openxmlformats.org/officeDocument/2006/relationships/notesMaster" Target="../notesMasters/notesMaster1.xml"/><Relationship Id="R233750d9dc524574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9edc4fa89221477d" Type="http://schemas.openxmlformats.org/officeDocument/2006/relationships/slide" Target="../slides/slide73.xml"/><Relationship Id="Rf9c84fbe85ff43e6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17ff64aef3c34cf0" Type="http://schemas.openxmlformats.org/officeDocument/2006/relationships/notesMaster" Target="../notesMasters/notesMaster1.xml"/><Relationship Id="R1ff3c78194c4425f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ae17225a12114d88" Type="http://schemas.openxmlformats.org/officeDocument/2006/relationships/notesMaster" Target="../notesMasters/notesMaster1.xml"/><Relationship Id="Rdde19f172f1744ab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43ba31027c354d41" Type="http://schemas.openxmlformats.org/officeDocument/2006/relationships/notesMaster" Target="../notesMasters/notesMaster1.xml"/><Relationship Id="R861d5c937d8d4ad9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02f75d8b8e8f4949" Type="http://schemas.openxmlformats.org/officeDocument/2006/relationships/slide" Target="../slides/slide77.xml"/><Relationship Id="R0bf9c372657645a9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b8709f321aac4050" Type="http://schemas.openxmlformats.org/officeDocument/2006/relationships/notesMaster" Target="../notesMasters/notesMaster1.xml"/><Relationship Id="Rf5d39a2017a64c2a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165b9fa6f092405e" Type="http://schemas.openxmlformats.org/officeDocument/2006/relationships/slide" Target="../slides/slide79.xml"/><Relationship Id="R8aa439df64c5477d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64a207bb8c44418b" Type="http://schemas.openxmlformats.org/officeDocument/2006/relationships/slide" Target="../slides/slide80.xml"/><Relationship Id="Rcbf4f0010a7e422b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209e7ff6abbd4802" Type="http://schemas.openxmlformats.org/officeDocument/2006/relationships/notesMaster" Target="../notesMasters/notesMaster1.xml"/><Relationship Id="R6d53fd309e7145d4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08e404d6666b4ac4" Type="http://schemas.openxmlformats.org/officeDocument/2006/relationships/slide" Target="../slides/slide82.xml"/><Relationship Id="R15db2bbb26784471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3b944e2cda0a42f2" Type="http://schemas.openxmlformats.org/officeDocument/2006/relationships/notesMaster" Target="../notesMasters/notesMaster1.xml"/><Relationship Id="Re79111dbd70b4bae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e31d7a59fb794219" Type="http://schemas.openxmlformats.org/officeDocument/2006/relationships/notesMaster" Target="../notesMasters/notesMaster1.xml"/><Relationship Id="Rfc379822b7c646ad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46890f8fdb0441aa" Type="http://schemas.openxmlformats.org/officeDocument/2006/relationships/notesMaster" Target="../notesMasters/notesMaster1.xml"/><Relationship Id="R6ae421c93f6f477e" Type="http://schemas.openxmlformats.org/officeDocument/2006/relationships/slide" Target="../slides/slide8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half: model to request. Keep the cumulative first-half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Ten-minute break. Resume with scheduling and KV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Second half: engine to evidence. Keep the cumulative second-half teaching time within 70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required teaching content is visible on the slide. Use the worked steps and answer keys as written; personal examples are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Self-authored Beamer source: llm_inference_systems.tex</a:t>
            </a:r>
          </a:p>
          <a:p xmlns:a="http://schemas.openxmlformats.org/drawingml/2006/main">
            <a:r>
              <a:t>- Vaswani et al., "Attention Is All You Need," NeurIPS 2017.</a:t>
            </a:r>
          </a:p>
          <a:p xmlns:a="http://schemas.openxmlformats.org/drawingml/2006/main">
            <a:r>
              <a:t>- Yu et al., "Orca: A Distributed Serving System for Transformer-Based Generative Models," OSDI 2022.</a:t>
            </a:r>
          </a:p>
          <a:p xmlns:a="http://schemas.openxmlformats.org/drawingml/2006/main">
            <a:r>
              <a:t>- Kwon et al., "Efficient Memory Management for Large Language Model Serving with PagedAttention," SOSP 2023.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43924b41f444b4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d5ebfa09d5f4fa3" Type="http://schemas.openxmlformats.org/officeDocument/2006/relationships/theme" Target="theme/theme2.xml"/><Relationship Id="Rd0bc02fc93994aa9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bc02fc93994a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85db65889184552" Type="http://schemas.openxmlformats.org/officeDocument/2006/relationships/image" Target="../media/image.png"/><Relationship Id="R32cf83c4c6ca4589" Type="http://schemas.openxmlformats.org/officeDocument/2006/relationships/notesSlide" Target="../notesSlides/notesSlide1.xml"/><Relationship Id="Rc5870729bad9499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98409306f424e7f" Type="http://schemas.openxmlformats.org/officeDocument/2006/relationships/image" Target="../media/image2.png"/><Relationship Id="Rc9615af87bb54477" Type="http://schemas.openxmlformats.org/officeDocument/2006/relationships/notesSlide" Target="../notesSlides/notesSlide2.xml"/><Relationship Id="Rf089333dd63b40f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40312207f2c482b" Type="http://schemas.openxmlformats.org/officeDocument/2006/relationships/notesSlide" Target="../notesSlides/notesSlide3.xml"/><Relationship Id="R40ea018d6b304863" Type="http://schemas.openxmlformats.org/officeDocument/2006/relationships/slideLayout" Target="../slideLayouts/slideLayout1.xml"/><Relationship Id="Rfbd9e1b891604d9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1bf4e5a984a1439d" Type="http://schemas.openxmlformats.org/officeDocument/2006/relationships/image" Target="../media/image4.png"/><Relationship Id="R8112d8ac513b4e24" Type="http://schemas.openxmlformats.org/officeDocument/2006/relationships/slideLayout" Target="../slideLayouts/slideLayout1.xml"/><Relationship Id="Raef655068c894b4d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ea24661c22b4e74" Type="http://schemas.openxmlformats.org/officeDocument/2006/relationships/slideLayout" Target="../slideLayouts/slideLayout1.xml"/><Relationship Id="R3f0d6890c8c64520" Type="http://schemas.openxmlformats.org/officeDocument/2006/relationships/notesSlide" Target="../notesSlides/notesSlide5.xml"/><Relationship Id="Rfbc82ed262264070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20382fe2cb6940af" Type="http://schemas.openxmlformats.org/officeDocument/2006/relationships/slideLayout" Target="../slideLayouts/slideLayout1.xml"/><Relationship Id="R7a6ad927397e4252" Type="http://schemas.openxmlformats.org/officeDocument/2006/relationships/notesSlide" Target="../notesSlides/notesSlide6.xml"/><Relationship Id="Reb57ab96300d455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71fe5e80436b48ff" Type="http://schemas.openxmlformats.org/officeDocument/2006/relationships/image" Target="../media/image7.png"/><Relationship Id="Ra1ed5072bee948ac" Type="http://schemas.openxmlformats.org/officeDocument/2006/relationships/notesSlide" Target="../notesSlides/notesSlide7.xml"/><Relationship Id="Rb644acbc76ee4ef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e9eb31ffba9411b" Type="http://schemas.openxmlformats.org/officeDocument/2006/relationships/notesSlide" Target="../notesSlides/notesSlide8.xml"/><Relationship Id="R5419f6f084b441b6" Type="http://schemas.openxmlformats.org/officeDocument/2006/relationships/image" Target="../media/image8.png"/><Relationship Id="Rb00b8e88b386429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761ebd50b4b445f9" Type="http://schemas.openxmlformats.org/officeDocument/2006/relationships/image" Target="../media/image9.png"/><Relationship Id="Rb35592398de14794" Type="http://schemas.openxmlformats.org/officeDocument/2006/relationships/notesSlide" Target="../notesSlides/notesSlide9.xml"/><Relationship Id="Rb3ca04fb88e9408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39b2d892ec54538" Type="http://schemas.openxmlformats.org/officeDocument/2006/relationships/notesSlide" Target="../notesSlides/notesSlide10.xml"/><Relationship Id="Re6017b39acf543c8" Type="http://schemas.openxmlformats.org/officeDocument/2006/relationships/slideLayout" Target="../slideLayouts/slideLayout1.xml"/><Relationship Id="Red07726ce418484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ec682a392eb3433e" Type="http://schemas.openxmlformats.org/officeDocument/2006/relationships/notesSlide" Target="../notesSlides/notesSlide11.xml"/><Relationship Id="Rf0247fc61b504ed1" Type="http://schemas.openxmlformats.org/officeDocument/2006/relationships/slideLayout" Target="../slideLayouts/slideLayout1.xml"/><Relationship Id="Rf90462f9ed6345a0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8e76b2116ca54fd4" Type="http://schemas.openxmlformats.org/officeDocument/2006/relationships/notesSlide" Target="../notesSlides/notesSlide12.xml"/><Relationship Id="Rf2a7a3064e154b31" Type="http://schemas.openxmlformats.org/officeDocument/2006/relationships/image" Target="../media/image12.png"/><Relationship Id="Rfef2fe9a81814a4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96af03922a0c4c3f" Type="http://schemas.openxmlformats.org/officeDocument/2006/relationships/slideLayout" Target="../slideLayouts/slideLayout1.xml"/><Relationship Id="Raac044f7a59e45e1" Type="http://schemas.openxmlformats.org/officeDocument/2006/relationships/image" Target="../media/image13.png"/><Relationship Id="Re3c0d805da6b44ca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2ab4b46a03044453" Type="http://schemas.openxmlformats.org/officeDocument/2006/relationships/image" Target="../media/image14.png"/><Relationship Id="R378eeeb9d6c443a4" Type="http://schemas.openxmlformats.org/officeDocument/2006/relationships/notesSlide" Target="../notesSlides/notesSlide14.xml"/><Relationship Id="Ra4aa36e7a1c741a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46caa71a5ad4c4e" Type="http://schemas.openxmlformats.org/officeDocument/2006/relationships/notesSlide" Target="../notesSlides/notesSlide15.xml"/><Relationship Id="Rf2c76fc48a0341c0" Type="http://schemas.openxmlformats.org/officeDocument/2006/relationships/slideLayout" Target="../slideLayouts/slideLayout1.xml"/><Relationship Id="Rf67a53def042408f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1048434f63b744eb" Type="http://schemas.openxmlformats.org/officeDocument/2006/relationships/slideLayout" Target="../slideLayouts/slideLayout1.xml"/><Relationship Id="R894a55770ff545bf" Type="http://schemas.openxmlformats.org/officeDocument/2006/relationships/image" Target="../media/image16.png"/><Relationship Id="Rf9bb189f60c64e2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8564cf25dcc40f1" Type="http://schemas.openxmlformats.org/officeDocument/2006/relationships/image" Target="../media/image17.png"/><Relationship Id="R46c9cf9d5f5f4d93" Type="http://schemas.openxmlformats.org/officeDocument/2006/relationships/slideLayout" Target="../slideLayouts/slideLayout1.xml"/><Relationship Id="R5bd17dfafbea477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9acd85de37234c6f" Type="http://schemas.openxmlformats.org/officeDocument/2006/relationships/image" Target="../media/image18.png"/><Relationship Id="Rdafa0f510fa04412" Type="http://schemas.openxmlformats.org/officeDocument/2006/relationships/notesSlide" Target="../notesSlides/notesSlide18.xml"/><Relationship Id="Rec1ff8bef0eb4de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f5d153d0d5e4474" Type="http://schemas.openxmlformats.org/officeDocument/2006/relationships/slideLayout" Target="../slideLayouts/slideLayout1.xml"/><Relationship Id="R4bc1824ed87840cc" Type="http://schemas.openxmlformats.org/officeDocument/2006/relationships/image" Target="../media/image19.png"/><Relationship Id="R547d047bbe594a6f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68398a511534128" Type="http://schemas.openxmlformats.org/officeDocument/2006/relationships/notesSlide" Target="../notesSlides/notesSlide20.xml"/><Relationship Id="R949f2d9764b2489b" Type="http://schemas.openxmlformats.org/officeDocument/2006/relationships/image" Target="../media/image20.png"/><Relationship Id="Ra893be2278584504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aadf266a1158468e" Type="http://schemas.openxmlformats.org/officeDocument/2006/relationships/slideLayout" Target="../slideLayouts/slideLayout1.xml"/><Relationship Id="Rd1f1600afdf948f6" Type="http://schemas.openxmlformats.org/officeDocument/2006/relationships/image" Target="../media/image21.png"/><Relationship Id="Rf8f54be1d7be46eb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4432e9d0820441c0" Type="http://schemas.openxmlformats.org/officeDocument/2006/relationships/slideLayout" Target="../slideLayouts/slideLayout1.xml"/><Relationship Id="R92b390452be14ff0" Type="http://schemas.openxmlformats.org/officeDocument/2006/relationships/image" Target="../media/image22.png"/><Relationship Id="Ra6fb155d42684930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10e808a975aa4786" Type="http://schemas.openxmlformats.org/officeDocument/2006/relationships/image" Target="../media/image23.png"/><Relationship Id="Rb7b54a7edda74b2e" Type="http://schemas.openxmlformats.org/officeDocument/2006/relationships/notesSlide" Target="../notesSlides/notesSlide23.xml"/><Relationship Id="Rddc3814fd40945d3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08e05e6e71754c02" Type="http://schemas.openxmlformats.org/officeDocument/2006/relationships/notesSlide" Target="../notesSlides/notesSlide24.xml"/><Relationship Id="R0f58d2f5467644a5" Type="http://schemas.openxmlformats.org/officeDocument/2006/relationships/slideLayout" Target="../slideLayouts/slideLayout1.xml"/><Relationship Id="Rb099799750d94871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3939fa4877a54e07" Type="http://schemas.openxmlformats.org/officeDocument/2006/relationships/image" Target="../media/image25.png"/><Relationship Id="Rb277b7c8add3460b" Type="http://schemas.openxmlformats.org/officeDocument/2006/relationships/slideLayout" Target="../slideLayouts/slideLayout1.xml"/><Relationship Id="Rc4a3b13561bf4c1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af201fe779c94a2b" Type="http://schemas.openxmlformats.org/officeDocument/2006/relationships/image" Target="../media/image26.png"/><Relationship Id="Rb37e011afcf54a78" Type="http://schemas.openxmlformats.org/officeDocument/2006/relationships/slideLayout" Target="../slideLayouts/slideLayout1.xml"/><Relationship Id="Re4ca0b8f6ce0466f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25e61d04ce504f7e" Type="http://schemas.openxmlformats.org/officeDocument/2006/relationships/image" Target="../media/image27.png"/><Relationship Id="R99ffed09659c4556" Type="http://schemas.openxmlformats.org/officeDocument/2006/relationships/slideLayout" Target="../slideLayouts/slideLayout1.xml"/><Relationship Id="Rd4e1b88cb17043b9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8cbd2403b0e04a99" Type="http://schemas.openxmlformats.org/officeDocument/2006/relationships/notesSlide" Target="../notesSlides/notesSlide28.xml"/><Relationship Id="Ra60b7eb2627b4253" Type="http://schemas.openxmlformats.org/officeDocument/2006/relationships/image" Target="../media/image28.png"/><Relationship Id="Rffca2d55bab14386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013e4c890f9a470c" Type="http://schemas.openxmlformats.org/officeDocument/2006/relationships/slideLayout" Target="../slideLayouts/slideLayout1.xml"/><Relationship Id="R74b1707a92564207" Type="http://schemas.openxmlformats.org/officeDocument/2006/relationships/notesSlide" Target="../notesSlides/notesSlide29.xml"/><Relationship Id="Rb7864981daa14395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11f0c47db0574937" Type="http://schemas.openxmlformats.org/officeDocument/2006/relationships/slideLayout" Target="../slideLayouts/slideLayout1.xml"/><Relationship Id="R2772ee18dc85410c" Type="http://schemas.openxmlformats.org/officeDocument/2006/relationships/notesSlide" Target="../notesSlides/notesSlide30.xml"/><Relationship Id="Rc0f2140453814fee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92de00d9b50b4021" Type="http://schemas.openxmlformats.org/officeDocument/2006/relationships/slideLayout" Target="../slideLayouts/slideLayout1.xml"/><Relationship Id="Rdd27dd1e434b4f6c" Type="http://schemas.openxmlformats.org/officeDocument/2006/relationships/image" Target="../media/image31.png"/><Relationship Id="Rfd69645e166b4edd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508bb2bc2e6c4db6" Type="http://schemas.openxmlformats.org/officeDocument/2006/relationships/image" Target="../media/image32.png"/><Relationship Id="R7b96faf765bb40e8" Type="http://schemas.openxmlformats.org/officeDocument/2006/relationships/slideLayout" Target="../slideLayouts/slideLayout1.xml"/><Relationship Id="Rd0fa1f76a6354a10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367a46c94dfa4627" Type="http://schemas.openxmlformats.org/officeDocument/2006/relationships/image" Target="../media/image33.png"/><Relationship Id="R3e7954e9927749b2" Type="http://schemas.openxmlformats.org/officeDocument/2006/relationships/slideLayout" Target="../slideLayouts/slideLayout1.xml"/><Relationship Id="Rf40dc3477ea748bf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245b501698ff42c7" Type="http://schemas.openxmlformats.org/officeDocument/2006/relationships/slideLayout" Target="../slideLayouts/slideLayout1.xml"/><Relationship Id="Ra0de6065fe0d4438" Type="http://schemas.openxmlformats.org/officeDocument/2006/relationships/notesSlide" Target="../notesSlides/notesSlide34.xml"/><Relationship Id="Ra57543088a004691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67230d2c29184778" Type="http://schemas.openxmlformats.org/officeDocument/2006/relationships/notesSlide" Target="../notesSlides/notesSlide35.xml"/><Relationship Id="Rac82fd5156144f12" Type="http://schemas.openxmlformats.org/officeDocument/2006/relationships/slideLayout" Target="../slideLayouts/slideLayout1.xml"/><Relationship Id="Re8aeb581a6124db7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34d7fa6c412147b2" Type="http://schemas.openxmlformats.org/officeDocument/2006/relationships/notesSlide" Target="../notesSlides/notesSlide36.xml"/><Relationship Id="R55ca962d3d0a40d1" Type="http://schemas.openxmlformats.org/officeDocument/2006/relationships/slideLayout" Target="../slideLayouts/slideLayout1.xml"/><Relationship Id="R982b69667c914c1d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1c50c105efa447f1" Type="http://schemas.openxmlformats.org/officeDocument/2006/relationships/image" Target="../media/image37.png"/><Relationship Id="R2310c89ec575438f" Type="http://schemas.openxmlformats.org/officeDocument/2006/relationships/notesSlide" Target="../notesSlides/notesSlide37.xml"/><Relationship Id="R7c7a9b894e7d42ba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027f17a181de4424" Type="http://schemas.openxmlformats.org/officeDocument/2006/relationships/notesSlide" Target="../notesSlides/notesSlide38.xml"/><Relationship Id="R4b0dd240aa654902" Type="http://schemas.openxmlformats.org/officeDocument/2006/relationships/image" Target="../media/image38.png"/><Relationship Id="R7e92ea9d8f764fc3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3a641b0f155b41f5" Type="http://schemas.openxmlformats.org/officeDocument/2006/relationships/image" Target="../media/image39.png"/><Relationship Id="R5f6c585e7b0c4fab" Type="http://schemas.openxmlformats.org/officeDocument/2006/relationships/notesSlide" Target="../notesSlides/notesSlide39.xml"/><Relationship Id="Rfe3da258fb5f44b3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21164a969da646ef" Type="http://schemas.openxmlformats.org/officeDocument/2006/relationships/slideLayout" Target="../slideLayouts/slideLayout1.xml"/><Relationship Id="R35b28a9e143d49cb" Type="http://schemas.openxmlformats.org/officeDocument/2006/relationships/notesSlide" Target="../notesSlides/notesSlide40.xml"/><Relationship Id="Rbcd8389dab8d429d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446ea45211e04c26" Type="http://schemas.openxmlformats.org/officeDocument/2006/relationships/image" Target="../media/image41.png"/><Relationship Id="R527837f364404bfa" Type="http://schemas.openxmlformats.org/officeDocument/2006/relationships/slideLayout" Target="../slideLayouts/slideLayout1.xml"/><Relationship Id="Rb9edf53ce6c74ab7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1700f388e2e54356" Type="http://schemas.openxmlformats.org/officeDocument/2006/relationships/notesSlide" Target="../notesSlides/notesSlide42.xml"/><Relationship Id="R5208427ba03f4457" Type="http://schemas.openxmlformats.org/officeDocument/2006/relationships/image" Target="../media/image42.png"/><Relationship Id="R89f1ac104b414776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22616686ea784723" Type="http://schemas.openxmlformats.org/officeDocument/2006/relationships/notesSlide" Target="../notesSlides/notesSlide43.xml"/><Relationship Id="R4438d74c41cc42de" Type="http://schemas.openxmlformats.org/officeDocument/2006/relationships/image" Target="../media/image43.png"/><Relationship Id="R7115c394da544b47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15c86ee954cd4d91" Type="http://schemas.openxmlformats.org/officeDocument/2006/relationships/image" Target="../media/image44.png"/><Relationship Id="R3a115dde864e461e" Type="http://schemas.openxmlformats.org/officeDocument/2006/relationships/notesSlide" Target="../notesSlides/notesSlide44.xml"/><Relationship Id="R9861992965644da2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19add5727fbb49dd" Type="http://schemas.openxmlformats.org/officeDocument/2006/relationships/slideLayout" Target="../slideLayouts/slideLayout1.xml"/><Relationship Id="Rde7be837666441d3" Type="http://schemas.openxmlformats.org/officeDocument/2006/relationships/notesSlide" Target="../notesSlides/notesSlide45.xml"/><Relationship Id="Rded9c8f55a934d4e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2c7a231a92114cf1" Type="http://schemas.openxmlformats.org/officeDocument/2006/relationships/notesSlide" Target="../notesSlides/notesSlide46.xml"/><Relationship Id="R72e30792f1eb46ca" Type="http://schemas.openxmlformats.org/officeDocument/2006/relationships/slideLayout" Target="../slideLayouts/slideLayout1.xml"/><Relationship Id="R8a9c03de24794a58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4a383e1ebba34f5b" Type="http://schemas.openxmlformats.org/officeDocument/2006/relationships/notesSlide" Target="../notesSlides/notesSlide47.xml"/><Relationship Id="R69ab0f7adaf74238" Type="http://schemas.openxmlformats.org/officeDocument/2006/relationships/slideLayout" Target="../slideLayouts/slideLayout1.xml"/><Relationship Id="Rfecc62e5683247dd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2bea38b5eeea4021" Type="http://schemas.openxmlformats.org/officeDocument/2006/relationships/notesSlide" Target="../notesSlides/notesSlide48.xml"/><Relationship Id="R6b25b9c0eba24f86" Type="http://schemas.openxmlformats.org/officeDocument/2006/relationships/slideLayout" Target="../slideLayouts/slideLayout1.xml"/><Relationship Id="Rc902e039bb934c2d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2e093a089f424bd6" Type="http://schemas.openxmlformats.org/officeDocument/2006/relationships/image" Target="../media/image49.png"/><Relationship Id="R5c5abe482f394cca" Type="http://schemas.openxmlformats.org/officeDocument/2006/relationships/notesSlide" Target="../notesSlides/notesSlide49.xml"/><Relationship Id="R7519fbd33933421e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28196f57620b4ed6" Type="http://schemas.openxmlformats.org/officeDocument/2006/relationships/image" Target="../media/image50.png"/><Relationship Id="R2ad3d8f58da240f9" Type="http://schemas.openxmlformats.org/officeDocument/2006/relationships/notesSlide" Target="../notesSlides/notesSlide50.xml"/><Relationship Id="R67425b625e514937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64d2b469c2264a28" Type="http://schemas.openxmlformats.org/officeDocument/2006/relationships/notesSlide" Target="../notesSlides/notesSlide51.xml"/><Relationship Id="R80bf3e8e23a2476e" Type="http://schemas.openxmlformats.org/officeDocument/2006/relationships/slideLayout" Target="../slideLayouts/slideLayout1.xml"/><Relationship Id="Rba7336e7b5694563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40cb79542c464d2d" Type="http://schemas.openxmlformats.org/officeDocument/2006/relationships/notesSlide" Target="../notesSlides/notesSlide52.xml"/><Relationship Id="Ra9aed6eb1fd4439c" Type="http://schemas.openxmlformats.org/officeDocument/2006/relationships/slideLayout" Target="../slideLayouts/slideLayout1.xml"/><Relationship Id="Re193794ab7494edd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4bf57461c0224f90" Type="http://schemas.openxmlformats.org/officeDocument/2006/relationships/slideLayout" Target="../slideLayouts/slideLayout1.xml"/><Relationship Id="R670cbd01ad724b08" Type="http://schemas.openxmlformats.org/officeDocument/2006/relationships/notesSlide" Target="../notesSlides/notesSlide53.xml"/><Relationship Id="Rf74a8dde6bb94b44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27b5dd95583b4547" Type="http://schemas.openxmlformats.org/officeDocument/2006/relationships/image" Target="../media/image54.png"/><Relationship Id="R9081c6f95d024805" Type="http://schemas.openxmlformats.org/officeDocument/2006/relationships/slideLayout" Target="../slideLayouts/slideLayout1.xml"/><Relationship Id="Rf2b0e9dfdacd4c0e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80523521518041e8" Type="http://schemas.openxmlformats.org/officeDocument/2006/relationships/notesSlide" Target="../notesSlides/notesSlide55.xml"/><Relationship Id="Rc737c56720b349e9" Type="http://schemas.openxmlformats.org/officeDocument/2006/relationships/slideLayout" Target="../slideLayouts/slideLayout1.xml"/><Relationship Id="Rcd55b62bc5f641f9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474ed95c45f34452" Type="http://schemas.openxmlformats.org/officeDocument/2006/relationships/image" Target="../media/image56.png"/><Relationship Id="R54b35d1a92ed462f" Type="http://schemas.openxmlformats.org/officeDocument/2006/relationships/slideLayout" Target="../slideLayouts/slideLayout1.xml"/><Relationship Id="Rfcfc43c560964b3b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a142fe191e654ebe" Type="http://schemas.openxmlformats.org/officeDocument/2006/relationships/slideLayout" Target="../slideLayouts/slideLayout1.xml"/><Relationship Id="Ra20bc4e82de84d13" Type="http://schemas.openxmlformats.org/officeDocument/2006/relationships/image" Target="../media/image57.png"/><Relationship Id="Refea690ee4b3462f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3bdb91264f8a4a8d" Type="http://schemas.openxmlformats.org/officeDocument/2006/relationships/image" Target="../media/image58.png"/><Relationship Id="R6bfb02c50755427b" Type="http://schemas.openxmlformats.org/officeDocument/2006/relationships/notesSlide" Target="../notesSlides/notesSlide58.xml"/><Relationship Id="Rd8e57d11e71241c5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29e86455d6ae4ef3" Type="http://schemas.openxmlformats.org/officeDocument/2006/relationships/notesSlide" Target="../notesSlides/notesSlide59.xml"/><Relationship Id="Ra3e6b1198f8a47d6" Type="http://schemas.openxmlformats.org/officeDocument/2006/relationships/image" Target="../media/image59.png"/><Relationship Id="Rd2a883d3d8f44a1f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20d7173d78f44b02" Type="http://schemas.openxmlformats.org/officeDocument/2006/relationships/notesSlide" Target="../notesSlides/notesSlide60.xml"/><Relationship Id="R663ac2d64091453b" Type="http://schemas.openxmlformats.org/officeDocument/2006/relationships/image" Target="../media/image60.png"/><Relationship Id="Rf6ff6678d5fb4655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2493772c41ec4160" Type="http://schemas.openxmlformats.org/officeDocument/2006/relationships/slideLayout" Target="../slideLayouts/slideLayout1.xml"/><Relationship Id="R330329db07384ec8" Type="http://schemas.openxmlformats.org/officeDocument/2006/relationships/image" Target="../media/image61.png"/><Relationship Id="R4438a03ad3594cd8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1b63bd965a644220" Type="http://schemas.openxmlformats.org/officeDocument/2006/relationships/slideLayout" Target="../slideLayouts/slideLayout1.xml"/><Relationship Id="R26537526469d449c" Type="http://schemas.openxmlformats.org/officeDocument/2006/relationships/image" Target="../media/image62.png"/><Relationship Id="Race5bcb600ab478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718ef3aa77ce487d" Type="http://schemas.openxmlformats.org/officeDocument/2006/relationships/notesSlide" Target="../notesSlides/notesSlide63.xml"/><Relationship Id="Ra488632909474a09" Type="http://schemas.openxmlformats.org/officeDocument/2006/relationships/image" Target="../media/image63.png"/><Relationship Id="Rd8def42f90c1484d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01c83adcb78041b5" Type="http://schemas.openxmlformats.org/officeDocument/2006/relationships/notesSlide" Target="../notesSlides/notesSlide64.xml"/><Relationship Id="R3a3a3d740e8f48cd" Type="http://schemas.openxmlformats.org/officeDocument/2006/relationships/slideLayout" Target="../slideLayouts/slideLayout1.xml"/><Relationship Id="R4dbf3e34b0be444d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732172a5ef3946e6" Type="http://schemas.openxmlformats.org/officeDocument/2006/relationships/slideLayout" Target="../slideLayouts/slideLayout1.xml"/><Relationship Id="Rafd5b5abc90f4a51" Type="http://schemas.openxmlformats.org/officeDocument/2006/relationships/notesSlide" Target="../notesSlides/notesSlide65.xml"/><Relationship Id="Rd1c8dce8b6954bbe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60fe127619b144c0" Type="http://schemas.openxmlformats.org/officeDocument/2006/relationships/notesSlide" Target="../notesSlides/notesSlide66.xml"/><Relationship Id="R79d71d855c2e425c" Type="http://schemas.openxmlformats.org/officeDocument/2006/relationships/slideLayout" Target="../slideLayouts/slideLayout1.xml"/><Relationship Id="Rc0e6ebf491b64f39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64c3f936d14e49a3" Type="http://schemas.openxmlformats.org/officeDocument/2006/relationships/notesSlide" Target="../notesSlides/notesSlide67.xml"/><Relationship Id="R81f938c5fd04483d" Type="http://schemas.openxmlformats.org/officeDocument/2006/relationships/image" Target="../media/image67.png"/><Relationship Id="Rc835f792490c4f6c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08e377981c7f493f" Type="http://schemas.openxmlformats.org/officeDocument/2006/relationships/slideLayout" Target="../slideLayouts/slideLayout1.xml"/><Relationship Id="R1ee52986a2cc4157" Type="http://schemas.openxmlformats.org/officeDocument/2006/relationships/image" Target="../media/image68.png"/><Relationship Id="Rca8c4dd829c64eee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66b81e62b6284da4" Type="http://schemas.openxmlformats.org/officeDocument/2006/relationships/image" Target="../media/image69.png"/><Relationship Id="Rcc19799431464fe3" Type="http://schemas.openxmlformats.org/officeDocument/2006/relationships/notesSlide" Target="../notesSlides/notesSlide69.xml"/><Relationship Id="Rd7da36ad57cc42bc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760dc212d57c4edf" Type="http://schemas.openxmlformats.org/officeDocument/2006/relationships/image" Target="../media/image70.png"/><Relationship Id="Rabf6d7791b5c4f90" Type="http://schemas.openxmlformats.org/officeDocument/2006/relationships/slideLayout" Target="../slideLayouts/slideLayout1.xml"/><Relationship Id="Rd1b5960bbb254aee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36848a4ff4cb49be" Type="http://schemas.openxmlformats.org/officeDocument/2006/relationships/slideLayout" Target="../slideLayouts/slideLayout1.xml"/><Relationship Id="Rc532d73c093f45c0" Type="http://schemas.openxmlformats.org/officeDocument/2006/relationships/image" Target="../media/image71.png"/><Relationship Id="Rcaa71c70881444d8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0e804c9254344012" Type="http://schemas.openxmlformats.org/officeDocument/2006/relationships/slideLayout" Target="../slideLayouts/slideLayout1.xml"/><Relationship Id="R19db4902e6514fe4" Type="http://schemas.openxmlformats.org/officeDocument/2006/relationships/notesSlide" Target="../notesSlides/notesSlide72.xml"/><Relationship Id="R24ff53a45af94576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026ca5bcfc5d4c6a" Type="http://schemas.openxmlformats.org/officeDocument/2006/relationships/notesSlide" Target="../notesSlides/notesSlide73.xml"/><Relationship Id="R0972271566844b71" Type="http://schemas.openxmlformats.org/officeDocument/2006/relationships/slideLayout" Target="../slideLayouts/slideLayout1.xml"/><Relationship Id="R11ed873592174b0d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26220f5e1c4b4933" Type="http://schemas.openxmlformats.org/officeDocument/2006/relationships/image" Target="../media/image74.png"/><Relationship Id="R824f0f5a9ce24ad6" Type="http://schemas.openxmlformats.org/officeDocument/2006/relationships/slideLayout" Target="../slideLayouts/slideLayout1.xml"/><Relationship Id="Rf65d017a7b254581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49315b800fe04c34" Type="http://schemas.openxmlformats.org/officeDocument/2006/relationships/image" Target="../media/image75.png"/><Relationship Id="R58695ad7da91449e" Type="http://schemas.openxmlformats.org/officeDocument/2006/relationships/notesSlide" Target="../notesSlides/notesSlide75.xml"/><Relationship Id="Rc612098211dc4537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0f6f08e669e241f1" Type="http://schemas.openxmlformats.org/officeDocument/2006/relationships/image" Target="../media/image76.png"/><Relationship Id="R753a84df0fbb4686" Type="http://schemas.openxmlformats.org/officeDocument/2006/relationships/slideLayout" Target="../slideLayouts/slideLayout1.xml"/><Relationship Id="Rbd5e009c39cb421c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27acc947bf8349dd" Type="http://schemas.openxmlformats.org/officeDocument/2006/relationships/notesSlide" Target="../notesSlides/notesSlide77.xml"/><Relationship Id="R3aa86ec70e654719" Type="http://schemas.openxmlformats.org/officeDocument/2006/relationships/slideLayout" Target="../slideLayouts/slideLayout1.xml"/><Relationship Id="R98884ccb58a94bd7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242242360cd34b48" Type="http://schemas.openxmlformats.org/officeDocument/2006/relationships/image" Target="../media/image78.png"/><Relationship Id="R89b2fcb6d9a5435f" Type="http://schemas.openxmlformats.org/officeDocument/2006/relationships/notesSlide" Target="../notesSlides/notesSlide78.xml"/><Relationship Id="Rfbb0a99fe4704d19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25e9b3eb2c5f424a" Type="http://schemas.openxmlformats.org/officeDocument/2006/relationships/notesSlide" Target="../notesSlides/notesSlide79.xml"/><Relationship Id="R4707ef04aada4274" Type="http://schemas.openxmlformats.org/officeDocument/2006/relationships/slideLayout" Target="../slideLayouts/slideLayout1.xml"/><Relationship Id="R629b500720b04e1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12846c3935114e51" Type="http://schemas.openxmlformats.org/officeDocument/2006/relationships/slideLayout" Target="../slideLayouts/slideLayout1.xml"/><Relationship Id="R64972cb1d23d4831" Type="http://schemas.openxmlformats.org/officeDocument/2006/relationships/notesSlide" Target="../notesSlides/notesSlide80.xml"/><Relationship Id="R704456e8d31e42f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68b8d4dc89c34d20" Type="http://schemas.openxmlformats.org/officeDocument/2006/relationships/image" Target="../media/image81.png"/><Relationship Id="R7d5d8459601d4edc" Type="http://schemas.openxmlformats.org/officeDocument/2006/relationships/slideLayout" Target="../slideLayouts/slideLayout1.xml"/><Relationship Id="R8834cf6f777048ee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56e18345f12f4597" Type="http://schemas.openxmlformats.org/officeDocument/2006/relationships/image" Target="../media/image82.png"/><Relationship Id="Rd6a06cfa902e4c5a" Type="http://schemas.openxmlformats.org/officeDocument/2006/relationships/notesSlide" Target="../notesSlides/notesSlide82.xml"/><Relationship Id="Rf2e9ab9afed24d4c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2afc3f4630a64eac" Type="http://schemas.openxmlformats.org/officeDocument/2006/relationships/image" Target="../media/image83.png"/><Relationship Id="R7c287cb5fd2c4aa0" Type="http://schemas.openxmlformats.org/officeDocument/2006/relationships/notesSlide" Target="../notesSlides/notesSlide83.xml"/><Relationship Id="Rfd90dda77d3c437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1c72f2267d2e4d5d" Type="http://schemas.openxmlformats.org/officeDocument/2006/relationships/slideLayout" Target="../slideLayouts/slideLayout1.xml"/><Relationship Id="R85765b48cca948ec" Type="http://schemas.openxmlformats.org/officeDocument/2006/relationships/notesSlide" Target="../notesSlides/notesSlide84.xml"/><Relationship Id="R9d2503af916840bc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1864fc8bb89e40c4" Type="http://schemas.openxmlformats.org/officeDocument/2006/relationships/notesSlide" Target="../notesSlides/notesSlide85.xml"/><Relationship Id="Rdd4bd017a0284dd2" Type="http://schemas.openxmlformats.org/officeDocument/2006/relationships/slideLayout" Target="../slideLayouts/slideLayout1.xml"/><Relationship Id="Rfbd2ada1316e4fe4" Type="http://schemas.openxmlformats.org/officeDocument/2006/relationships/image" Target="../media/image85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db6588918455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93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409306f424e7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75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9e1b891604d9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98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4e5a984a1439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82ed26226407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7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7ab96300d455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30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e5e80436b48f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41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9f6f084b441b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7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ebd50b4b445f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4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7726ce418484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56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462f9ed6345a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59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7a3064e154b3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36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044f7a59e45e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8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4b46a0304445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72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a53def042408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9810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a55770ff545b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84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64cf25dcc40f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537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d85de37234c6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63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1824ed87840c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839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f2d9764b2489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5834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1600afdf948f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355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390452be14ff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1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808a975aa478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100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9799750d9487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559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9fa4877a54e0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6405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01fe779c94a2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0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61d04ce504f7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646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b7eb2627b425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760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64981daa1439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668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2140453814fe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012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7dd1e434b4f6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957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bb2bc2e6c4db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291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a46c94dfa462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471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543088a00469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856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eb581a6124db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4190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b69667c914c1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11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0c105efa447f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21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dd240aa65490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218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41b0f155b41f5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288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8389dab8d429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4067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ea45211e04c2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151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8427ba03f445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0265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8d74c41cc42d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3118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86ee954cd4d9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0141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9c8f55a934d4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0822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c03de24794a5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12853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c62e5683247d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604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2e039bb934c2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2166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93a089f424bd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370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96f57620b4ed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0514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336e7b569456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5202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3794ab7494ed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9936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a8dde6bb94b4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52128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5dd95583b454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015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5b62bc5f641f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234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ed95c45f3445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1196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bc4e82de84d1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6241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91264f8a4a8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87575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6b1198f8a47d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48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ac2d64091453b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6967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329db07384ec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5703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37526469d449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037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8632909474a0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8435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f3e34b0be444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27228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8dce8b6954bbe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0862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6ebf491b64f39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1758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938c5fd04483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8365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52986a2cc415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51358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81e62b6284da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2731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dc212d57c4edf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6743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2d73c093f45c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4712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f53a45af94576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1781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d873592174b0d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0125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20f5e1c4b4933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9328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15b800fe04c3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46114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f08e669e241f1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3002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84ccb58a94bd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56823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242360cd34b48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3453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b500720b04e1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9401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456e8d31e42f2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9296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8d4dc89c34d20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89488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18345f12f4597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0098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c3f4630a64ea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6316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503af916840bc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3902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" name="Rectangle 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ectangle 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2ada1316e4fe4"/>
          <a:srcRect xmlns:a="http://schemas.openxmlformats.org/drawingml/2006/main" l="0" t="55" r="0" b="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42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2026-07-30T03:44:57.2010000Z</dcterms:created>
  <dcterms:modified xsi:type="dcterms:W3CDTF">2026-07-30T03:44:57.2010000Z</dcterms:modified>
</coreProperties>
</file>