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6d77780c7a94d3c" Type="http://schemas.openxmlformats.org/officeDocument/2006/relationships/extended-properties" Target="docProps/app.xml"/><Relationship Id="Rd17f54252bb74144" Type="http://schemas.openxmlformats.org/officeDocument/2006/relationships/officeDocument" Target="ppt/presentation.xml"/><Relationship Id="Rda5c21ed071946c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bd71e8c0543c3"/>
  </p:sldMasterIdLst>
  <p:notesMasterIdLst>
    <p:notesMasterId xmlns:r="http://schemas.openxmlformats.org/officeDocument/2006/relationships" r:id="Ra96911d9b0734af3"/>
  </p:notesMasterIdLst>
  <p:sldIdLst>
    <p:sldId xmlns:r="http://schemas.openxmlformats.org/officeDocument/2006/relationships" id="256" r:id="R767b221389cf42fc"/>
    <p:sldId xmlns:r="http://schemas.openxmlformats.org/officeDocument/2006/relationships" id="257" r:id="R5c84dfc0431d40c3"/>
    <p:sldId xmlns:r="http://schemas.openxmlformats.org/officeDocument/2006/relationships" id="258" r:id="R71467887451e451e"/>
    <p:sldId xmlns:r="http://schemas.openxmlformats.org/officeDocument/2006/relationships" id="259" r:id="Ra07a049b680d406d"/>
    <p:sldId xmlns:r="http://schemas.openxmlformats.org/officeDocument/2006/relationships" id="260" r:id="R342ae211da34469a"/>
    <p:sldId xmlns:r="http://schemas.openxmlformats.org/officeDocument/2006/relationships" id="261" r:id="Rc9be326bf296466c"/>
    <p:sldId xmlns:r="http://schemas.openxmlformats.org/officeDocument/2006/relationships" id="262" r:id="R07c08b4d428144ab"/>
    <p:sldId xmlns:r="http://schemas.openxmlformats.org/officeDocument/2006/relationships" id="263" r:id="Rb0b87274c9fc43ed"/>
    <p:sldId xmlns:r="http://schemas.openxmlformats.org/officeDocument/2006/relationships" id="264" r:id="R1d97efa86f084953"/>
    <p:sldId xmlns:r="http://schemas.openxmlformats.org/officeDocument/2006/relationships" id="265" r:id="Rfaf63c89933a40d2"/>
    <p:sldId xmlns:r="http://schemas.openxmlformats.org/officeDocument/2006/relationships" id="266" r:id="R48e44fdb81d34b63"/>
    <p:sldId xmlns:r="http://schemas.openxmlformats.org/officeDocument/2006/relationships" id="267" r:id="R55f6b37e39eb4103"/>
    <p:sldId xmlns:r="http://schemas.openxmlformats.org/officeDocument/2006/relationships" id="268" r:id="Re301952c7ef54cfd"/>
    <p:sldId xmlns:r="http://schemas.openxmlformats.org/officeDocument/2006/relationships" id="269" r:id="Rbfcb82b1128d4d69"/>
    <p:sldId xmlns:r="http://schemas.openxmlformats.org/officeDocument/2006/relationships" id="270" r:id="Rd88e296d075c4283"/>
    <p:sldId xmlns:r="http://schemas.openxmlformats.org/officeDocument/2006/relationships" id="271" r:id="Ra23bee02049948ad"/>
    <p:sldId xmlns:r="http://schemas.openxmlformats.org/officeDocument/2006/relationships" id="272" r:id="Raf76878ab73a4204"/>
    <p:sldId xmlns:r="http://schemas.openxmlformats.org/officeDocument/2006/relationships" id="273" r:id="R70faf0a0cfae4068"/>
    <p:sldId xmlns:r="http://schemas.openxmlformats.org/officeDocument/2006/relationships" id="274" r:id="R110060cd1bb74f24"/>
    <p:sldId xmlns:r="http://schemas.openxmlformats.org/officeDocument/2006/relationships" id="275" r:id="Rcedb63079d6a4a2f"/>
    <p:sldId xmlns:r="http://schemas.openxmlformats.org/officeDocument/2006/relationships" id="276" r:id="Rbc1c3c4c7e494815"/>
    <p:sldId xmlns:r="http://schemas.openxmlformats.org/officeDocument/2006/relationships" id="277" r:id="Rf2ad14cb6e1b4346"/>
    <p:sldId xmlns:r="http://schemas.openxmlformats.org/officeDocument/2006/relationships" id="278" r:id="R9839da2cd2024641"/>
    <p:sldId xmlns:r="http://schemas.openxmlformats.org/officeDocument/2006/relationships" id="279" r:id="R9712cda92f814398"/>
    <p:sldId xmlns:r="http://schemas.openxmlformats.org/officeDocument/2006/relationships" id="280" r:id="Rbae17903b50147a4"/>
    <p:sldId xmlns:r="http://schemas.openxmlformats.org/officeDocument/2006/relationships" id="281" r:id="Rd2b86e9272ca4dcd"/>
    <p:sldId xmlns:r="http://schemas.openxmlformats.org/officeDocument/2006/relationships" id="282" r:id="Rbb14ad08440747f6"/>
    <p:sldId xmlns:r="http://schemas.openxmlformats.org/officeDocument/2006/relationships" id="283" r:id="Rbe3596e56312403b"/>
    <p:sldId xmlns:r="http://schemas.openxmlformats.org/officeDocument/2006/relationships" id="284" r:id="R1b9f688c6113406e"/>
    <p:sldId xmlns:r="http://schemas.openxmlformats.org/officeDocument/2006/relationships" id="285" r:id="R3b01abbe147b440a"/>
    <p:sldId xmlns:r="http://schemas.openxmlformats.org/officeDocument/2006/relationships" id="286" r:id="Re417fa3482db437b"/>
    <p:sldId xmlns:r="http://schemas.openxmlformats.org/officeDocument/2006/relationships" id="287" r:id="Rd5df95ff70bb40fc"/>
    <p:sldId xmlns:r="http://schemas.openxmlformats.org/officeDocument/2006/relationships" id="288" r:id="R0d16cf67ebd5484b"/>
    <p:sldId xmlns:r="http://schemas.openxmlformats.org/officeDocument/2006/relationships" id="289" r:id="R105146d7ba414962"/>
    <p:sldId xmlns:r="http://schemas.openxmlformats.org/officeDocument/2006/relationships" id="290" r:id="R1aae9993bead4d38"/>
    <p:sldId xmlns:r="http://schemas.openxmlformats.org/officeDocument/2006/relationships" id="291" r:id="R8c230fca75a84e3d"/>
    <p:sldId xmlns:r="http://schemas.openxmlformats.org/officeDocument/2006/relationships" id="292" r:id="R342b23ce236a4935"/>
    <p:sldId xmlns:r="http://schemas.openxmlformats.org/officeDocument/2006/relationships" id="293" r:id="R84c4b7ab1ded4533"/>
    <p:sldId xmlns:r="http://schemas.openxmlformats.org/officeDocument/2006/relationships" id="294" r:id="R8e30c4fb19e04861"/>
    <p:sldId xmlns:r="http://schemas.openxmlformats.org/officeDocument/2006/relationships" id="295" r:id="R7ad542538e244003"/>
    <p:sldId xmlns:r="http://schemas.openxmlformats.org/officeDocument/2006/relationships" id="296" r:id="R331e8a618bdd4af0"/>
    <p:sldId xmlns:r="http://schemas.openxmlformats.org/officeDocument/2006/relationships" id="297" r:id="R429021281f3c4cc5"/>
    <p:sldId xmlns:r="http://schemas.openxmlformats.org/officeDocument/2006/relationships" id="298" r:id="Rf450c7277f6f411f"/>
    <p:sldId xmlns:r="http://schemas.openxmlformats.org/officeDocument/2006/relationships" id="299" r:id="R584fb806c9fe4495"/>
    <p:sldId xmlns:r="http://schemas.openxmlformats.org/officeDocument/2006/relationships" id="300" r:id="Rccd074ce82744d2f"/>
    <p:sldId xmlns:r="http://schemas.openxmlformats.org/officeDocument/2006/relationships" id="301" r:id="R6c923af4606b4e35"/>
    <p:sldId xmlns:r="http://schemas.openxmlformats.org/officeDocument/2006/relationships" id="302" r:id="R857fd122d994435b"/>
    <p:sldId xmlns:r="http://schemas.openxmlformats.org/officeDocument/2006/relationships" id="303" r:id="R6175ef3f9824457c"/>
    <p:sldId xmlns:r="http://schemas.openxmlformats.org/officeDocument/2006/relationships" id="304" r:id="Rf6d8285d9f254871"/>
    <p:sldId xmlns:r="http://schemas.openxmlformats.org/officeDocument/2006/relationships" id="305" r:id="R996da5ac67374ae1"/>
    <p:sldId xmlns:r="http://schemas.openxmlformats.org/officeDocument/2006/relationships" id="306" r:id="Rceaccd716ad744b1"/>
    <p:sldId xmlns:r="http://schemas.openxmlformats.org/officeDocument/2006/relationships" id="307" r:id="R9770409620f348c8"/>
    <p:sldId xmlns:r="http://schemas.openxmlformats.org/officeDocument/2006/relationships" id="308" r:id="R55ff2547dbc1455b"/>
    <p:sldId xmlns:r="http://schemas.openxmlformats.org/officeDocument/2006/relationships" id="309" r:id="Rfef1b848d37a47a0"/>
    <p:sldId xmlns:r="http://schemas.openxmlformats.org/officeDocument/2006/relationships" id="310" r:id="Rf384e947cd384db6"/>
    <p:sldId xmlns:r="http://schemas.openxmlformats.org/officeDocument/2006/relationships" id="311" r:id="Rdf235c7040f646bb"/>
    <p:sldId xmlns:r="http://schemas.openxmlformats.org/officeDocument/2006/relationships" id="312" r:id="Rbd4eeca2c7b44c23"/>
    <p:sldId xmlns:r="http://schemas.openxmlformats.org/officeDocument/2006/relationships" id="313" r:id="R0c902fee4ede4eec"/>
    <p:sldId xmlns:r="http://schemas.openxmlformats.org/officeDocument/2006/relationships" id="314" r:id="R63566663ae93466a"/>
    <p:sldId xmlns:r="http://schemas.openxmlformats.org/officeDocument/2006/relationships" id="315" r:id="R3ede16a4db2544da"/>
    <p:sldId xmlns:r="http://schemas.openxmlformats.org/officeDocument/2006/relationships" id="316" r:id="Rbc0bc468784e454b"/>
    <p:sldId xmlns:r="http://schemas.openxmlformats.org/officeDocument/2006/relationships" id="317" r:id="R5dd2405564a448cd"/>
    <p:sldId xmlns:r="http://schemas.openxmlformats.org/officeDocument/2006/relationships" id="318" r:id="R6455bade149e4a7b"/>
    <p:sldId xmlns:r="http://schemas.openxmlformats.org/officeDocument/2006/relationships" id="319" r:id="Rd839e4443f444ab0"/>
    <p:sldId xmlns:r="http://schemas.openxmlformats.org/officeDocument/2006/relationships" id="320" r:id="Re979494fff7a4d50"/>
    <p:sldId xmlns:r="http://schemas.openxmlformats.org/officeDocument/2006/relationships" id="321" r:id="R599c9dbfdce34ca8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c08b4d428144ab" Type="http://schemas.openxmlformats.org/officeDocument/2006/relationships/slide" Target="slides/slide7.xml"/><Relationship Id="R0c902fee4ede4eec" Type="http://schemas.openxmlformats.org/officeDocument/2006/relationships/slide" Target="slides/slide58.xml"/><Relationship Id="R0d16cf67ebd5484b" Type="http://schemas.openxmlformats.org/officeDocument/2006/relationships/slide" Target="slides/slide33.xml"/><Relationship Id="R105146d7ba414962" Type="http://schemas.openxmlformats.org/officeDocument/2006/relationships/slide" Target="slides/slide34.xml"/><Relationship Id="R110060cd1bb74f24" Type="http://schemas.openxmlformats.org/officeDocument/2006/relationships/slide" Target="slides/slide19.xml"/><Relationship Id="R1aae9993bead4d38" Type="http://schemas.openxmlformats.org/officeDocument/2006/relationships/slide" Target="slides/slide35.xml"/><Relationship Id="R1b9f688c6113406e" Type="http://schemas.openxmlformats.org/officeDocument/2006/relationships/slide" Target="slides/slide29.xml"/><Relationship Id="R1d97efa86f084953" Type="http://schemas.openxmlformats.org/officeDocument/2006/relationships/slide" Target="slides/slide9.xml"/><Relationship Id="R331e8a618bdd4af0" Type="http://schemas.openxmlformats.org/officeDocument/2006/relationships/slide" Target="slides/slide41.xml"/><Relationship Id="R342ae211da34469a" Type="http://schemas.openxmlformats.org/officeDocument/2006/relationships/slide" Target="slides/slide5.xml"/><Relationship Id="R342b23ce236a4935" Type="http://schemas.openxmlformats.org/officeDocument/2006/relationships/slide" Target="slides/slide37.xml"/><Relationship Id="R3b01abbe147b440a" Type="http://schemas.openxmlformats.org/officeDocument/2006/relationships/slide" Target="slides/slide30.xml"/><Relationship Id="R3ede16a4db2544da" Type="http://schemas.openxmlformats.org/officeDocument/2006/relationships/slide" Target="slides/slide60.xml"/><Relationship Id="R429021281f3c4cc5" Type="http://schemas.openxmlformats.org/officeDocument/2006/relationships/slide" Target="slides/slide42.xml"/><Relationship Id="R48e44fdb81d34b63" Type="http://schemas.openxmlformats.org/officeDocument/2006/relationships/slide" Target="slides/slide11.xml"/><Relationship Id="R55f6b37e39eb4103" Type="http://schemas.openxmlformats.org/officeDocument/2006/relationships/slide" Target="slides/slide12.xml"/><Relationship Id="R55ff2547dbc1455b" Type="http://schemas.openxmlformats.org/officeDocument/2006/relationships/slide" Target="slides/slide53.xml"/><Relationship Id="R584fb806c9fe4495" Type="http://schemas.openxmlformats.org/officeDocument/2006/relationships/slide" Target="slides/slide44.xml"/><Relationship Id="R599c9dbfdce34ca8" Type="http://schemas.openxmlformats.org/officeDocument/2006/relationships/slide" Target="slides/slide66.xml"/><Relationship Id="R5c84dfc0431d40c3" Type="http://schemas.openxmlformats.org/officeDocument/2006/relationships/slide" Target="slides/slide2.xml"/><Relationship Id="R5dd2405564a448cd" Type="http://schemas.openxmlformats.org/officeDocument/2006/relationships/slide" Target="slides/slide62.xml"/><Relationship Id="R6175ef3f9824457c" Type="http://schemas.openxmlformats.org/officeDocument/2006/relationships/slide" Target="slides/slide48.xml"/><Relationship Id="R63566663ae93466a" Type="http://schemas.openxmlformats.org/officeDocument/2006/relationships/slide" Target="slides/slide59.xml"/><Relationship Id="R6455bade149e4a7b" Type="http://schemas.openxmlformats.org/officeDocument/2006/relationships/slide" Target="slides/slide63.xml"/><Relationship Id="R6c923af4606b4e35" Type="http://schemas.openxmlformats.org/officeDocument/2006/relationships/slide" Target="slides/slide46.xml"/><Relationship Id="R70faf0a0cfae4068" Type="http://schemas.openxmlformats.org/officeDocument/2006/relationships/slide" Target="slides/slide18.xml"/><Relationship Id="R71467887451e451e" Type="http://schemas.openxmlformats.org/officeDocument/2006/relationships/slide" Target="slides/slide3.xml"/><Relationship Id="R767b221389cf42fc" Type="http://schemas.openxmlformats.org/officeDocument/2006/relationships/slide" Target="slides/slide1.xml"/><Relationship Id="R7ad542538e244003" Type="http://schemas.openxmlformats.org/officeDocument/2006/relationships/slide" Target="slides/slide40.xml"/><Relationship Id="R84c4b7ab1ded4533" Type="http://schemas.openxmlformats.org/officeDocument/2006/relationships/slide" Target="slides/slide38.xml"/><Relationship Id="R857fd122d994435b" Type="http://schemas.openxmlformats.org/officeDocument/2006/relationships/slide" Target="slides/slide47.xml"/><Relationship Id="R8c230fca75a84e3d" Type="http://schemas.openxmlformats.org/officeDocument/2006/relationships/slide" Target="slides/slide36.xml"/><Relationship Id="R8e30c4fb19e04861" Type="http://schemas.openxmlformats.org/officeDocument/2006/relationships/slide" Target="slides/slide39.xml"/><Relationship Id="R9712cda92f814398" Type="http://schemas.openxmlformats.org/officeDocument/2006/relationships/slide" Target="slides/slide24.xml"/><Relationship Id="R9770409620f348c8" Type="http://schemas.openxmlformats.org/officeDocument/2006/relationships/slide" Target="slides/slide52.xml"/><Relationship Id="R97a57183c7614eca" Type="http://schemas.openxmlformats.org/officeDocument/2006/relationships/tableStyles" Target="tableStyles.xml"/><Relationship Id="R9839da2cd2024641" Type="http://schemas.openxmlformats.org/officeDocument/2006/relationships/slide" Target="slides/slide23.xml"/><Relationship Id="R996da5ac67374ae1" Type="http://schemas.openxmlformats.org/officeDocument/2006/relationships/slide" Target="slides/slide50.xml"/><Relationship Id="Ra07a049b680d406d" Type="http://schemas.openxmlformats.org/officeDocument/2006/relationships/slide" Target="slides/slide4.xml"/><Relationship Id="Ra23bee02049948ad" Type="http://schemas.openxmlformats.org/officeDocument/2006/relationships/slide" Target="slides/slide16.xml"/><Relationship Id="Ra96911d9b0734af3" Type="http://schemas.openxmlformats.org/officeDocument/2006/relationships/notesMaster" Target="notesMasters/notesMaster1.xml"/><Relationship Id="Raf76878ab73a4204" Type="http://schemas.openxmlformats.org/officeDocument/2006/relationships/slide" Target="slides/slide17.xml"/><Relationship Id="Rb0b87274c9fc43ed" Type="http://schemas.openxmlformats.org/officeDocument/2006/relationships/slide" Target="slides/slide8.xml"/><Relationship Id="Rbae17903b50147a4" Type="http://schemas.openxmlformats.org/officeDocument/2006/relationships/slide" Target="slides/slide25.xml"/><Relationship Id="Rbb14ad08440747f6" Type="http://schemas.openxmlformats.org/officeDocument/2006/relationships/slide" Target="slides/slide27.xml"/><Relationship Id="Rbc0bc468784e454b" Type="http://schemas.openxmlformats.org/officeDocument/2006/relationships/slide" Target="slides/slide61.xml"/><Relationship Id="Rbc1c3c4c7e494815" Type="http://schemas.openxmlformats.org/officeDocument/2006/relationships/slide" Target="slides/slide21.xml"/><Relationship Id="Rbd4eeca2c7b44c23" Type="http://schemas.openxmlformats.org/officeDocument/2006/relationships/slide" Target="slides/slide57.xml"/><Relationship Id="Rbe3596e56312403b" Type="http://schemas.openxmlformats.org/officeDocument/2006/relationships/slide" Target="slides/slide28.xml"/><Relationship Id="Rbfcb82b1128d4d69" Type="http://schemas.openxmlformats.org/officeDocument/2006/relationships/slide" Target="slides/slide14.xml"/><Relationship Id="Rc1831a1f5a1c4a2c" Type="http://schemas.openxmlformats.org/officeDocument/2006/relationships/theme" Target="theme/theme1.xml"/><Relationship Id="Rc9be326bf296466c" Type="http://schemas.openxmlformats.org/officeDocument/2006/relationships/slide" Target="slides/slide6.xml"/><Relationship Id="Rccd074ce82744d2f" Type="http://schemas.openxmlformats.org/officeDocument/2006/relationships/slide" Target="slides/slide45.xml"/><Relationship Id="Rceaccd716ad744b1" Type="http://schemas.openxmlformats.org/officeDocument/2006/relationships/slide" Target="slides/slide51.xml"/><Relationship Id="Rcedb63079d6a4a2f" Type="http://schemas.openxmlformats.org/officeDocument/2006/relationships/slide" Target="slides/slide20.xml"/><Relationship Id="Rcfbeef87aa8a4c1d" Type="http://schemas.openxmlformats.org/officeDocument/2006/relationships/presProps" Target="presProps.xml"/><Relationship Id="Rd2b86e9272ca4dcd" Type="http://schemas.openxmlformats.org/officeDocument/2006/relationships/slide" Target="slides/slide26.xml"/><Relationship Id="Rd5df95ff70bb40fc" Type="http://schemas.openxmlformats.org/officeDocument/2006/relationships/slide" Target="slides/slide32.xml"/><Relationship Id="Rd839e4443f444ab0" Type="http://schemas.openxmlformats.org/officeDocument/2006/relationships/slide" Target="slides/slide64.xml"/><Relationship Id="Rd88e296d075c4283" Type="http://schemas.openxmlformats.org/officeDocument/2006/relationships/slide" Target="slides/slide15.xml"/><Relationship Id="Rdf235c7040f646bb" Type="http://schemas.openxmlformats.org/officeDocument/2006/relationships/slide" Target="slides/slide56.xml"/><Relationship Id="Re301952c7ef54cfd" Type="http://schemas.openxmlformats.org/officeDocument/2006/relationships/slide" Target="slides/slide13.xml"/><Relationship Id="Re417fa3482db437b" Type="http://schemas.openxmlformats.org/officeDocument/2006/relationships/slide" Target="slides/slide31.xml"/><Relationship Id="Re979494fff7a4d50" Type="http://schemas.openxmlformats.org/officeDocument/2006/relationships/slide" Target="slides/slide65.xml"/><Relationship Id="Rf2ad14cb6e1b4346" Type="http://schemas.openxmlformats.org/officeDocument/2006/relationships/slide" Target="slides/slide22.xml"/><Relationship Id="Rf384e947cd384db6" Type="http://schemas.openxmlformats.org/officeDocument/2006/relationships/slide" Target="slides/slide55.xml"/><Relationship Id="Rf450c7277f6f411f" Type="http://schemas.openxmlformats.org/officeDocument/2006/relationships/slide" Target="slides/slide43.xml"/><Relationship Id="Rf55bd71e8c0543c3" Type="http://schemas.openxmlformats.org/officeDocument/2006/relationships/slideMaster" Target="slideMasters/slideMaster1.xml"/><Relationship Id="Rf6d8285d9f254871" Type="http://schemas.openxmlformats.org/officeDocument/2006/relationships/slide" Target="slides/slide49.xml"/><Relationship Id="Rfaf63c89933a40d2" Type="http://schemas.openxmlformats.org/officeDocument/2006/relationships/slide" Target="slides/slide10.xml"/><Relationship Id="Rfef1b848d37a47a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c25f03c9307b440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5e452db8bfb49cb" Type="http://schemas.openxmlformats.org/officeDocument/2006/relationships/notesMaster" Target="../notesMasters/notesMaster1.xml"/><Relationship Id="R6c4e72d475cc4d5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2e4c27f8fbe4b30" Type="http://schemas.openxmlformats.org/officeDocument/2006/relationships/slide" Target="../slides/slide2.xml"/><Relationship Id="R7b0e672b05ac445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19a00f53f4b4b91" Type="http://schemas.openxmlformats.org/officeDocument/2006/relationships/slide" Target="../slides/slide3.xml"/><Relationship Id="Rc5c315a1fa21480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cc118c651584cab" Type="http://schemas.openxmlformats.org/officeDocument/2006/relationships/notesMaster" Target="../notesMasters/notesMaster1.xml"/><Relationship Id="R8940513f48d44a9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0df68caa95c4f8d" Type="http://schemas.openxmlformats.org/officeDocument/2006/relationships/notesMaster" Target="../notesMasters/notesMaster1.xml"/><Relationship Id="Rc942a455c27c48e9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00aaa5973634c49" Type="http://schemas.openxmlformats.org/officeDocument/2006/relationships/slide" Target="../slides/slide6.xml"/><Relationship Id="Rdb98a540b2cf43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a0cbab51ddd4dce" Type="http://schemas.openxmlformats.org/officeDocument/2006/relationships/slide" Target="../slides/slide7.xml"/><Relationship Id="R5ce483efed26442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15b5f5314ff448e" Type="http://schemas.openxmlformats.org/officeDocument/2006/relationships/slide" Target="../slides/slide8.xml"/><Relationship Id="Rf15735d4696c41d0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6e7780a60f74722" Type="http://schemas.openxmlformats.org/officeDocument/2006/relationships/slide" Target="../slides/slide9.xml"/><Relationship Id="Rc784613ae41041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3f7d4c6a77c4104" Type="http://schemas.openxmlformats.org/officeDocument/2006/relationships/notesMaster" Target="../notesMasters/notesMaster1.xml"/><Relationship Id="R4bdf0cefb7da4d9e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9e800d2426b4066" Type="http://schemas.openxmlformats.org/officeDocument/2006/relationships/notesMaster" Target="../notesMasters/notesMaster1.xml"/><Relationship Id="R4dae4ab19e3e47e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d1c020a650b4a51" Type="http://schemas.openxmlformats.org/officeDocument/2006/relationships/slide" Target="../slides/slide12.xml"/><Relationship Id="Rb8606e2eb2a84789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b6a10efe9a254241" Type="http://schemas.openxmlformats.org/officeDocument/2006/relationships/notesMaster" Target="../notesMasters/notesMaster1.xml"/><Relationship Id="Re75c2f57e50042ce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5185b03bdac4aed" Type="http://schemas.openxmlformats.org/officeDocument/2006/relationships/notesMaster" Target="../notesMasters/notesMaster1.xml"/><Relationship Id="R7927ecf10552429d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e88c8996c5374e6d" Type="http://schemas.openxmlformats.org/officeDocument/2006/relationships/slide" Target="../slides/slide15.xml"/><Relationship Id="Rebabdbb7b3da4505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c845d58e7b8d407d" Type="http://schemas.openxmlformats.org/officeDocument/2006/relationships/slide" Target="../slides/slide16.xml"/><Relationship Id="Rcfe29f0bb0a74fae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bb3b4317b5b542e3" Type="http://schemas.openxmlformats.org/officeDocument/2006/relationships/notesMaster" Target="../notesMasters/notesMaster1.xml"/><Relationship Id="Re9a5a846b63448b4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db99ad4ed51d4488" Type="http://schemas.openxmlformats.org/officeDocument/2006/relationships/notesMaster" Target="../notesMasters/notesMaster1.xml"/><Relationship Id="Recb4a01236f749e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7eaae619cff44a39" Type="http://schemas.openxmlformats.org/officeDocument/2006/relationships/slide" Target="../slides/slide19.xml"/><Relationship Id="Rad4696a1801e425e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a36a53dc5ae946cc" Type="http://schemas.openxmlformats.org/officeDocument/2006/relationships/notesMaster" Target="../notesMasters/notesMaster1.xml"/><Relationship Id="Ref290432567d4250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1f09fe1d29ba4358" Type="http://schemas.openxmlformats.org/officeDocument/2006/relationships/notesMaster" Target="../notesMasters/notesMaster1.xml"/><Relationship Id="R9873f3e1ccb04565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753708793b2a4627" Type="http://schemas.openxmlformats.org/officeDocument/2006/relationships/slide" Target="../slides/slide22.xml"/><Relationship Id="Rb6f3b0d1a3394925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1913b9baa54d4343" Type="http://schemas.openxmlformats.org/officeDocument/2006/relationships/slide" Target="../slides/slide23.xml"/><Relationship Id="R48075ede22404ec4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2e625468ffbb4bf6" Type="http://schemas.openxmlformats.org/officeDocument/2006/relationships/slide" Target="../slides/slide24.xml"/><Relationship Id="R48dbb57015b54c1f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2aab1e1858d84607" Type="http://schemas.openxmlformats.org/officeDocument/2006/relationships/slide" Target="../slides/slide25.xml"/><Relationship Id="Rcde14a0a49a143f0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5a9de4e3a0394769" Type="http://schemas.openxmlformats.org/officeDocument/2006/relationships/slide" Target="../slides/slide26.xml"/><Relationship Id="Raebdb6e8f8444e6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c0b26785a30149ad" Type="http://schemas.openxmlformats.org/officeDocument/2006/relationships/notesMaster" Target="../notesMasters/notesMaster1.xml"/><Relationship Id="Rfeb749aa33d64c04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82151e73640346c6" Type="http://schemas.openxmlformats.org/officeDocument/2006/relationships/notesMaster" Target="../notesMasters/notesMaster1.xml"/><Relationship Id="Ra2f28d50fdd6465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198c9acbd45f4487" Type="http://schemas.openxmlformats.org/officeDocument/2006/relationships/slide" Target="../slides/slide29.xml"/><Relationship Id="R835a5da05cbe4e36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271d2fc4c8134ea7" Type="http://schemas.openxmlformats.org/officeDocument/2006/relationships/notesMaster" Target="../notesMasters/notesMaster1.xml"/><Relationship Id="R9149322de13b41c6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88fbe122f7914ed7" Type="http://schemas.openxmlformats.org/officeDocument/2006/relationships/notesMaster" Target="../notesMasters/notesMaster1.xml"/><Relationship Id="R9ae7d5f0cca04cc3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d77240d518a45eb" Type="http://schemas.openxmlformats.org/officeDocument/2006/relationships/slide" Target="../slides/slide32.xml"/><Relationship Id="Rddc6ba465c474929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8d8ecf43485b4348" Type="http://schemas.openxmlformats.org/officeDocument/2006/relationships/slide" Target="../slides/slide33.xml"/><Relationship Id="Rdeeaf412da5d4d38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e96267ab10504015" Type="http://schemas.openxmlformats.org/officeDocument/2006/relationships/notesMaster" Target="../notesMasters/notesMaster1.xml"/><Relationship Id="Reb82443f762148a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d5ee75d34d814703" Type="http://schemas.openxmlformats.org/officeDocument/2006/relationships/notesMaster" Target="../notesMasters/notesMaster1.xml"/><Relationship Id="Rf3a11b57f04e465d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08c4e28dc508472a" Type="http://schemas.openxmlformats.org/officeDocument/2006/relationships/notesMaster" Target="../notesMasters/notesMaster1.xml"/><Relationship Id="R954e6692741a409d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0b45a61a1dca47e7" Type="http://schemas.openxmlformats.org/officeDocument/2006/relationships/slide" Target="../slides/slide37.xml"/><Relationship Id="R95e9d32fb6424789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1f98046c783f4ce0" Type="http://schemas.openxmlformats.org/officeDocument/2006/relationships/notesMaster" Target="../notesMasters/notesMaster1.xml"/><Relationship Id="R442e256a3fb44330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7d655bb91b954954" Type="http://schemas.openxmlformats.org/officeDocument/2006/relationships/slide" Target="../slides/slide39.xml"/><Relationship Id="Rfd227a5ce56c46b6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3730b29388f24bf8" Type="http://schemas.openxmlformats.org/officeDocument/2006/relationships/notesMaster" Target="../notesMasters/notesMaster1.xml"/><Relationship Id="Rf2b22fe0233c4447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597835da043e4db5" Type="http://schemas.openxmlformats.org/officeDocument/2006/relationships/notesMaster" Target="../notesMasters/notesMaster1.xml"/><Relationship Id="R788338ed7d814645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32db36265fdf47a7" Type="http://schemas.openxmlformats.org/officeDocument/2006/relationships/slide" Target="../slides/slide42.xml"/><Relationship Id="Raf78e7ef5ace4bce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c6b1f43ba3684bb8" Type="http://schemas.openxmlformats.org/officeDocument/2006/relationships/slide" Target="../slides/slide43.xml"/><Relationship Id="Rf1a1807a42c145f7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8995c5f1d18e4226" Type="http://schemas.openxmlformats.org/officeDocument/2006/relationships/slide" Target="../slides/slide44.xml"/><Relationship Id="Rf5dd6cdbe3d7413e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a09268f2e87a41df" Type="http://schemas.openxmlformats.org/officeDocument/2006/relationships/slide" Target="../slides/slide45.xml"/><Relationship Id="Rb7cf3abf8bd34775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3b7ff5cba3024895" Type="http://schemas.openxmlformats.org/officeDocument/2006/relationships/slide" Target="../slides/slide46.xml"/><Relationship Id="Rc3bc0eb85d624b78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1661d833b4a346cb" Type="http://schemas.openxmlformats.org/officeDocument/2006/relationships/notesMaster" Target="../notesMasters/notesMaster1.xml"/><Relationship Id="Rc2505a4f674248f8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bd8749d342544204" Type="http://schemas.openxmlformats.org/officeDocument/2006/relationships/slide" Target="../slides/slide48.xml"/><Relationship Id="Rd628c4157fe34b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077fcf7bea524f6d" Type="http://schemas.openxmlformats.org/officeDocument/2006/relationships/slide" Target="../slides/slide49.xml"/><Relationship Id="R96e39cfc0a034bff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35833bd2e30a433f" Type="http://schemas.openxmlformats.org/officeDocument/2006/relationships/slide" Target="../slides/slide50.xml"/><Relationship Id="Rb48c8905ed68487f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3c914166f1d14c93" Type="http://schemas.openxmlformats.org/officeDocument/2006/relationships/notesMaster" Target="../notesMasters/notesMaster1.xml"/><Relationship Id="Rcb97c55094834985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6daded1db09a44df" Type="http://schemas.openxmlformats.org/officeDocument/2006/relationships/slide" Target="../slides/slide52.xml"/><Relationship Id="Ra948160aa73a4a9f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504933b58ac74bd1" Type="http://schemas.openxmlformats.org/officeDocument/2006/relationships/notesMaster" Target="../notesMasters/notesMaster1.xml"/><Relationship Id="Rb242cad9e30348d8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459a4e819aad401b" Type="http://schemas.openxmlformats.org/officeDocument/2006/relationships/slide" Target="../slides/slide54.xml"/><Relationship Id="R68e4c9dd791d409b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13972aa49da641b6" Type="http://schemas.openxmlformats.org/officeDocument/2006/relationships/notesMaster" Target="../notesMasters/notesMaster1.xml"/><Relationship Id="R718a992222fa42ae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42bc46cb622e4fcc" Type="http://schemas.openxmlformats.org/officeDocument/2006/relationships/notesMaster" Target="../notesMasters/notesMaster1.xml"/><Relationship Id="Rda1feab76939400f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b15b8a358aba412a" Type="http://schemas.openxmlformats.org/officeDocument/2006/relationships/slide" Target="../slides/slide57.xml"/><Relationship Id="Rc07022321cea48e0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59f5549851714e26" Type="http://schemas.openxmlformats.org/officeDocument/2006/relationships/slide" Target="../slides/slide58.xml"/><Relationship Id="R5ec065a3a7c2461e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70d0210eaf314562" Type="http://schemas.openxmlformats.org/officeDocument/2006/relationships/notesMaster" Target="../notesMasters/notesMaster1.xml"/><Relationship Id="R7f66fe0a54ba441e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444896a5075c40cc" Type="http://schemas.openxmlformats.org/officeDocument/2006/relationships/notesMaster" Target="../notesMasters/notesMaster1.xml"/><Relationship Id="Rba7121bfe346430b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ab7cfdbf4ec54846" Type="http://schemas.openxmlformats.org/officeDocument/2006/relationships/slide" Target="../slides/slide61.xml"/><Relationship Id="Rfb25696f2bcf47ee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7e4ceed67d8a4496" Type="http://schemas.openxmlformats.org/officeDocument/2006/relationships/slide" Target="../slides/slide62.xml"/><Relationship Id="Rc67c5804c9dc4b3d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0cf1f3636c5f4c78" Type="http://schemas.openxmlformats.org/officeDocument/2006/relationships/slide" Target="../slides/slide63.xml"/><Relationship Id="R15b6cd912287467b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368e31680d0f4d4b" Type="http://schemas.openxmlformats.org/officeDocument/2006/relationships/slide" Target="../slides/slide64.xml"/><Relationship Id="R37b512fdc2ac4383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590f0b5002634639" Type="http://schemas.openxmlformats.org/officeDocument/2006/relationships/slide" Target="../slides/slide65.xml"/><Relationship Id="Rdee6ef8f70384678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8720dab0e3ed442a" Type="http://schemas.openxmlformats.org/officeDocument/2006/relationships/slide" Target="../slides/slide66.xml"/><Relationship Id="R9f0a3121bcd64ac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complete slides 1-31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Ten-minute break.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complete slides 33-66 within 55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Worked steps and answer keys may be presented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018f4e7c21d4e0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6b7b33a73ee4ad7" Type="http://schemas.openxmlformats.org/officeDocument/2006/relationships/slideLayout" Target="../slideLayouts/slideLayout1.xml"/><Relationship Id="Rd96d061cca11451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7b33a73ee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3eb88d39f874404" Type="http://schemas.openxmlformats.org/officeDocument/2006/relationships/notesSlide" Target="../notesSlides/notesSlide1.xml"/><Relationship Id="Recbd58ef15364027" Type="http://schemas.openxmlformats.org/officeDocument/2006/relationships/slideLayout" Target="../slideLayouts/slideLayout1.xml"/><Relationship Id="Rffdc521fdb5947af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b14f07a1e8b4ab3" Type="http://schemas.openxmlformats.org/officeDocument/2006/relationships/slideLayout" Target="../slideLayouts/slideLayout1.xml"/><Relationship Id="R9ef4a35332584726" Type="http://schemas.openxmlformats.org/officeDocument/2006/relationships/image" Target="../media/image2.png"/><Relationship Id="Rfb5bc90b67334b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d586b75968b4ead" Type="http://schemas.openxmlformats.org/officeDocument/2006/relationships/notesSlide" Target="../notesSlides/notesSlide3.xml"/><Relationship Id="R732e26a5c69e4e25" Type="http://schemas.openxmlformats.org/officeDocument/2006/relationships/slideLayout" Target="../slideLayouts/slideLayout1.xml"/><Relationship Id="R8377ef3fcf514a6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00807bfb3b624485" Type="http://schemas.openxmlformats.org/officeDocument/2006/relationships/image" Target="../media/image4.png"/><Relationship Id="R20d512d0ee2c4d88" Type="http://schemas.openxmlformats.org/officeDocument/2006/relationships/notesSlide" Target="../notesSlides/notesSlide4.xml"/><Relationship Id="R31d4f34405ae447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96f5cdf912014162" Type="http://schemas.openxmlformats.org/officeDocument/2006/relationships/notesSlide" Target="../notesSlides/notesSlide5.xml"/><Relationship Id="Rc43216a85ef2422b" Type="http://schemas.openxmlformats.org/officeDocument/2006/relationships/image" Target="../media/image5.png"/><Relationship Id="Rc57cc897ff4d4a4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d5d063a3b0d4082" Type="http://schemas.openxmlformats.org/officeDocument/2006/relationships/notesSlide" Target="../notesSlides/notesSlide6.xml"/><Relationship Id="R55e02bd2fd3e4323" Type="http://schemas.openxmlformats.org/officeDocument/2006/relationships/slideLayout" Target="../slideLayouts/slideLayout1.xml"/><Relationship Id="Re0735f3eb20b42cd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65a4291a478d4f99" Type="http://schemas.openxmlformats.org/officeDocument/2006/relationships/slideLayout" Target="../slideLayouts/slideLayout1.xml"/><Relationship Id="R76ebd93ca3b94eb6" Type="http://schemas.openxmlformats.org/officeDocument/2006/relationships/image" Target="../media/image7.png"/><Relationship Id="R76fd2f79152e464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c80eef9cc9648b2" Type="http://schemas.openxmlformats.org/officeDocument/2006/relationships/slideLayout" Target="../slideLayouts/slideLayout1.xml"/><Relationship Id="R3a26c2c13bf84973" Type="http://schemas.openxmlformats.org/officeDocument/2006/relationships/notesSlide" Target="../notesSlides/notesSlide8.xml"/><Relationship Id="R6b141fd424544e89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78894810e1db4611" Type="http://schemas.openxmlformats.org/officeDocument/2006/relationships/notesSlide" Target="../notesSlides/notesSlide9.xml"/><Relationship Id="Rd1adb761bc3343f8" Type="http://schemas.openxmlformats.org/officeDocument/2006/relationships/image" Target="../media/image9.png"/><Relationship Id="Rf64d6fd64b794c9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6336b6d9e6f4308" Type="http://schemas.openxmlformats.org/officeDocument/2006/relationships/notesSlide" Target="../notesSlides/notesSlide10.xml"/><Relationship Id="R229d7d0d9bae4942" Type="http://schemas.openxmlformats.org/officeDocument/2006/relationships/image" Target="../media/image10.png"/><Relationship Id="Rdf0b2b1c7f704005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4b84da0b946b422f" Type="http://schemas.openxmlformats.org/officeDocument/2006/relationships/image" Target="../media/image11.png"/><Relationship Id="Rc0ee6b7fc8d1471a" Type="http://schemas.openxmlformats.org/officeDocument/2006/relationships/slideLayout" Target="../slideLayouts/slideLayout1.xml"/><Relationship Id="Rde03036a634c4f0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ebe9ceb3bbb453d" Type="http://schemas.openxmlformats.org/officeDocument/2006/relationships/slideLayout" Target="../slideLayouts/slideLayout1.xml"/><Relationship Id="R822c63a449964646" Type="http://schemas.openxmlformats.org/officeDocument/2006/relationships/image" Target="../media/image12.png"/><Relationship Id="Rfbe3246fafd4430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4c5608661c54270" Type="http://schemas.openxmlformats.org/officeDocument/2006/relationships/slideLayout" Target="../slideLayouts/slideLayout1.xml"/><Relationship Id="R37a14a5ef920491f" Type="http://schemas.openxmlformats.org/officeDocument/2006/relationships/image" Target="../media/image13.png"/><Relationship Id="Rb3b7e6e6d4a8432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07a6b8196cc422a" Type="http://schemas.openxmlformats.org/officeDocument/2006/relationships/slideLayout" Target="../slideLayouts/slideLayout1.xml"/><Relationship Id="R26a29ea04f7d4d07" Type="http://schemas.openxmlformats.org/officeDocument/2006/relationships/notesSlide" Target="../notesSlides/notesSlide14.xml"/><Relationship Id="R479c90a51e314a1e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60a87765bc0245b6" Type="http://schemas.openxmlformats.org/officeDocument/2006/relationships/notesSlide" Target="../notesSlides/notesSlide15.xml"/><Relationship Id="R74fb9c07cb064a53" Type="http://schemas.openxmlformats.org/officeDocument/2006/relationships/image" Target="../media/image15.png"/><Relationship Id="Rb69dbad4d68e4a1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d47cc3e1ef64408" Type="http://schemas.openxmlformats.org/officeDocument/2006/relationships/image" Target="../media/image16.png"/><Relationship Id="R4c06c6ac3ede4d88" Type="http://schemas.openxmlformats.org/officeDocument/2006/relationships/slideLayout" Target="../slideLayouts/slideLayout1.xml"/><Relationship Id="Rc4148336eaf24a4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01c831fcdee747b0" Type="http://schemas.openxmlformats.org/officeDocument/2006/relationships/slideLayout" Target="../slideLayouts/slideLayout1.xml"/><Relationship Id="R68a06dc8bc71417d" Type="http://schemas.openxmlformats.org/officeDocument/2006/relationships/image" Target="../media/image17.png"/><Relationship Id="Rf5c4d2fb75d84a0e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548405db7ae94dd7" Type="http://schemas.openxmlformats.org/officeDocument/2006/relationships/notesSlide" Target="../notesSlides/notesSlide18.xml"/><Relationship Id="R7933b83c4dd3471e" Type="http://schemas.openxmlformats.org/officeDocument/2006/relationships/image" Target="../media/image18.png"/><Relationship Id="R7d638510382e420f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9cfb993838e4f7d" Type="http://schemas.openxmlformats.org/officeDocument/2006/relationships/image" Target="../media/image19.png"/><Relationship Id="R8bc1eac28d6e47e4" Type="http://schemas.openxmlformats.org/officeDocument/2006/relationships/slideLayout" Target="../slideLayouts/slideLayout1.xml"/><Relationship Id="Rc9aba5121e35419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1fe3ebbbd5094405" Type="http://schemas.openxmlformats.org/officeDocument/2006/relationships/slideLayout" Target="../slideLayouts/slideLayout1.xml"/><Relationship Id="R38a4460434a9471e" Type="http://schemas.openxmlformats.org/officeDocument/2006/relationships/image" Target="../media/image20.png"/><Relationship Id="R6c8a5635207a453f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6fe3261911154120" Type="http://schemas.openxmlformats.org/officeDocument/2006/relationships/image" Target="../media/image21.png"/><Relationship Id="R9f42759fad6e4738" Type="http://schemas.openxmlformats.org/officeDocument/2006/relationships/slideLayout" Target="../slideLayouts/slideLayout1.xml"/><Relationship Id="Rdb0cde0af0074190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8201de784703415d" Type="http://schemas.openxmlformats.org/officeDocument/2006/relationships/image" Target="../media/image22.png"/><Relationship Id="Rb858b53e167d43b2" Type="http://schemas.openxmlformats.org/officeDocument/2006/relationships/notesSlide" Target="../notesSlides/notesSlide22.xml"/><Relationship Id="Re9cb9833bacd478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3ff35286ba2e4d5d" Type="http://schemas.openxmlformats.org/officeDocument/2006/relationships/notesSlide" Target="../notesSlides/notesSlide23.xml"/><Relationship Id="R458d7457816240ed" Type="http://schemas.openxmlformats.org/officeDocument/2006/relationships/image" Target="../media/image23.png"/><Relationship Id="Rcc43369c59e94794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1da5701b576740be" Type="http://schemas.openxmlformats.org/officeDocument/2006/relationships/image" Target="../media/image24.png"/><Relationship Id="Ra205c1ae58eb40d2" Type="http://schemas.openxmlformats.org/officeDocument/2006/relationships/slideLayout" Target="../slideLayouts/slideLayout1.xml"/><Relationship Id="Rf3945cbe84ab405f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07c9b72e7d9f43bd" Type="http://schemas.openxmlformats.org/officeDocument/2006/relationships/notesSlide" Target="../notesSlides/notesSlide25.xml"/><Relationship Id="Rf1adf4c0062e46e7" Type="http://schemas.openxmlformats.org/officeDocument/2006/relationships/slideLayout" Target="../slideLayouts/slideLayout1.xml"/><Relationship Id="Rf211b5c079c44580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46bf8dfe05ed4532" Type="http://schemas.openxmlformats.org/officeDocument/2006/relationships/notesSlide" Target="../notesSlides/notesSlide26.xml"/><Relationship Id="Ra5a651c0bd4e4150" Type="http://schemas.openxmlformats.org/officeDocument/2006/relationships/slideLayout" Target="../slideLayouts/slideLayout1.xml"/><Relationship Id="Rbbb557ad673840f7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5ec0315935294b7d" Type="http://schemas.openxmlformats.org/officeDocument/2006/relationships/slideLayout" Target="../slideLayouts/slideLayout1.xml"/><Relationship Id="R9dd121fe858c4e20" Type="http://schemas.openxmlformats.org/officeDocument/2006/relationships/notesSlide" Target="../notesSlides/notesSlide27.xml"/><Relationship Id="Ra061e22795bd47bf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88f7c7d2689647d9" Type="http://schemas.openxmlformats.org/officeDocument/2006/relationships/slideLayout" Target="../slideLayouts/slideLayout1.xml"/><Relationship Id="Ra90ae45e98d1409b" Type="http://schemas.openxmlformats.org/officeDocument/2006/relationships/image" Target="../media/image28.png"/><Relationship Id="Rf68c28124f9b44fe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5eda51e00ba64ab1" Type="http://schemas.openxmlformats.org/officeDocument/2006/relationships/image" Target="../media/image29.png"/><Relationship Id="Rb2a1b64a904140c1" Type="http://schemas.openxmlformats.org/officeDocument/2006/relationships/notesSlide" Target="../notesSlides/notesSlide29.xml"/><Relationship Id="Rcf5cb36f83db44b8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46b2b8a92d6242a0" Type="http://schemas.openxmlformats.org/officeDocument/2006/relationships/notesSlide" Target="../notesSlides/notesSlide30.xml"/><Relationship Id="R46cea32b3b2d43fc" Type="http://schemas.openxmlformats.org/officeDocument/2006/relationships/image" Target="../media/image30.png"/><Relationship Id="Rdd31e0bd16b0454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7d72c0d98d4f48be" Type="http://schemas.openxmlformats.org/officeDocument/2006/relationships/notesSlide" Target="../notesSlides/notesSlide31.xml"/><Relationship Id="Ra890871890134528" Type="http://schemas.openxmlformats.org/officeDocument/2006/relationships/slideLayout" Target="../slideLayouts/slideLayout1.xml"/><Relationship Id="Rf5be2d4d19cc4f64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3b7ae2af9e3a46c1" Type="http://schemas.openxmlformats.org/officeDocument/2006/relationships/notesSlide" Target="../notesSlides/notesSlide32.xml"/><Relationship Id="R9eeede9f660542d7" Type="http://schemas.openxmlformats.org/officeDocument/2006/relationships/slideLayout" Target="../slideLayouts/slideLayout1.xml"/><Relationship Id="Re3809bcbce80481b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9f8362f107994b9c" Type="http://schemas.openxmlformats.org/officeDocument/2006/relationships/notesSlide" Target="../notesSlides/notesSlide33.xml"/><Relationship Id="Rb073e790353843fd" Type="http://schemas.openxmlformats.org/officeDocument/2006/relationships/slideLayout" Target="../slideLayouts/slideLayout1.xml"/><Relationship Id="Rd8235adc24814b31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5572759fdbb3494d" Type="http://schemas.openxmlformats.org/officeDocument/2006/relationships/notesSlide" Target="../notesSlides/notesSlide34.xml"/><Relationship Id="Rcd691ea3611a44ca" Type="http://schemas.openxmlformats.org/officeDocument/2006/relationships/slideLayout" Target="../slideLayouts/slideLayout1.xml"/><Relationship Id="Rceb90585034a4b2e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b6723fd23ae6492c" Type="http://schemas.openxmlformats.org/officeDocument/2006/relationships/notesSlide" Target="../notesSlides/notesSlide35.xml"/><Relationship Id="Rbdd1b7143acd4b77" Type="http://schemas.openxmlformats.org/officeDocument/2006/relationships/slideLayout" Target="../slideLayouts/slideLayout1.xml"/><Relationship Id="Rbfce19d9dfc849d8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58ee1957a37a472d" Type="http://schemas.openxmlformats.org/officeDocument/2006/relationships/slideLayout" Target="../slideLayouts/slideLayout1.xml"/><Relationship Id="Ra6cc4b5952d8491f" Type="http://schemas.openxmlformats.org/officeDocument/2006/relationships/notesSlide" Target="../notesSlides/notesSlide36.xml"/><Relationship Id="Rf78f9e7c568b4c48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11c7dc84f2fc4c4f" Type="http://schemas.openxmlformats.org/officeDocument/2006/relationships/slideLayout" Target="../slideLayouts/slideLayout1.xml"/><Relationship Id="R5172325cd8a94c54" Type="http://schemas.openxmlformats.org/officeDocument/2006/relationships/image" Target="../media/image37.png"/><Relationship Id="Ra9752089ba384ca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719105b5c0484bb8" Type="http://schemas.openxmlformats.org/officeDocument/2006/relationships/image" Target="../media/image38.png"/><Relationship Id="R93b24ca437d441d7" Type="http://schemas.openxmlformats.org/officeDocument/2006/relationships/slideLayout" Target="../slideLayouts/slideLayout1.xml"/><Relationship Id="Ra5bc5e93cb314457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999c165432fc434d" Type="http://schemas.openxmlformats.org/officeDocument/2006/relationships/notesSlide" Target="../notesSlides/notesSlide39.xml"/><Relationship Id="Rc97b986816244ffa" Type="http://schemas.openxmlformats.org/officeDocument/2006/relationships/slideLayout" Target="../slideLayouts/slideLayout1.xml"/><Relationship Id="Re5113aa74a124c4e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0c7ec2af830a4aad" Type="http://schemas.openxmlformats.org/officeDocument/2006/relationships/slideLayout" Target="../slideLayouts/slideLayout1.xml"/><Relationship Id="R314548ee63f14685" Type="http://schemas.openxmlformats.org/officeDocument/2006/relationships/image" Target="../media/image40.png"/><Relationship Id="Rcb599b25b7964958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73dc732b64c44098" Type="http://schemas.openxmlformats.org/officeDocument/2006/relationships/image" Target="../media/image41.png"/><Relationship Id="Rd2e2f79470534380" Type="http://schemas.openxmlformats.org/officeDocument/2006/relationships/notesSlide" Target="../notesSlides/notesSlide41.xml"/><Relationship Id="Rda6a84faa8cf4b1d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1aaa0bc40bd24494" Type="http://schemas.openxmlformats.org/officeDocument/2006/relationships/notesSlide" Target="../notesSlides/notesSlide42.xml"/><Relationship Id="R1f8ee33bf6b448c0" Type="http://schemas.openxmlformats.org/officeDocument/2006/relationships/image" Target="../media/image42.png"/><Relationship Id="R480ecd1aea6e4d1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47a4497910fb4e5f" Type="http://schemas.openxmlformats.org/officeDocument/2006/relationships/notesSlide" Target="../notesSlides/notesSlide43.xml"/><Relationship Id="R590e6f8722944e88" Type="http://schemas.openxmlformats.org/officeDocument/2006/relationships/slideLayout" Target="../slideLayouts/slideLayout1.xml"/><Relationship Id="R93a563287c594897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268d2635909f4e3e" Type="http://schemas.openxmlformats.org/officeDocument/2006/relationships/notesSlide" Target="../notesSlides/notesSlide44.xml"/><Relationship Id="R3ce6fe386f954b76" Type="http://schemas.openxmlformats.org/officeDocument/2006/relationships/slideLayout" Target="../slideLayouts/slideLayout1.xml"/><Relationship Id="Ra73ac448a263492f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6015e1af154941ca" Type="http://schemas.openxmlformats.org/officeDocument/2006/relationships/notesSlide" Target="../notesSlides/notesSlide45.xml"/><Relationship Id="Rc5b16b05aabf458b" Type="http://schemas.openxmlformats.org/officeDocument/2006/relationships/slideLayout" Target="../slideLayouts/slideLayout1.xml"/><Relationship Id="Rfa00acec6b484a18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69efaad305ae400d" Type="http://schemas.openxmlformats.org/officeDocument/2006/relationships/notesSlide" Target="../notesSlides/notesSlide46.xml"/><Relationship Id="Rf2420cd7ac7d4f5a" Type="http://schemas.openxmlformats.org/officeDocument/2006/relationships/slideLayout" Target="../slideLayouts/slideLayout1.xml"/><Relationship Id="Rf27b6d0ffca9486b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4a4fdabf74074680" Type="http://schemas.openxmlformats.org/officeDocument/2006/relationships/slideLayout" Target="../slideLayouts/slideLayout1.xml"/><Relationship Id="R6060e0505bc34f38" Type="http://schemas.openxmlformats.org/officeDocument/2006/relationships/notesSlide" Target="../notesSlides/notesSlide47.xml"/><Relationship Id="Re7606703abbc4bf7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2f7cb2c1c54e4e2b" Type="http://schemas.openxmlformats.org/officeDocument/2006/relationships/slideLayout" Target="../slideLayouts/slideLayout1.xml"/><Relationship Id="R7f328ef020914d02" Type="http://schemas.openxmlformats.org/officeDocument/2006/relationships/image" Target="../media/image48.png"/><Relationship Id="Rd1dcd0565bd44c36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3e93f5017ebc4b24" Type="http://schemas.openxmlformats.org/officeDocument/2006/relationships/image" Target="../media/image49.png"/><Relationship Id="R87f20578ab864b46" Type="http://schemas.openxmlformats.org/officeDocument/2006/relationships/slideLayout" Target="../slideLayouts/slideLayout1.xml"/><Relationship Id="Rc7c48ecb9eee4007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012a9e00023147a8" Type="http://schemas.openxmlformats.org/officeDocument/2006/relationships/image" Target="../media/image50.png"/><Relationship Id="R2dff9c89779e4f17" Type="http://schemas.openxmlformats.org/officeDocument/2006/relationships/notesSlide" Target="../notesSlides/notesSlide50.xml"/><Relationship Id="Rca188189c876404d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5396ba25ff5a4dae" Type="http://schemas.openxmlformats.org/officeDocument/2006/relationships/slideLayout" Target="../slideLayouts/slideLayout1.xml"/><Relationship Id="Ra8de089edeed44bc" Type="http://schemas.openxmlformats.org/officeDocument/2006/relationships/notesSlide" Target="../notesSlides/notesSlide51.xml"/><Relationship Id="Refa90c1318ce4955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340a8bd93f184f64" Type="http://schemas.openxmlformats.org/officeDocument/2006/relationships/slideLayout" Target="../slideLayouts/slideLayout1.xml"/><Relationship Id="R9448fb88af414333" Type="http://schemas.openxmlformats.org/officeDocument/2006/relationships/notesSlide" Target="../notesSlides/notesSlide52.xml"/><Relationship Id="Ra6b0c53c09df47b8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3418fb60b4594f2c" Type="http://schemas.openxmlformats.org/officeDocument/2006/relationships/image" Target="../media/image53.png"/><Relationship Id="R68b0416017b842d5" Type="http://schemas.openxmlformats.org/officeDocument/2006/relationships/slideLayout" Target="../slideLayouts/slideLayout1.xml"/><Relationship Id="R9a255904feb044d0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02b5b35a49724d57" Type="http://schemas.openxmlformats.org/officeDocument/2006/relationships/slideLayout" Target="../slideLayouts/slideLayout1.xml"/><Relationship Id="Ra5e8553d747445df" Type="http://schemas.openxmlformats.org/officeDocument/2006/relationships/notesSlide" Target="../notesSlides/notesSlide54.xml"/><Relationship Id="Rca5ce653b9cd4fe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056ac944337f4776" Type="http://schemas.openxmlformats.org/officeDocument/2006/relationships/image" Target="../media/image55.png"/><Relationship Id="R4281c22148ce44fd" Type="http://schemas.openxmlformats.org/officeDocument/2006/relationships/notesSlide" Target="../notesSlides/notesSlide55.xml"/><Relationship Id="Rf86238324b6b4d28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8c30caa17b0e4a69" Type="http://schemas.openxmlformats.org/officeDocument/2006/relationships/notesSlide" Target="../notesSlides/notesSlide56.xml"/><Relationship Id="Rb539d0f4d2494fd4" Type="http://schemas.openxmlformats.org/officeDocument/2006/relationships/image" Target="../media/image56.png"/><Relationship Id="Rcb8a3a215c744156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28f47b3d64e44520" Type="http://schemas.openxmlformats.org/officeDocument/2006/relationships/slideLayout" Target="../slideLayouts/slideLayout1.xml"/><Relationship Id="R5bdd41e0c1e84406" Type="http://schemas.openxmlformats.org/officeDocument/2006/relationships/image" Target="../media/image57.png"/><Relationship Id="Rbccbd6994871421b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0a8ea1fc2fea4476" Type="http://schemas.openxmlformats.org/officeDocument/2006/relationships/notesSlide" Target="../notesSlides/notesSlide58.xml"/><Relationship Id="R9636c28c063048e0" Type="http://schemas.openxmlformats.org/officeDocument/2006/relationships/image" Target="../media/image58.png"/><Relationship Id="Rafbd3369027544ec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0b0f1f29d4a940f9" Type="http://schemas.openxmlformats.org/officeDocument/2006/relationships/image" Target="../media/image59.png"/><Relationship Id="R1a54c2b9fe534da8" Type="http://schemas.openxmlformats.org/officeDocument/2006/relationships/slideLayout" Target="../slideLayouts/slideLayout1.xml"/><Relationship Id="R657af982fcb442f9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6d0705d199934ce9" Type="http://schemas.openxmlformats.org/officeDocument/2006/relationships/notesSlide" Target="../notesSlides/notesSlide60.xml"/><Relationship Id="Rb5c2943a232b404c" Type="http://schemas.openxmlformats.org/officeDocument/2006/relationships/image" Target="../media/image60.png"/><Relationship Id="Rdff2ae627847407e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8280236ecbdd42bb" Type="http://schemas.openxmlformats.org/officeDocument/2006/relationships/notesSlide" Target="../notesSlides/notesSlide61.xml"/><Relationship Id="R9b1bdc397c654bce" Type="http://schemas.openxmlformats.org/officeDocument/2006/relationships/slideLayout" Target="../slideLayouts/slideLayout1.xml"/><Relationship Id="Rbd8d0be344ca42f7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2722d843968d4615" Type="http://schemas.openxmlformats.org/officeDocument/2006/relationships/image" Target="../media/image62.png"/><Relationship Id="Rab6c9d05a52b4d9f" Type="http://schemas.openxmlformats.org/officeDocument/2006/relationships/notesSlide" Target="../notesSlides/notesSlide62.xml"/><Relationship Id="Rb846316f28da4992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2d13fc1afb814af8" Type="http://schemas.openxmlformats.org/officeDocument/2006/relationships/slideLayout" Target="../slideLayouts/slideLayout1.xml"/><Relationship Id="R4929cd0eaaa149da" Type="http://schemas.openxmlformats.org/officeDocument/2006/relationships/notesSlide" Target="../notesSlides/notesSlide63.xml"/><Relationship Id="R8de93c8a8e8e40a9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20e9ccc043fa4e3d" Type="http://schemas.openxmlformats.org/officeDocument/2006/relationships/slideLayout" Target="../slideLayouts/slideLayout1.xml"/><Relationship Id="R5265e533fbf24a22" Type="http://schemas.openxmlformats.org/officeDocument/2006/relationships/notesSlide" Target="../notesSlides/notesSlide64.xml"/><Relationship Id="R9f3d137e20f74b3d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1ab304a1ac8441a1" Type="http://schemas.openxmlformats.org/officeDocument/2006/relationships/slideLayout" Target="../slideLayouts/slideLayout1.xml"/><Relationship Id="R8aa93c943bfc4b69" Type="http://schemas.openxmlformats.org/officeDocument/2006/relationships/notesSlide" Target="../notesSlides/notesSlide65.xml"/><Relationship Id="R97b7ae7002d24e3c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1d2bd169c1274c20" Type="http://schemas.openxmlformats.org/officeDocument/2006/relationships/image" Target="../media/image66.png"/><Relationship Id="Ra7501ed750a94058" Type="http://schemas.openxmlformats.org/officeDocument/2006/relationships/slideLayout" Target="../slideLayouts/slideLayout1.xml"/><Relationship Id="Rf29395ebbd8844ba" Type="http://schemas.openxmlformats.org/officeDocument/2006/relationships/notesSlide" Target="../notesSlides/notesSlide6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521fdb5947a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91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4a3533258472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4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7ef3fcf514a6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03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07bfb3b624485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8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216a85ef2422b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53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35f3eb20b42c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51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bd93ca3b94eb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3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41fd424544e89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68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db761bc3343f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97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d7d0d9bae494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8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4da0b946b422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5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c63a44996464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08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14a5ef920491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882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c90a51e314a1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573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b9c07cb064a5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909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7cc3e1ef6440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4082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06dc8bc71417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607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3b83c4dd3471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84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fb993838e4f7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60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4460434a9471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28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326191115412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829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1de784703415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247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d7457816240e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989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5701b576740b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079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1b5c079c4458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096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557ad673840f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309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1e22795bd47b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295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ae45e98d1409b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184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a51e00ba64ab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7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ea32b3b2d43f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09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e2d4d19cc4f6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992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09bcbce80481b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559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35adc24814b3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837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90585034a4b2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154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e19d9dfc849d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542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f9e7c568b4c4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101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2325cd8a94c5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81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105b5c0484bb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531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13aa74a124c4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352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548ee63f14685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687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c732b64c4409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545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ee33bf6b448c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223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563287c59489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4643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ac448a263492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0797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0acec6b484a1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504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b6d0ffca9486b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0304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06703abbc4bf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2292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28ef020914d0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0566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3f5017ebc4b2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3778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a9e00023147a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8811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90c1318ce4955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8587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0c53c09df47b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22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8fb60b4594f2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6744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ce653b9cd4fe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868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ac944337f477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2390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9d0f4d2494fd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6373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d41e0c1e8440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2303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6c28c063048e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1246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f1f29d4a940f9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6465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2943a232b404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270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d0be344ca42f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4488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2d843968d4615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475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93c8a8e8e40a9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1153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d137e20f74b3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6819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7ae7002d24e3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6309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bd169c1274c2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14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2026-07-30T03:55:17.5860000Z</dcterms:created>
  <dcterms:modified xsi:type="dcterms:W3CDTF">2026-07-30T03:55:17.5860000Z</dcterms:modified>
</coreProperties>
</file>