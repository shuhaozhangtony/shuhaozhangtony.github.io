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6bba574d1224876" Type="http://schemas.openxmlformats.org/officeDocument/2006/relationships/extended-properties" Target="docProps/app.xml"/><Relationship Id="R936062983ad541c6" Type="http://schemas.openxmlformats.org/package/2006/relationships/metadata/core-properties" Target="docProps/core.xml"/><Relationship Id="R9e14345863ea4d69"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4ecebdca59634b94"/>
  </p:sldMasterIdLst>
  <p:notesMasterIdLst>
    <p:notesMasterId xmlns:r="http://schemas.openxmlformats.org/officeDocument/2006/relationships" r:id="R6bf265dbcad34c92"/>
  </p:notesMasterIdLst>
  <p:sldIdLst>
    <p:sldId xmlns:r="http://schemas.openxmlformats.org/officeDocument/2006/relationships" id="256" r:id="R627bfc77bf8346b2"/>
    <p:sldId xmlns:r="http://schemas.openxmlformats.org/officeDocument/2006/relationships" id="257" r:id="Rb026c2cb2be4486d"/>
    <p:sldId xmlns:r="http://schemas.openxmlformats.org/officeDocument/2006/relationships" id="258" r:id="Rb63303f581a84077"/>
    <p:sldId xmlns:r="http://schemas.openxmlformats.org/officeDocument/2006/relationships" id="259" r:id="Ra1bb993eb7b7418f"/>
    <p:sldId xmlns:r="http://schemas.openxmlformats.org/officeDocument/2006/relationships" id="260" r:id="R4aeda03bf64d4eec"/>
    <p:sldId xmlns:r="http://schemas.openxmlformats.org/officeDocument/2006/relationships" id="261" r:id="R02115e86964848b9"/>
    <p:sldId xmlns:r="http://schemas.openxmlformats.org/officeDocument/2006/relationships" id="262" r:id="R2161e662ca58457f"/>
    <p:sldId xmlns:r="http://schemas.openxmlformats.org/officeDocument/2006/relationships" id="263" r:id="Ra658efeda64c48dd"/>
    <p:sldId xmlns:r="http://schemas.openxmlformats.org/officeDocument/2006/relationships" id="264" r:id="Re85d9883036b4ba0"/>
    <p:sldId xmlns:r="http://schemas.openxmlformats.org/officeDocument/2006/relationships" id="265" r:id="Rc15c120699764040"/>
    <p:sldId xmlns:r="http://schemas.openxmlformats.org/officeDocument/2006/relationships" id="266" r:id="R39754426fe254271"/>
    <p:sldId xmlns:r="http://schemas.openxmlformats.org/officeDocument/2006/relationships" id="267" r:id="R1fa92717456e497d"/>
    <p:sldId xmlns:r="http://schemas.openxmlformats.org/officeDocument/2006/relationships" id="268" r:id="Ra082424c3a984f03"/>
    <p:sldId xmlns:r="http://schemas.openxmlformats.org/officeDocument/2006/relationships" id="269" r:id="R76148ba0a48341a8"/>
    <p:sldId xmlns:r="http://schemas.openxmlformats.org/officeDocument/2006/relationships" id="270" r:id="R3a5a7a1217bb4015"/>
    <p:sldId xmlns:r="http://schemas.openxmlformats.org/officeDocument/2006/relationships" id="271" r:id="R5e2f8a34071745fd"/>
    <p:sldId xmlns:r="http://schemas.openxmlformats.org/officeDocument/2006/relationships" id="272" r:id="Rb375d40eda374f06"/>
    <p:sldId xmlns:r="http://schemas.openxmlformats.org/officeDocument/2006/relationships" id="273" r:id="Rd96c370703c0414c"/>
    <p:sldId xmlns:r="http://schemas.openxmlformats.org/officeDocument/2006/relationships" id="274" r:id="R375ccc11f2a94af5"/>
    <p:sldId xmlns:r="http://schemas.openxmlformats.org/officeDocument/2006/relationships" id="275" r:id="Rb8d94b4e380d40c9"/>
    <p:sldId xmlns:r="http://schemas.openxmlformats.org/officeDocument/2006/relationships" id="276" r:id="R7bcc24a52c79490d"/>
    <p:sldId xmlns:r="http://schemas.openxmlformats.org/officeDocument/2006/relationships" id="277" r:id="R00bffec88f8649d3"/>
    <p:sldId xmlns:r="http://schemas.openxmlformats.org/officeDocument/2006/relationships" id="278" r:id="Re59f3fecb1ea402a"/>
    <p:sldId xmlns:r="http://schemas.openxmlformats.org/officeDocument/2006/relationships" id="279" r:id="R8b636554a76143f5"/>
    <p:sldId xmlns:r="http://schemas.openxmlformats.org/officeDocument/2006/relationships" id="280" r:id="R4a512befb5b543a3"/>
    <p:sldId xmlns:r="http://schemas.openxmlformats.org/officeDocument/2006/relationships" id="281" r:id="R77fa8bb486ee40ec"/>
    <p:sldId xmlns:r="http://schemas.openxmlformats.org/officeDocument/2006/relationships" id="282" r:id="R46d0c2ae39db412d"/>
    <p:sldId xmlns:r="http://schemas.openxmlformats.org/officeDocument/2006/relationships" id="283" r:id="R6cb3c3df94ba4735"/>
    <p:sldId xmlns:r="http://schemas.openxmlformats.org/officeDocument/2006/relationships" id="284" r:id="Rb1df032e58804d23"/>
    <p:sldId xmlns:r="http://schemas.openxmlformats.org/officeDocument/2006/relationships" id="285" r:id="R5bfa6934ae6a4575"/>
    <p:sldId xmlns:r="http://schemas.openxmlformats.org/officeDocument/2006/relationships" id="286" r:id="Rde70ff21984f4b8b"/>
    <p:sldId xmlns:r="http://schemas.openxmlformats.org/officeDocument/2006/relationships" id="287" r:id="R87c90aa763a04792"/>
    <p:sldId xmlns:r="http://schemas.openxmlformats.org/officeDocument/2006/relationships" id="288" r:id="Rbaa2fa963c4b4249"/>
    <p:sldId xmlns:r="http://schemas.openxmlformats.org/officeDocument/2006/relationships" id="289" r:id="R63696332459a44b6"/>
    <p:sldId xmlns:r="http://schemas.openxmlformats.org/officeDocument/2006/relationships" id="290" r:id="Rc79a021dbfc14996"/>
    <p:sldId xmlns:r="http://schemas.openxmlformats.org/officeDocument/2006/relationships" id="291" r:id="R2f0555abd36b4790"/>
    <p:sldId xmlns:r="http://schemas.openxmlformats.org/officeDocument/2006/relationships" id="292" r:id="R134ed613b0ef4e58"/>
    <p:sldId xmlns:r="http://schemas.openxmlformats.org/officeDocument/2006/relationships" id="293" r:id="Rc9c161e87b714290"/>
    <p:sldId xmlns:r="http://schemas.openxmlformats.org/officeDocument/2006/relationships" id="294" r:id="Raadf9eb5bfef461f"/>
    <p:sldId xmlns:r="http://schemas.openxmlformats.org/officeDocument/2006/relationships" id="295" r:id="R7c784002349a43fd"/>
    <p:sldId xmlns:r="http://schemas.openxmlformats.org/officeDocument/2006/relationships" id="296" r:id="R75f36dbe16cf467f"/>
    <p:sldId xmlns:r="http://schemas.openxmlformats.org/officeDocument/2006/relationships" id="297" r:id="R7c101cc9cc794eb7"/>
    <p:sldId xmlns:r="http://schemas.openxmlformats.org/officeDocument/2006/relationships" id="298" r:id="R6b5de04c601b48b9"/>
    <p:sldId xmlns:r="http://schemas.openxmlformats.org/officeDocument/2006/relationships" id="299" r:id="R00e1c616b2f8406c"/>
    <p:sldId xmlns:r="http://schemas.openxmlformats.org/officeDocument/2006/relationships" id="300" r:id="R0269f82479b64a19"/>
    <p:sldId xmlns:r="http://schemas.openxmlformats.org/officeDocument/2006/relationships" id="301" r:id="R46eb40252a0b4a90"/>
    <p:sldId xmlns:r="http://schemas.openxmlformats.org/officeDocument/2006/relationships" id="302" r:id="R159cfd693008464b"/>
    <p:sldId xmlns:r="http://schemas.openxmlformats.org/officeDocument/2006/relationships" id="303" r:id="Rda81954d248c44dd"/>
    <p:sldId xmlns:r="http://schemas.openxmlformats.org/officeDocument/2006/relationships" id="304" r:id="R8d558f17346a40e0"/>
    <p:sldId xmlns:r="http://schemas.openxmlformats.org/officeDocument/2006/relationships" id="305" r:id="Raedfe22540334574"/>
    <p:sldId xmlns:r="http://schemas.openxmlformats.org/officeDocument/2006/relationships" id="306" r:id="Re252e67f228343da"/>
    <p:sldId xmlns:r="http://schemas.openxmlformats.org/officeDocument/2006/relationships" id="307" r:id="R2395d00b76ca4bff"/>
    <p:sldId xmlns:r="http://schemas.openxmlformats.org/officeDocument/2006/relationships" id="308" r:id="R6383d762b7ab4d6c"/>
    <p:sldId xmlns:r="http://schemas.openxmlformats.org/officeDocument/2006/relationships" id="309" r:id="R96a165ad0bbb462f"/>
    <p:sldId xmlns:r="http://schemas.openxmlformats.org/officeDocument/2006/relationships" id="310" r:id="R6649b8be1c344c9f"/>
    <p:sldId xmlns:r="http://schemas.openxmlformats.org/officeDocument/2006/relationships" id="311" r:id="Rb3a86cf3cf1642d0"/>
    <p:sldId xmlns:r="http://schemas.openxmlformats.org/officeDocument/2006/relationships" id="312" r:id="Rd7be3371f674438f"/>
    <p:sldId xmlns:r="http://schemas.openxmlformats.org/officeDocument/2006/relationships" id="313" r:id="R7be7d8da5e7340b2"/>
    <p:sldId xmlns:r="http://schemas.openxmlformats.org/officeDocument/2006/relationships" id="314" r:id="R42ef8f7a50a9420c"/>
    <p:sldId xmlns:r="http://schemas.openxmlformats.org/officeDocument/2006/relationships" id="315" r:id="R371d7dab1ec344c6"/>
    <p:sldId xmlns:r="http://schemas.openxmlformats.org/officeDocument/2006/relationships" id="316" r:id="R438730647a7a4761"/>
    <p:sldId xmlns:r="http://schemas.openxmlformats.org/officeDocument/2006/relationships" id="317" r:id="R3b04ebd215494806"/>
    <p:sldId xmlns:r="http://schemas.openxmlformats.org/officeDocument/2006/relationships" id="318" r:id="R94f4a31709ef4438"/>
    <p:sldId xmlns:r="http://schemas.openxmlformats.org/officeDocument/2006/relationships" id="319" r:id="R868da6fc0d674cdd"/>
    <p:sldId xmlns:r="http://schemas.openxmlformats.org/officeDocument/2006/relationships" id="320" r:id="Rfde3490366c149bf"/>
    <p:sldId xmlns:r="http://schemas.openxmlformats.org/officeDocument/2006/relationships" id="321" r:id="R718f48a25d5e4042"/>
    <p:sldId xmlns:r="http://schemas.openxmlformats.org/officeDocument/2006/relationships" id="322" r:id="R91dc01e17df849f8"/>
    <p:sldId xmlns:r="http://schemas.openxmlformats.org/officeDocument/2006/relationships" id="323" r:id="R326b85d2a0cd49c0"/>
    <p:sldId xmlns:r="http://schemas.openxmlformats.org/officeDocument/2006/relationships" id="324" r:id="R9d721902f22a41ab"/>
    <p:sldId xmlns:r="http://schemas.openxmlformats.org/officeDocument/2006/relationships" id="325" r:id="Rde90c2ad0d364d57"/>
    <p:sldId xmlns:r="http://schemas.openxmlformats.org/officeDocument/2006/relationships" id="326" r:id="Re1f02988bca34264"/>
    <p:sldId xmlns:r="http://schemas.openxmlformats.org/officeDocument/2006/relationships" id="327" r:id="Rd510d2dc7b614038"/>
    <p:sldId xmlns:r="http://schemas.openxmlformats.org/officeDocument/2006/relationships" id="328" r:id="R2bf2c16c97a7475f"/>
    <p:sldId xmlns:r="http://schemas.openxmlformats.org/officeDocument/2006/relationships" id="329" r:id="Ra0ab85540601414e"/>
    <p:sldId xmlns:r="http://schemas.openxmlformats.org/officeDocument/2006/relationships" id="330" r:id="R187c3b3b82ff4483"/>
    <p:sldId xmlns:r="http://schemas.openxmlformats.org/officeDocument/2006/relationships" id="331" r:id="R068a4791eda34a43"/>
    <p:sldId xmlns:r="http://schemas.openxmlformats.org/officeDocument/2006/relationships" id="332" r:id="R907ecd47e95844a2"/>
    <p:sldId xmlns:r="http://schemas.openxmlformats.org/officeDocument/2006/relationships" id="333" r:id="R10c6848d84bf4fcb"/>
    <p:sldId xmlns:r="http://schemas.openxmlformats.org/officeDocument/2006/relationships" id="334" r:id="R4988dfe679604d05"/>
    <p:sldId xmlns:r="http://schemas.openxmlformats.org/officeDocument/2006/relationships" id="335" r:id="R67b3057db365443f"/>
    <p:sldId xmlns:r="http://schemas.openxmlformats.org/officeDocument/2006/relationships" id="336" r:id="R25ad55a368054e60"/>
    <p:sldId xmlns:r="http://schemas.openxmlformats.org/officeDocument/2006/relationships" id="337" r:id="R41bcf3461eae495e"/>
    <p:sldId xmlns:r="http://schemas.openxmlformats.org/officeDocument/2006/relationships" id="338" r:id="R9928a3fff7d3451d"/>
    <p:sldId xmlns:r="http://schemas.openxmlformats.org/officeDocument/2006/relationships" id="339" r:id="R435ae79b36684ee2"/>
    <p:sldId xmlns:r="http://schemas.openxmlformats.org/officeDocument/2006/relationships" id="340" r:id="Rb8f2ca3468e14758"/>
    <p:sldId xmlns:r="http://schemas.openxmlformats.org/officeDocument/2006/relationships" id="341" r:id="Rc815af3f767b41a0"/>
    <p:sldId xmlns:r="http://schemas.openxmlformats.org/officeDocument/2006/relationships" id="342" r:id="Rab54be6e86e84cd7"/>
    <p:sldId xmlns:r="http://schemas.openxmlformats.org/officeDocument/2006/relationships" id="343" r:id="Rb46f49b286d84575"/>
    <p:sldId xmlns:r="http://schemas.openxmlformats.org/officeDocument/2006/relationships" id="344" r:id="R1fe08eaf03be46e8"/>
    <p:sldId xmlns:r="http://schemas.openxmlformats.org/officeDocument/2006/relationships" id="345" r:id="Redca5f95daa7460e"/>
    <p:sldId xmlns:r="http://schemas.openxmlformats.org/officeDocument/2006/relationships" id="346" r:id="Rac6f090da7cc449c"/>
    <p:sldId xmlns:r="http://schemas.openxmlformats.org/officeDocument/2006/relationships" id="347" r:id="R165aab81a5c649e1"/>
    <p:sldId xmlns:r="http://schemas.openxmlformats.org/officeDocument/2006/relationships" id="348" r:id="R34446fe4e3b84e9d"/>
    <p:sldId xmlns:r="http://schemas.openxmlformats.org/officeDocument/2006/relationships" id="349" r:id="R2823939b35184886"/>
    <p:sldId xmlns:r="http://schemas.openxmlformats.org/officeDocument/2006/relationships" id="350" r:id="R9e84523a906f4c4b"/>
    <p:sldId xmlns:r="http://schemas.openxmlformats.org/officeDocument/2006/relationships" id="351" r:id="Rfa72651dfb8b4389"/>
    <p:sldId xmlns:r="http://schemas.openxmlformats.org/officeDocument/2006/relationships" id="352" r:id="R21ee25ad2f614ad5"/>
    <p:sldId xmlns:r="http://schemas.openxmlformats.org/officeDocument/2006/relationships" id="353" r:id="Rf639164752514ef4"/>
    <p:sldId xmlns:r="http://schemas.openxmlformats.org/officeDocument/2006/relationships" id="354" r:id="R1c31ca9a514d4665"/>
    <p:sldId xmlns:r="http://schemas.openxmlformats.org/officeDocument/2006/relationships" id="355" r:id="Rb10eb088a1484e52"/>
    <p:sldId xmlns:r="http://schemas.openxmlformats.org/officeDocument/2006/relationships" id="356" r:id="R696d5bd87c35430d"/>
    <p:sldId xmlns:r="http://schemas.openxmlformats.org/officeDocument/2006/relationships" id="357" r:id="Rcf228b40bebc446a"/>
    <p:sldId xmlns:r="http://schemas.openxmlformats.org/officeDocument/2006/relationships" id="358" r:id="R1600f75680c843bf"/>
    <p:sldId xmlns:r="http://schemas.openxmlformats.org/officeDocument/2006/relationships" id="359" r:id="R969ec127365546cd"/>
    <p:sldId xmlns:r="http://schemas.openxmlformats.org/officeDocument/2006/relationships" id="360" r:id="Rca57c791a7854c4f"/>
    <p:sldId xmlns:r="http://schemas.openxmlformats.org/officeDocument/2006/relationships" id="361" r:id="R8e80a12485034908"/>
    <p:sldId xmlns:r="http://schemas.openxmlformats.org/officeDocument/2006/relationships" id="362" r:id="Rb020ed84c71e4a5e"/>
    <p:sldId xmlns:r="http://schemas.openxmlformats.org/officeDocument/2006/relationships" id="363" r:id="R3582b25af1ae4f31"/>
    <p:sldId xmlns:r="http://schemas.openxmlformats.org/officeDocument/2006/relationships" id="364" r:id="Rc25df66a6efc43fe"/>
    <p:sldId xmlns:r="http://schemas.openxmlformats.org/officeDocument/2006/relationships" id="365" r:id="R5235b7c80356462e"/>
    <p:sldId xmlns:r="http://schemas.openxmlformats.org/officeDocument/2006/relationships" id="366" r:id="R040d35d916d84163"/>
    <p:sldId xmlns:r="http://schemas.openxmlformats.org/officeDocument/2006/relationships" id="367" r:id="R07b50edccaaf48c8"/>
    <p:sldId xmlns:r="http://schemas.openxmlformats.org/officeDocument/2006/relationships" id="368" r:id="R776a129c7f344c9d"/>
    <p:sldId xmlns:r="http://schemas.openxmlformats.org/officeDocument/2006/relationships" id="369" r:id="R3feb791723064d6a"/>
    <p:sldId xmlns:r="http://schemas.openxmlformats.org/officeDocument/2006/relationships" id="370" r:id="R0b5be95d5a314b9c"/>
    <p:sldId xmlns:r="http://schemas.openxmlformats.org/officeDocument/2006/relationships" id="371" r:id="R0648c4e6c6db4efe"/>
    <p:sldId xmlns:r="http://schemas.openxmlformats.org/officeDocument/2006/relationships" id="372" r:id="R27e260f2f9d14510"/>
    <p:sldId xmlns:r="http://schemas.openxmlformats.org/officeDocument/2006/relationships" id="373" r:id="R9b31694e71484d2c"/>
    <p:sldId xmlns:r="http://schemas.openxmlformats.org/officeDocument/2006/relationships" id="374" r:id="Rb19dfb5f64a04633"/>
    <p:sldId xmlns:r="http://schemas.openxmlformats.org/officeDocument/2006/relationships" id="375" r:id="R5085f7a918d64de2"/>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bffec88f8649d3" Type="http://schemas.openxmlformats.org/officeDocument/2006/relationships/slide" Target="slides/slide22.xml"/><Relationship Id="R00e1c616b2f8406c" Type="http://schemas.openxmlformats.org/officeDocument/2006/relationships/slide" Target="slides/slide44.xml"/><Relationship Id="R02115e86964848b9" Type="http://schemas.openxmlformats.org/officeDocument/2006/relationships/slide" Target="slides/slide6.xml"/><Relationship Id="R0269f82479b64a19" Type="http://schemas.openxmlformats.org/officeDocument/2006/relationships/slide" Target="slides/slide45.xml"/><Relationship Id="R040d35d916d84163" Type="http://schemas.openxmlformats.org/officeDocument/2006/relationships/slide" Target="slides/slide111.xml"/><Relationship Id="R0648c4e6c6db4efe" Type="http://schemas.openxmlformats.org/officeDocument/2006/relationships/slide" Target="slides/slide116.xml"/><Relationship Id="R068a4791eda34a43" Type="http://schemas.openxmlformats.org/officeDocument/2006/relationships/slide" Target="slides/slide76.xml"/><Relationship Id="R07b50edccaaf48c8" Type="http://schemas.openxmlformats.org/officeDocument/2006/relationships/slide" Target="slides/slide112.xml"/><Relationship Id="R0b5be95d5a314b9c" Type="http://schemas.openxmlformats.org/officeDocument/2006/relationships/slide" Target="slides/slide115.xml"/><Relationship Id="R10c6848d84bf4fcb" Type="http://schemas.openxmlformats.org/officeDocument/2006/relationships/slide" Target="slides/slide78.xml"/><Relationship Id="R134ed613b0ef4e58" Type="http://schemas.openxmlformats.org/officeDocument/2006/relationships/slide" Target="slides/slide37.xml"/><Relationship Id="R159cfd693008464b" Type="http://schemas.openxmlformats.org/officeDocument/2006/relationships/slide" Target="slides/slide47.xml"/><Relationship Id="R1600f75680c843bf" Type="http://schemas.openxmlformats.org/officeDocument/2006/relationships/slide" Target="slides/slide103.xml"/><Relationship Id="R165aab81a5c649e1" Type="http://schemas.openxmlformats.org/officeDocument/2006/relationships/slide" Target="slides/slide92.xml"/><Relationship Id="R187c3b3b82ff4483" Type="http://schemas.openxmlformats.org/officeDocument/2006/relationships/slide" Target="slides/slide75.xml"/><Relationship Id="R18f847c8757a47b9" Type="http://schemas.openxmlformats.org/officeDocument/2006/relationships/presProps" Target="presProps.xml"/><Relationship Id="R1c31ca9a514d4665" Type="http://schemas.openxmlformats.org/officeDocument/2006/relationships/slide" Target="slides/slide99.xml"/><Relationship Id="R1fa92717456e497d" Type="http://schemas.openxmlformats.org/officeDocument/2006/relationships/slide" Target="slides/slide12.xml"/><Relationship Id="R1fe08eaf03be46e8" Type="http://schemas.openxmlformats.org/officeDocument/2006/relationships/slide" Target="slides/slide89.xml"/><Relationship Id="R2161e662ca58457f" Type="http://schemas.openxmlformats.org/officeDocument/2006/relationships/slide" Target="slides/slide7.xml"/><Relationship Id="R21ee25ad2f614ad5" Type="http://schemas.openxmlformats.org/officeDocument/2006/relationships/slide" Target="slides/slide97.xml"/><Relationship Id="R2395d00b76ca4bff" Type="http://schemas.openxmlformats.org/officeDocument/2006/relationships/slide" Target="slides/slide52.xml"/><Relationship Id="R25ad55a368054e60" Type="http://schemas.openxmlformats.org/officeDocument/2006/relationships/slide" Target="slides/slide81.xml"/><Relationship Id="R27e260f2f9d14510" Type="http://schemas.openxmlformats.org/officeDocument/2006/relationships/slide" Target="slides/slide117.xml"/><Relationship Id="R2823939b35184886" Type="http://schemas.openxmlformats.org/officeDocument/2006/relationships/slide" Target="slides/slide94.xml"/><Relationship Id="R2bf2c16c97a7475f" Type="http://schemas.openxmlformats.org/officeDocument/2006/relationships/slide" Target="slides/slide73.xml"/><Relationship Id="R2f0555abd36b4790" Type="http://schemas.openxmlformats.org/officeDocument/2006/relationships/slide" Target="slides/slide36.xml"/><Relationship Id="R326b85d2a0cd49c0" Type="http://schemas.openxmlformats.org/officeDocument/2006/relationships/slide" Target="slides/slide68.xml"/><Relationship Id="R34446fe4e3b84e9d" Type="http://schemas.openxmlformats.org/officeDocument/2006/relationships/slide" Target="slides/slide93.xml"/><Relationship Id="R3582b25af1ae4f31" Type="http://schemas.openxmlformats.org/officeDocument/2006/relationships/slide" Target="slides/slide108.xml"/><Relationship Id="R371d7dab1ec344c6" Type="http://schemas.openxmlformats.org/officeDocument/2006/relationships/slide" Target="slides/slide60.xml"/><Relationship Id="R375ccc11f2a94af5" Type="http://schemas.openxmlformats.org/officeDocument/2006/relationships/slide" Target="slides/slide19.xml"/><Relationship Id="R39754426fe254271" Type="http://schemas.openxmlformats.org/officeDocument/2006/relationships/slide" Target="slides/slide11.xml"/><Relationship Id="R3a5a7a1217bb4015" Type="http://schemas.openxmlformats.org/officeDocument/2006/relationships/slide" Target="slides/slide15.xml"/><Relationship Id="R3b04ebd215494806" Type="http://schemas.openxmlformats.org/officeDocument/2006/relationships/slide" Target="slides/slide62.xml"/><Relationship Id="R3feb791723064d6a" Type="http://schemas.openxmlformats.org/officeDocument/2006/relationships/slide" Target="slides/slide114.xml"/><Relationship Id="R41bcf3461eae495e" Type="http://schemas.openxmlformats.org/officeDocument/2006/relationships/slide" Target="slides/slide82.xml"/><Relationship Id="R42ef8f7a50a9420c" Type="http://schemas.openxmlformats.org/officeDocument/2006/relationships/slide" Target="slides/slide59.xml"/><Relationship Id="R435ae79b36684ee2" Type="http://schemas.openxmlformats.org/officeDocument/2006/relationships/slide" Target="slides/slide84.xml"/><Relationship Id="R438730647a7a4761" Type="http://schemas.openxmlformats.org/officeDocument/2006/relationships/slide" Target="slides/slide61.xml"/><Relationship Id="R46d0c2ae39db412d" Type="http://schemas.openxmlformats.org/officeDocument/2006/relationships/slide" Target="slides/slide27.xml"/><Relationship Id="R46eb40252a0b4a90" Type="http://schemas.openxmlformats.org/officeDocument/2006/relationships/slide" Target="slides/slide46.xml"/><Relationship Id="R4988dfe679604d05" Type="http://schemas.openxmlformats.org/officeDocument/2006/relationships/slide" Target="slides/slide79.xml"/><Relationship Id="R4a512befb5b543a3" Type="http://schemas.openxmlformats.org/officeDocument/2006/relationships/slide" Target="slides/slide25.xml"/><Relationship Id="R4aeda03bf64d4eec" Type="http://schemas.openxmlformats.org/officeDocument/2006/relationships/slide" Target="slides/slide5.xml"/><Relationship Id="R4ecebdca59634b94" Type="http://schemas.openxmlformats.org/officeDocument/2006/relationships/slideMaster" Target="slideMasters/slideMaster1.xml"/><Relationship Id="R5085f7a918d64de2" Type="http://schemas.openxmlformats.org/officeDocument/2006/relationships/slide" Target="slides/slide120.xml"/><Relationship Id="R5235b7c80356462e" Type="http://schemas.openxmlformats.org/officeDocument/2006/relationships/slide" Target="slides/slide110.xml"/><Relationship Id="R5bfa6934ae6a4575" Type="http://schemas.openxmlformats.org/officeDocument/2006/relationships/slide" Target="slides/slide30.xml"/><Relationship Id="R5e2f8a34071745fd" Type="http://schemas.openxmlformats.org/officeDocument/2006/relationships/slide" Target="slides/slide16.xml"/><Relationship Id="R627bfc77bf8346b2" Type="http://schemas.openxmlformats.org/officeDocument/2006/relationships/slide" Target="slides/slide1.xml"/><Relationship Id="R63696332459a44b6" Type="http://schemas.openxmlformats.org/officeDocument/2006/relationships/slide" Target="slides/slide34.xml"/><Relationship Id="R6383d762b7ab4d6c" Type="http://schemas.openxmlformats.org/officeDocument/2006/relationships/slide" Target="slides/slide53.xml"/><Relationship Id="R6649b8be1c344c9f" Type="http://schemas.openxmlformats.org/officeDocument/2006/relationships/slide" Target="slides/slide55.xml"/><Relationship Id="R67b3057db365443f" Type="http://schemas.openxmlformats.org/officeDocument/2006/relationships/slide" Target="slides/slide80.xml"/><Relationship Id="R696d5bd87c35430d" Type="http://schemas.openxmlformats.org/officeDocument/2006/relationships/slide" Target="slides/slide101.xml"/><Relationship Id="R6b5de04c601b48b9" Type="http://schemas.openxmlformats.org/officeDocument/2006/relationships/slide" Target="slides/slide43.xml"/><Relationship Id="R6bf265dbcad34c92" Type="http://schemas.openxmlformats.org/officeDocument/2006/relationships/notesMaster" Target="notesMasters/notesMaster1.xml"/><Relationship Id="R6cb3c3df94ba4735" Type="http://schemas.openxmlformats.org/officeDocument/2006/relationships/slide" Target="slides/slide28.xml"/><Relationship Id="R718f48a25d5e4042" Type="http://schemas.openxmlformats.org/officeDocument/2006/relationships/slide" Target="slides/slide66.xml"/><Relationship Id="R75f36dbe16cf467f" Type="http://schemas.openxmlformats.org/officeDocument/2006/relationships/slide" Target="slides/slide41.xml"/><Relationship Id="R76148ba0a48341a8" Type="http://schemas.openxmlformats.org/officeDocument/2006/relationships/slide" Target="slides/slide14.xml"/><Relationship Id="R776a129c7f344c9d" Type="http://schemas.openxmlformats.org/officeDocument/2006/relationships/slide" Target="slides/slide113.xml"/><Relationship Id="R77fa8bb486ee40ec" Type="http://schemas.openxmlformats.org/officeDocument/2006/relationships/slide" Target="slides/slide26.xml"/><Relationship Id="R79b4d17b9610430e" Type="http://schemas.openxmlformats.org/officeDocument/2006/relationships/tableStyles" Target="tableStyles.xml"/><Relationship Id="R7bcc24a52c79490d" Type="http://schemas.openxmlformats.org/officeDocument/2006/relationships/slide" Target="slides/slide21.xml"/><Relationship Id="R7be7d8da5e7340b2" Type="http://schemas.openxmlformats.org/officeDocument/2006/relationships/slide" Target="slides/slide58.xml"/><Relationship Id="R7c101cc9cc794eb7" Type="http://schemas.openxmlformats.org/officeDocument/2006/relationships/slide" Target="slides/slide42.xml"/><Relationship Id="R7c784002349a43fd" Type="http://schemas.openxmlformats.org/officeDocument/2006/relationships/slide" Target="slides/slide40.xml"/><Relationship Id="R868da6fc0d674cdd" Type="http://schemas.openxmlformats.org/officeDocument/2006/relationships/slide" Target="slides/slide64.xml"/><Relationship Id="R87c90aa763a04792" Type="http://schemas.openxmlformats.org/officeDocument/2006/relationships/slide" Target="slides/slide32.xml"/><Relationship Id="R8b636554a76143f5" Type="http://schemas.openxmlformats.org/officeDocument/2006/relationships/slide" Target="slides/slide24.xml"/><Relationship Id="R8d558f17346a40e0" Type="http://schemas.openxmlformats.org/officeDocument/2006/relationships/slide" Target="slides/slide49.xml"/><Relationship Id="R8e80a12485034908" Type="http://schemas.openxmlformats.org/officeDocument/2006/relationships/slide" Target="slides/slide106.xml"/><Relationship Id="R907ecd47e95844a2" Type="http://schemas.openxmlformats.org/officeDocument/2006/relationships/slide" Target="slides/slide77.xml"/><Relationship Id="R91dc01e17df849f8" Type="http://schemas.openxmlformats.org/officeDocument/2006/relationships/slide" Target="slides/slide67.xml"/><Relationship Id="R94f4a31709ef4438" Type="http://schemas.openxmlformats.org/officeDocument/2006/relationships/slide" Target="slides/slide63.xml"/><Relationship Id="R969ec127365546cd" Type="http://schemas.openxmlformats.org/officeDocument/2006/relationships/slide" Target="slides/slide104.xml"/><Relationship Id="R96a165ad0bbb462f" Type="http://schemas.openxmlformats.org/officeDocument/2006/relationships/slide" Target="slides/slide54.xml"/><Relationship Id="R9928a3fff7d3451d" Type="http://schemas.openxmlformats.org/officeDocument/2006/relationships/slide" Target="slides/slide83.xml"/><Relationship Id="R9b31694e71484d2c" Type="http://schemas.openxmlformats.org/officeDocument/2006/relationships/slide" Target="slides/slide118.xml"/><Relationship Id="R9d721902f22a41ab" Type="http://schemas.openxmlformats.org/officeDocument/2006/relationships/slide" Target="slides/slide69.xml"/><Relationship Id="R9e84523a906f4c4b" Type="http://schemas.openxmlformats.org/officeDocument/2006/relationships/slide" Target="slides/slide95.xml"/><Relationship Id="Ra082424c3a984f03" Type="http://schemas.openxmlformats.org/officeDocument/2006/relationships/slide" Target="slides/slide13.xml"/><Relationship Id="Ra0ab85540601414e" Type="http://schemas.openxmlformats.org/officeDocument/2006/relationships/slide" Target="slides/slide74.xml"/><Relationship Id="Ra1bb993eb7b7418f" Type="http://schemas.openxmlformats.org/officeDocument/2006/relationships/slide" Target="slides/slide4.xml"/><Relationship Id="Ra658efeda64c48dd" Type="http://schemas.openxmlformats.org/officeDocument/2006/relationships/slide" Target="slides/slide8.xml"/><Relationship Id="Raadf9eb5bfef461f" Type="http://schemas.openxmlformats.org/officeDocument/2006/relationships/slide" Target="slides/slide39.xml"/><Relationship Id="Rab54be6e86e84cd7" Type="http://schemas.openxmlformats.org/officeDocument/2006/relationships/slide" Target="slides/slide87.xml"/><Relationship Id="Rac6f090da7cc449c" Type="http://schemas.openxmlformats.org/officeDocument/2006/relationships/slide" Target="slides/slide91.xml"/><Relationship Id="Raedfe22540334574" Type="http://schemas.openxmlformats.org/officeDocument/2006/relationships/slide" Target="slides/slide50.xml"/><Relationship Id="Rb020ed84c71e4a5e" Type="http://schemas.openxmlformats.org/officeDocument/2006/relationships/slide" Target="slides/slide107.xml"/><Relationship Id="Rb026c2cb2be4486d" Type="http://schemas.openxmlformats.org/officeDocument/2006/relationships/slide" Target="slides/slide2.xml"/><Relationship Id="Rb10eb088a1484e52" Type="http://schemas.openxmlformats.org/officeDocument/2006/relationships/slide" Target="slides/slide100.xml"/><Relationship Id="Rb19dfb5f64a04633" Type="http://schemas.openxmlformats.org/officeDocument/2006/relationships/slide" Target="slides/slide119.xml"/><Relationship Id="Rb1df032e58804d23" Type="http://schemas.openxmlformats.org/officeDocument/2006/relationships/slide" Target="slides/slide29.xml"/><Relationship Id="Rb375d40eda374f06" Type="http://schemas.openxmlformats.org/officeDocument/2006/relationships/slide" Target="slides/slide17.xml"/><Relationship Id="Rb3a86cf3cf1642d0" Type="http://schemas.openxmlformats.org/officeDocument/2006/relationships/slide" Target="slides/slide56.xml"/><Relationship Id="Rb46f49b286d84575" Type="http://schemas.openxmlformats.org/officeDocument/2006/relationships/slide" Target="slides/slide88.xml"/><Relationship Id="Rb63303f581a84077" Type="http://schemas.openxmlformats.org/officeDocument/2006/relationships/slide" Target="slides/slide3.xml"/><Relationship Id="Rb8d94b4e380d40c9" Type="http://schemas.openxmlformats.org/officeDocument/2006/relationships/slide" Target="slides/slide20.xml"/><Relationship Id="Rb8f2ca3468e14758" Type="http://schemas.openxmlformats.org/officeDocument/2006/relationships/slide" Target="slides/slide85.xml"/><Relationship Id="Rbaa2fa963c4b4249" Type="http://schemas.openxmlformats.org/officeDocument/2006/relationships/slide" Target="slides/slide33.xml"/><Relationship Id="Rc15c120699764040" Type="http://schemas.openxmlformats.org/officeDocument/2006/relationships/slide" Target="slides/slide10.xml"/><Relationship Id="Rc25df66a6efc43fe" Type="http://schemas.openxmlformats.org/officeDocument/2006/relationships/slide" Target="slides/slide109.xml"/><Relationship Id="Rc79a021dbfc14996" Type="http://schemas.openxmlformats.org/officeDocument/2006/relationships/slide" Target="slides/slide35.xml"/><Relationship Id="Rc815af3f767b41a0" Type="http://schemas.openxmlformats.org/officeDocument/2006/relationships/slide" Target="slides/slide86.xml"/><Relationship Id="Rc9c161e87b714290" Type="http://schemas.openxmlformats.org/officeDocument/2006/relationships/slide" Target="slides/slide38.xml"/><Relationship Id="Rca57c791a7854c4f" Type="http://schemas.openxmlformats.org/officeDocument/2006/relationships/slide" Target="slides/slide105.xml"/><Relationship Id="Rcf228b40bebc446a" Type="http://schemas.openxmlformats.org/officeDocument/2006/relationships/slide" Target="slides/slide102.xml"/><Relationship Id="Rd510d2dc7b614038" Type="http://schemas.openxmlformats.org/officeDocument/2006/relationships/slide" Target="slides/slide72.xml"/><Relationship Id="Rd7be3371f674438f" Type="http://schemas.openxmlformats.org/officeDocument/2006/relationships/slide" Target="slides/slide57.xml"/><Relationship Id="Rd96c370703c0414c" Type="http://schemas.openxmlformats.org/officeDocument/2006/relationships/slide" Target="slides/slide18.xml"/><Relationship Id="Rda81954d248c44dd" Type="http://schemas.openxmlformats.org/officeDocument/2006/relationships/slide" Target="slides/slide48.xml"/><Relationship Id="Rde70ff21984f4b8b" Type="http://schemas.openxmlformats.org/officeDocument/2006/relationships/slide" Target="slides/slide31.xml"/><Relationship Id="Rde90c2ad0d364d57" Type="http://schemas.openxmlformats.org/officeDocument/2006/relationships/slide" Target="slides/slide70.xml"/><Relationship Id="Rdea9b80417214830" Type="http://schemas.openxmlformats.org/officeDocument/2006/relationships/theme" Target="theme/theme1.xml"/><Relationship Id="Re1f02988bca34264" Type="http://schemas.openxmlformats.org/officeDocument/2006/relationships/slide" Target="slides/slide71.xml"/><Relationship Id="Re252e67f228343da" Type="http://schemas.openxmlformats.org/officeDocument/2006/relationships/slide" Target="slides/slide51.xml"/><Relationship Id="Re59f3fecb1ea402a" Type="http://schemas.openxmlformats.org/officeDocument/2006/relationships/slide" Target="slides/slide23.xml"/><Relationship Id="Re85d9883036b4ba0" Type="http://schemas.openxmlformats.org/officeDocument/2006/relationships/slide" Target="slides/slide9.xml"/><Relationship Id="Redca5f95daa7460e" Type="http://schemas.openxmlformats.org/officeDocument/2006/relationships/slide" Target="slides/slide90.xml"/><Relationship Id="Rf639164752514ef4" Type="http://schemas.openxmlformats.org/officeDocument/2006/relationships/slide" Target="slides/slide98.xml"/><Relationship Id="Rfa72651dfb8b4389" Type="http://schemas.openxmlformats.org/officeDocument/2006/relationships/slide" Target="slides/slide96.xml"/><Relationship Id="Rfde3490366c149bf"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37779a4dda40439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52631a0ac594928" Type="http://schemas.openxmlformats.org/officeDocument/2006/relationships/notesMaster" Target="../notesMasters/notesMaster1.xml"/><Relationship Id="R78257e23342c460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4f8644ba30a4fac" Type="http://schemas.openxmlformats.org/officeDocument/2006/relationships/slide" Target="../slides/slide2.xml"/><Relationship Id="Rdf4329e60f23455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6655ed720ff45c0" Type="http://schemas.openxmlformats.org/officeDocument/2006/relationships/slide" Target="../slides/slide3.xml"/><Relationship Id="Rf3481b8571204d7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bf933623eb5143b0" Type="http://schemas.openxmlformats.org/officeDocument/2006/relationships/notesMaster" Target="../notesMasters/notesMaster1.xml"/><Relationship Id="Rca712d2c60f24386"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29c4519bde7541fa" Type="http://schemas.openxmlformats.org/officeDocument/2006/relationships/slide" Target="../slides/slide5.xml"/><Relationship Id="R7586c416f0324df3"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8c19cecb58124b3d" Type="http://schemas.openxmlformats.org/officeDocument/2006/relationships/slide" Target="../slides/slide6.xml"/><Relationship Id="Rfe72df2854ed4b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6c47f30ce1b4be2" Type="http://schemas.openxmlformats.org/officeDocument/2006/relationships/notesMaster" Target="../notesMasters/notesMaster1.xml"/><Relationship Id="R2fb2d22992834ff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f5e791dfc244261" Type="http://schemas.openxmlformats.org/officeDocument/2006/relationships/notesMaster" Target="../notesMasters/notesMaster1.xml"/><Relationship Id="Ra1771ddd4c9547ee"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12b463a11f342d4" Type="http://schemas.openxmlformats.org/officeDocument/2006/relationships/slide" Target="../slides/slide9.xml"/><Relationship Id="Rd0d52b1a93ad497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73e9ba7da98945ba" Type="http://schemas.openxmlformats.org/officeDocument/2006/relationships/slide" Target="../slides/slide10.xml"/><Relationship Id="R9d3183545a584f70"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8ee9a0142d74b1d" Type="http://schemas.openxmlformats.org/officeDocument/2006/relationships/slide" Target="../slides/slide11.xml"/><Relationship Id="Ra1fbacc4a7a54215"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a9bdb3e3aaa4520" Type="http://schemas.openxmlformats.org/officeDocument/2006/relationships/notesMaster" Target="../notesMasters/notesMaster1.xml"/><Relationship Id="R75f58380c2504afb"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f4f3191d6d45f9" Type="http://schemas.openxmlformats.org/officeDocument/2006/relationships/slide" Target="../slides/slide13.xml"/><Relationship Id="Rd0b782af8fa1498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9beaf425fa9447f" Type="http://schemas.openxmlformats.org/officeDocument/2006/relationships/slide" Target="../slides/slide14.xml"/><Relationship Id="R4e70c57232084e2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8bd7b38edb054bdd" Type="http://schemas.openxmlformats.org/officeDocument/2006/relationships/slide" Target="../slides/slide15.xml"/><Relationship Id="Rcf82f86e0bf94e0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ba892e8fe1db448a" Type="http://schemas.openxmlformats.org/officeDocument/2006/relationships/slide" Target="../slides/slide16.xml"/><Relationship Id="Rc804555d1e23462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c72b3cc2f90c4c47" Type="http://schemas.openxmlformats.org/officeDocument/2006/relationships/notesMaster" Target="../notesMasters/notesMaster1.xml"/><Relationship Id="Rd1ce4421058a4c74"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2c607f17b884487" Type="http://schemas.openxmlformats.org/officeDocument/2006/relationships/slide" Target="../slides/slide18.xml"/><Relationship Id="R7ae5c88fa6d84bf3"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5afd0daa038343ab" Type="http://schemas.openxmlformats.org/officeDocument/2006/relationships/slide" Target="../slides/slide19.xml"/><Relationship Id="Rcb6a4d04a19d442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3613306a78f34ba0" Type="http://schemas.openxmlformats.org/officeDocument/2006/relationships/slide" Target="../slides/slide20.xml"/><Relationship Id="Rd73d8fa03feb4e7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d23a6a42fb0e4563" Type="http://schemas.openxmlformats.org/officeDocument/2006/relationships/notesMaster" Target="../notesMasters/notesMaster1.xml"/><Relationship Id="Re706be06e700494f"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9fd62027052c46bf" Type="http://schemas.openxmlformats.org/officeDocument/2006/relationships/slide" Target="../slides/slide22.xml"/><Relationship Id="Rb38eb57e926541b8"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9b65161b86cc4695" Type="http://schemas.openxmlformats.org/officeDocument/2006/relationships/slide" Target="../slides/slide23.xml"/><Relationship Id="Rbd8f814251a94d3d"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172ac3784314885" Type="http://schemas.openxmlformats.org/officeDocument/2006/relationships/slide" Target="../slides/slide24.xml"/><Relationship Id="Rd818681f6bf0417f"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25f356fbc99c47e6" Type="http://schemas.openxmlformats.org/officeDocument/2006/relationships/slide" Target="../slides/slide25.xml"/><Relationship Id="Rb8db94fc7ffe4f3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877c0535c6c24624" Type="http://schemas.openxmlformats.org/officeDocument/2006/relationships/slide" Target="../slides/slide26.xml"/><Relationship Id="Rb2c1313cc6cc4187"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4527da44f28942d9" Type="http://schemas.openxmlformats.org/officeDocument/2006/relationships/slide" Target="../slides/slide27.xml"/><Relationship Id="Rfa841426aa064fc7"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19141b627c8f4550" Type="http://schemas.openxmlformats.org/officeDocument/2006/relationships/slide" Target="../slides/slide28.xml"/><Relationship Id="R60a5827abc6748e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923c7a9fd2d44279" Type="http://schemas.openxmlformats.org/officeDocument/2006/relationships/notesMaster" Target="../notesMasters/notesMaster1.xml"/><Relationship Id="Rd8fe9c5048e24206"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81b57f71b78454e" Type="http://schemas.openxmlformats.org/officeDocument/2006/relationships/notesMaster" Target="../notesMasters/notesMaster1.xml"/><Relationship Id="Rc27bd75146034f2c"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0fdb1df120f24cad" Type="http://schemas.openxmlformats.org/officeDocument/2006/relationships/notesMaster" Target="../notesMasters/notesMaster1.xml"/><Relationship Id="R6391f719d97d427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4ba8814e3a02419e" Type="http://schemas.openxmlformats.org/officeDocument/2006/relationships/notesMaster" Target="../notesMasters/notesMaster1.xml"/><Relationship Id="Rf2725f4c35a84a0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0960101ccecb4c49" Type="http://schemas.openxmlformats.org/officeDocument/2006/relationships/notesMaster" Target="../notesMasters/notesMaster1.xml"/><Relationship Id="R14bed6346b22425e"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bead4d6e4f3d428a" Type="http://schemas.openxmlformats.org/officeDocument/2006/relationships/notesMaster" Target="../notesMasters/notesMaster1.xml"/><Relationship Id="Rdd5ba97b6ef942bf"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595e920b84b147d1" Type="http://schemas.openxmlformats.org/officeDocument/2006/relationships/notesMaster" Target="../notesMasters/notesMaster1.xml"/><Relationship Id="R5b49c37299e54a5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6ed8ace112ff4825" Type="http://schemas.openxmlformats.org/officeDocument/2006/relationships/notesMaster" Target="../notesMasters/notesMaster1.xml"/><Relationship Id="Rd4699b509c954bca"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06a77e89133548bf" Type="http://schemas.openxmlformats.org/officeDocument/2006/relationships/slide" Target="../slides/slide37.xml"/><Relationship Id="R7204a28407974103"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6158df2b420b4bcd" Type="http://schemas.openxmlformats.org/officeDocument/2006/relationships/notesMaster" Target="../notesMasters/notesMaster1.xml"/><Relationship Id="Ra439ffe3f51b4345"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5c4a0c2d72f94736" Type="http://schemas.openxmlformats.org/officeDocument/2006/relationships/notesMaster" Target="../notesMasters/notesMaster1.xml"/><Relationship Id="R6e21f000f1aa446c"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3eb36a87af9e42d0" Type="http://schemas.openxmlformats.org/officeDocument/2006/relationships/notesMaster" Target="../notesMasters/notesMaster1.xml"/><Relationship Id="Red395e348ee64adb"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179cefac7976447e" Type="http://schemas.openxmlformats.org/officeDocument/2006/relationships/slide" Target="../slides/slide41.xml"/><Relationship Id="R19485e6645474d15"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0a84799b981846d4" Type="http://schemas.openxmlformats.org/officeDocument/2006/relationships/slide" Target="../slides/slide42.xml"/><Relationship Id="R0fba8aeaf8864966"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b77af52dd80f4236" Type="http://schemas.openxmlformats.org/officeDocument/2006/relationships/slide" Target="../slides/slide43.xml"/><Relationship Id="Rdf0cb736ec9a443f"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1d9f2bddc60d48f3" Type="http://schemas.openxmlformats.org/officeDocument/2006/relationships/slide" Target="../slides/slide44.xml"/><Relationship Id="Ra2c489c9700b40aa"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0615fa4f57d14cc7" Type="http://schemas.openxmlformats.org/officeDocument/2006/relationships/slide" Target="../slides/slide45.xml"/><Relationship Id="R30ad8ce39cae47d7"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6af4b2c164d54753" Type="http://schemas.openxmlformats.org/officeDocument/2006/relationships/notesMaster" Target="../notesMasters/notesMaster1.xml"/><Relationship Id="Rb4c8299187d445fd"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84ebc19d0ce74b82" Type="http://schemas.openxmlformats.org/officeDocument/2006/relationships/slide" Target="../slides/slide47.xml"/><Relationship Id="Rebae91c3b6b34068"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4cbaefb94e814d13" Type="http://schemas.openxmlformats.org/officeDocument/2006/relationships/slide" Target="../slides/slide48.xml"/><Relationship Id="R70fc6b2385c6469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d3c140546e534ba5" Type="http://schemas.openxmlformats.org/officeDocument/2006/relationships/notesMaster" Target="../notesMasters/notesMaster1.xml"/><Relationship Id="Re64c8d67c8dc4ada"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1a77fdf62ff0445a" Type="http://schemas.openxmlformats.org/officeDocument/2006/relationships/notesMaster" Target="../notesMasters/notesMaster1.xml"/><Relationship Id="R802ad4edbe084080"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81f6d445dc4b4555" Type="http://schemas.openxmlformats.org/officeDocument/2006/relationships/notesMaster" Target="../notesMasters/notesMaster1.xml"/><Relationship Id="Rf335644e5684442e"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736ae3d4f30340f9" Type="http://schemas.openxmlformats.org/officeDocument/2006/relationships/slide" Target="../slides/slide52.xml"/><Relationship Id="Rb5b53040a77b4bf0"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33cd210a8fb44af4" Type="http://schemas.openxmlformats.org/officeDocument/2006/relationships/slide" Target="../slides/slide53.xml"/><Relationship Id="R65a09a60dccb4d77"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b7429336c33d41ca" Type="http://schemas.openxmlformats.org/officeDocument/2006/relationships/notesMaster" Target="../notesMasters/notesMaster1.xml"/><Relationship Id="Rfc2635096e2d4e46"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5d54cf2ae052482d" Type="http://schemas.openxmlformats.org/officeDocument/2006/relationships/slide" Target="../slides/slide55.xml"/><Relationship Id="R62cd06a7d2d7453f"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94a5965923e549c6" Type="http://schemas.openxmlformats.org/officeDocument/2006/relationships/notesMaster" Target="../notesMasters/notesMaster1.xml"/><Relationship Id="Rdd5e9584897a421f"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900efea512f4ecb" Type="http://schemas.openxmlformats.org/officeDocument/2006/relationships/slide" Target="../slides/slide57.xml"/><Relationship Id="R6b973d7e0bbc4d2a"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5a1a61cb765c4e89" Type="http://schemas.openxmlformats.org/officeDocument/2006/relationships/notesMaster" Target="../notesMasters/notesMaster1.xml"/><Relationship Id="Rd8dbc7e068fe4efb"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42a43b03f76e47b5" Type="http://schemas.openxmlformats.org/officeDocument/2006/relationships/slide" Target="../slides/slide59.xml"/><Relationship Id="Rcef6f39bcd10483a"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93fcb082a07b4d46" Type="http://schemas.openxmlformats.org/officeDocument/2006/relationships/slide" Target="../slides/slide60.xml"/><Relationship Id="Rb2de5dbb567e4cba"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10c6e4f481c443be" Type="http://schemas.openxmlformats.org/officeDocument/2006/relationships/notesMaster" Target="../notesMasters/notesMaster1.xml"/><Relationship Id="Rf3590383432c48d5"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3111ea134d054230" Type="http://schemas.openxmlformats.org/officeDocument/2006/relationships/notesMaster" Target="../notesMasters/notesMaster1.xml"/><Relationship Id="Rde1e26389b824be7"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18b3bf133fd3413b" Type="http://schemas.openxmlformats.org/officeDocument/2006/relationships/slide" Target="../slides/slide63.xml"/><Relationship Id="R7c9ca66fb6df4985"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0b9c977f27e347d4" Type="http://schemas.openxmlformats.org/officeDocument/2006/relationships/notesMaster" Target="../notesMasters/notesMaster1.xml"/><Relationship Id="Rc43ec672dd094d04"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b31f911a36934601" Type="http://schemas.openxmlformats.org/officeDocument/2006/relationships/slide" Target="../slides/slide65.xml"/><Relationship Id="Re82e925b61a54064"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080f25921e0d4932" Type="http://schemas.openxmlformats.org/officeDocument/2006/relationships/slide" Target="../slides/slide66.xml"/><Relationship Id="R9763629edc6f4e8a"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121eb0b9d0c34cc3" Type="http://schemas.openxmlformats.org/officeDocument/2006/relationships/notesMaster" Target="../notesMasters/notesMaster1.xml"/><Relationship Id="Ra5afbb5e1d0947c4"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3978df78a21c491c" Type="http://schemas.openxmlformats.org/officeDocument/2006/relationships/notesMaster" Target="../notesMasters/notesMaster1.xml"/><Relationship Id="R587ba88ce5564714"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121f4ba86fc4f39" Type="http://schemas.openxmlformats.org/officeDocument/2006/relationships/slide" Target="../slides/slide69.xml"/><Relationship Id="Rd690ade5205841ff"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714966144c374469" Type="http://schemas.openxmlformats.org/officeDocument/2006/relationships/slide" Target="../slides/slide70.xml"/><Relationship Id="Re8f5b8b22973453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0fd8702a9bff468c" Type="http://schemas.openxmlformats.org/officeDocument/2006/relationships/notesMaster" Target="../notesMasters/notesMaster1.xml"/><Relationship Id="Re094b1d35fe647b9"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6ddcb77fe62b47ad" Type="http://schemas.openxmlformats.org/officeDocument/2006/relationships/notesMaster" Target="../notesMasters/notesMaster1.xml"/><Relationship Id="Rd1d47ed7f4ee44cd"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e6e1693bd5da412a" Type="http://schemas.openxmlformats.org/officeDocument/2006/relationships/slide" Target="../slides/slide73.xml"/><Relationship Id="Rf7d103df33244cc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ee7341674c6466c" Type="http://schemas.openxmlformats.org/officeDocument/2006/relationships/slide" Target="../slides/slide74.xml"/><Relationship Id="R824c5b07c7ce409a"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403dcb48f4844a00" Type="http://schemas.openxmlformats.org/officeDocument/2006/relationships/notesMaster" Target="../notesMasters/notesMaster1.xml"/><Relationship Id="Rfc647108c3f84766"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5152c8f2222b4da1" Type="http://schemas.openxmlformats.org/officeDocument/2006/relationships/slide" Target="../slides/slide76.xml"/><Relationship Id="Rcb8f850735d247dc"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356960d92ba24c27" Type="http://schemas.openxmlformats.org/officeDocument/2006/relationships/notesMaster" Target="../notesMasters/notesMaster1.xml"/><Relationship Id="R6dd1dcd1d768463d"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4d035739c82b4b08" Type="http://schemas.openxmlformats.org/officeDocument/2006/relationships/slide" Target="../slides/slide78.xml"/><Relationship Id="R58c3ea0b655c4393"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3fbd52dd60f94952" Type="http://schemas.openxmlformats.org/officeDocument/2006/relationships/slide" Target="../slides/slide79.xml"/><Relationship Id="Rc9a76f61143246f8"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41b87c02e6c144c8" Type="http://schemas.openxmlformats.org/officeDocument/2006/relationships/notesMaster" Target="../notesMasters/notesMaster1.xml"/><Relationship Id="Rd7e117382ffd47fc"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5d22f8d3cd954b10" Type="http://schemas.openxmlformats.org/officeDocument/2006/relationships/slide" Target="../slides/slide81.xml"/><Relationship Id="Ra6983f82ec514b2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12e3cf2923674887" Type="http://schemas.openxmlformats.org/officeDocument/2006/relationships/slide" Target="../slides/slide82.xml"/><Relationship Id="R74ba73d8b1234a9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73ce8c4781764c02" Type="http://schemas.openxmlformats.org/officeDocument/2006/relationships/notesMaster" Target="../notesMasters/notesMaster1.xml"/><Relationship Id="Ra963a89c08824e83"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a8ecfd42927437b" Type="http://schemas.openxmlformats.org/officeDocument/2006/relationships/slide" Target="../slides/slide84.xml"/><Relationship Id="Rdf216164d2c04e30"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627f15a80831497d" Type="http://schemas.openxmlformats.org/officeDocument/2006/relationships/notesMaster" Target="../notesMasters/notesMaster1.xml"/><Relationship Id="Red62aa57d0ea4d7f"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3424b935f0754712" Type="http://schemas.openxmlformats.org/officeDocument/2006/relationships/slide" Target="../slides/slide86.xml"/><Relationship Id="R3e980998ad6948b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200aadbb7b2f4b56" Type="http://schemas.openxmlformats.org/officeDocument/2006/relationships/slide" Target="../slides/slide87.xml"/><Relationship Id="R8928a0bdbcd14a1e"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5837a9aa5cf54b3e" Type="http://schemas.openxmlformats.org/officeDocument/2006/relationships/notesMaster" Target="../notesMasters/notesMaster1.xml"/><Relationship Id="R9529720ceb974714"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109ff238a37d46b0" Type="http://schemas.openxmlformats.org/officeDocument/2006/relationships/notesMaster" Target="../notesMasters/notesMaster1.xml"/><Relationship Id="R4e84d4e432314037"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3c1acacb1eff4956" Type="http://schemas.openxmlformats.org/officeDocument/2006/relationships/notesMaster" Target="../notesMasters/notesMaster1.xml"/><Relationship Id="Ra89800fec31642a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5f23c5c61cb34711" Type="http://schemas.openxmlformats.org/officeDocument/2006/relationships/slide" Target="../slides/slide91.xml"/><Relationship Id="Rccb9be86d9fd4bac"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46489c9ff86b485a" Type="http://schemas.openxmlformats.org/officeDocument/2006/relationships/slide" Target="../slides/slide92.xml"/><Relationship Id="Rc716753c77a54edb"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5fa213f73910405f" Type="http://schemas.openxmlformats.org/officeDocument/2006/relationships/slide" Target="../slides/slide93.xml"/><Relationship Id="Re90a39bdaeae4b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1fac6bab0c9e452c" Type="http://schemas.openxmlformats.org/officeDocument/2006/relationships/slide" Target="../slides/slide94.xml"/><Relationship Id="Rc8ec8dfb4639457b"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753e178f9d5c4108" Type="http://schemas.openxmlformats.org/officeDocument/2006/relationships/notesMaster" Target="../notesMasters/notesMaster1.xml"/><Relationship Id="Rd835b82b22cd47bc"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91d92a1733a4c17" Type="http://schemas.openxmlformats.org/officeDocument/2006/relationships/notesMaster" Target="../notesMasters/notesMaster1.xml"/><Relationship Id="Rde19618fa13f4f03"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6b6f619887374b1a" Type="http://schemas.openxmlformats.org/officeDocument/2006/relationships/slide" Target="../slides/slide97.xml"/><Relationship Id="R8b0955ee11e44f3e"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96cc96c364bb47fc" Type="http://schemas.openxmlformats.org/officeDocument/2006/relationships/notesMaster" Target="../notesMasters/notesMaster1.xml"/><Relationship Id="Rc5f72040f6f340d7"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48c8dc3a245b4c8c" Type="http://schemas.openxmlformats.org/officeDocument/2006/relationships/notesMaster" Target="../notesMasters/notesMaster1.xml"/><Relationship Id="Rd0e3834fdb064a06"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bbd9be24695544fb" Type="http://schemas.openxmlformats.org/officeDocument/2006/relationships/notesMaster" Target="../notesMasters/notesMaster1.xml"/><Relationship Id="Rbe2779fb2c7a43ca"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2799b6d45a4e4fb3" Type="http://schemas.openxmlformats.org/officeDocument/2006/relationships/notesMaster" Target="../notesMasters/notesMaster1.xml"/><Relationship Id="R6df2e482fe8d40fa"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1c7af5c9e4464795" Type="http://schemas.openxmlformats.org/officeDocument/2006/relationships/slide" Target="../slides/slide102.xml"/><Relationship Id="R3274e8e49c8b4206"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44d26cc2af994d50" Type="http://schemas.openxmlformats.org/officeDocument/2006/relationships/slide" Target="../slides/slide103.xml"/><Relationship Id="Re9cb2f33befa4b72"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7ccab2a00e034ee7" Type="http://schemas.openxmlformats.org/officeDocument/2006/relationships/notesMaster" Target="../notesMasters/notesMaster1.xml"/><Relationship Id="Rf9a0d2794a2544c6"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41a6d04283d84365" Type="http://schemas.openxmlformats.org/officeDocument/2006/relationships/notesMaster" Target="../notesMasters/notesMaster1.xml"/><Relationship Id="R57408c32eb6843ea"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b94b4227290546c5" Type="http://schemas.openxmlformats.org/officeDocument/2006/relationships/notesMaster" Target="../notesMasters/notesMaster1.xml"/><Relationship Id="Rcd3bae23953d402d"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0d1f0b05967e4a28" Type="http://schemas.openxmlformats.org/officeDocument/2006/relationships/slide" Target="../slides/slide107.xml"/><Relationship Id="R4ddad153797a4b20"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2bdd8496aeb74a43" Type="http://schemas.openxmlformats.org/officeDocument/2006/relationships/slide" Target="../slides/slide108.xml"/><Relationship Id="Rf9e2989581a44c57"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04650ad61e9d488d" Type="http://schemas.openxmlformats.org/officeDocument/2006/relationships/slide" Target="../slides/slide109.xml"/><Relationship Id="R70d8cf6e2eea40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d4c6676170154c07" Type="http://schemas.openxmlformats.org/officeDocument/2006/relationships/notesMaster" Target="../notesMasters/notesMaster1.xml"/><Relationship Id="Rd5e9c3399c8a490a"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a33e7461a76f41dd" Type="http://schemas.openxmlformats.org/officeDocument/2006/relationships/notesMaster" Target="../notesMasters/notesMaster1.xml"/><Relationship Id="Rfdae5748c6e54945"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74491004fad44c87" Type="http://schemas.openxmlformats.org/officeDocument/2006/relationships/notesMaster" Target="../notesMasters/notesMaster1.xml"/><Relationship Id="Rbaa8022c57f74ec4"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9ac773cf15634ef2" Type="http://schemas.openxmlformats.org/officeDocument/2006/relationships/slide" Target="../slides/slide113.xml"/><Relationship Id="Rd33f78dec0b041f4"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b595c6454c8f4d99" Type="http://schemas.openxmlformats.org/officeDocument/2006/relationships/notesMaster" Target="../notesMasters/notesMaster1.xml"/><Relationship Id="Re61128066c454b05"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26aed01efd7e4260" Type="http://schemas.openxmlformats.org/officeDocument/2006/relationships/notesMaster" Target="../notesMasters/notesMaster1.xml"/><Relationship Id="R37a6a41dea534e13"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7b346d9474b042ec" Type="http://schemas.openxmlformats.org/officeDocument/2006/relationships/notesMaster" Target="../notesMasters/notesMaster1.xml"/><Relationship Id="Rfc530113fb2b4f87"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69489091421a42b2" Type="http://schemas.openxmlformats.org/officeDocument/2006/relationships/slide" Target="../slides/slide117.xml"/><Relationship Id="R710d3def602a42ca"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05985bd01ae347fc" Type="http://schemas.openxmlformats.org/officeDocument/2006/relationships/slide" Target="../slides/slide118.xml"/><Relationship Id="R9ff53f716d5c40d4"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31def1ec4b084606" Type="http://schemas.openxmlformats.org/officeDocument/2006/relationships/notesMaster" Target="../notesMasters/notesMaster1.xml"/><Relationship Id="Re7c4aa8be2264674"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792dcc2a216f4c62" Type="http://schemas.openxmlformats.org/officeDocument/2006/relationships/notesMaster" Target="../notesMasters/notesMaster1.xml"/><Relationship Id="R88a629de46174589" Type="http://schemas.openxmlformats.org/officeDocument/2006/relationships/slide" Target="../slides/slide1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 Attention converts exactly that reading question into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They are learned coordinates that help the model represent useful patterns. 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 The query is the question carried by the current position. The keys are labels that advertise what each position can help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are the actual payloads that will be collected if a position receives attention. For our sentence, the query at “sat” is roughly asking, “Who is performing this action, and what action state should I preserve?” The key at “cat” can match the actor part of that question. The key at “sat” can match the action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comparing the query with the keys, the model spends its relevance budget on the corresponding values. 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 Follow only the row for the position “sat.” Its query is the vector one, one. The key for “The” is zero,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for “cat” is one, zero. The key for “sat” is one, one. The future period has key zero, one. You can picture the query as a two-part checklist. One coordinate looks for an actor clue, and the other looks for an action clue. The card “cat” matches the first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card “sat” matches both parts. The period happens to match one part, but it is in the future, so the causal rule will remove it before probabilities are formed. 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 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 Scaling by the square root keeps dot products from becoming excessively large as vectors get wider.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helps softmax remain numerically and statistically well behaved. 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 Before masking, the four scores are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replace the future score with negative infinity. After softmax, negative infinity becomes exactly zero probability. The period receives none of the attention budget. This rule prevents information leakage during training and preserves autoregressive generation during inference. Notice that masking does not force the whole prompt to run one token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known prompt, all query rows can still be computed in parallel. Each row simply has a different boundary that hides later positions. 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 The exact numbers are less important than the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higher score receives more of the budget. Every visible position receives a nonnegative share, and all shares add up to one. The mask guarantees that a forbidden future position receives zero. This gives us an intuitive reading. The model keeps a little broad context from “The.” It spends a meaningful share on “cat” because that token supplies the 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spends the largest share on “sat” because the current action is central to the representation. Again, these are attention weights over token positions. They do not mean there is a fifty-eight-percent chance that the next word will be “sat.”</a:t>
            </a:r>
          </a:p>
          <a:p xmlns:a="http://schemas.openxmlformats.org/drawingml/2006/main">
            <a:r>
              <a:t/>
            </a:r>
          </a:p>
          <a:p xmlns:a="http://schemas.openxmlformats.org/drawingml/2006/main">
            <a:r>
              <a:t>The normalization property is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 We multiply each value by its attention weight and add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Fourteen percent of zero, zero contributes nothing. Twenty-eight percent of one, zero contributes an actor signal. Fifty-eight percent of zero, one contributes an action signal. The mixed output is approximately zero point two eight four, zero point five seven six. So the representation at “sat” now carries both ideas: the actor was the cat, and the current token expresses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 Each head has its own Q, K, and V projections. Different heads can learn different positional or semantic relationships. Their outputs are concatenated and projected back to the model width. The shape example uses batch size two, sequence length four, model width eight, and two 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shape is two by four by eight. Splitting into two heads gives a head dimension of four. Q, K, and V therefore have shape two by two by four by four. After attention and concatenation, the result returns to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 For our example, the input is two by four by eight and the block output is still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invariant allows many blocks to be stacked. 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block, the model must choose a next token. 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 Logits are unnormalized. Temperature, top-k, top-p, or another decoding rule changes how a token is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token is appended to the sequence. Only one next token is selected per active sequence at a decode step. Different sequences may choose different tokens and finish at different times. 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 The stop condition may be an end-of-sequence token, a maximum length, or an application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creates the prefill and decode split. Prefill processes the prompt and creates the first KV state. Decode consumes that state and extends it one step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 One: the API receives the prompt and generation parameters. Two: the tokenizer converts text into token identifiers. Three: the scheduler admits the request into a waiting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prefill processes the prompt and creates the first KV cache. Five: decode repeatedly generates new tokens. Six: the server streams output and releases resources. This lifecycle is useful because every performance claim should name the stage it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faster tokenizer does not automatically reduce decode latency. A better scheduler may reduce queueing without changing kernel speed. A cache policy may reduce prefill work but increase memory 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 Decode generates one or a few tokens per iteration. Each step is smaller, but it repeats many times. Decode depends on KV cache remaining available and is sensitive to scheduling jitter.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at the bottom is the conclusion: prefill and decode expose different bottlenecks and need different optimization paths. An optimization that helps prefill may not help decode. For example, prefix reuse can remove repeated prompt work, while continuous batching may improve decode utilization. 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 Prefill is one relatively heavy pass over the six hundred prompt tokens. Decode is one hundred twenty smaller iterations, each extending the sequence and updating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on the right makes the asymmetry visible. Prefill happens once. Decode repeats over time. The user experiences both. The wait before the first token reflects queueing and prefill. The smoothness of the output stream reflects decode scheduling, KV residency, batch changes,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“request latency” should not be treated as one indivisible number. We need metrics that identify the part of the experience that changed. For an output of N tokens, the engine enters the decode loop 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A system can deliver an excellent first token and then stream slowly, or make the user wait and then stream quickly. Reporting both TTFT and TPOT reveals these two very different experiences.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 After the first token, time is spent in repeated decode iterations, batch reshaping, KV-page lookup and residency, and stream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request contributes to different bottlenecks at different times. This is the final idea of the first half. If time to first token is poor, investigate queueing and prefill first. If token streaming is uneven, investigate decode scheduling, KV state,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P99 is poor while the mean looks good, investigate bursts, long requests, and resource contention. 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 Request-level scheduling is simple, but it has poor ability to insert new work while a long generation is running. Iteration-level scheduling rebuilds the active batch after each decode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enables new requests to enter and finished requests to leave, but it requires careful state tracking and KV management. Token-level scheduling offers maximum flexibility, but the metadata and synchronization overhead can become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Orca-style intuition at the bottom is the key: move the scheduling decision from the request boundary to the generation-iteration boundary. 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continuous batching. The engine does not wait for the whole original batch to finish before admitting new work. The benefit is better utilization and lower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is state management. Every active request must preserve its token history, KV-page mapping, finish status, sampling configuration, and execution progress across changing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 Request A needs four tokens and two blocks. Request B needs three tokens and one block. Request C needs five tokens and three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not which pair has the smallest total or which pair arrived first. The first question is feasibility: which pairs fit both budgets at the same time? Take thirty seconds and calculate A plus B, A plus C, and B plus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 us check every candidate pair explicitly. 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 A plus C uses nine tokens and five blocks, so it exceeds both budgets. B plus C uses eight tokens and four blocks. The token budget fits, but the KV-block budget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Therefore A plus B is the only feasible pair. This example separates constraints from policy. Hard constraints define the feasible set. Priority, fairness, deadlines, or service objectives choose among feasible options. A scheduler that ignores memory can select a batch that fits compute but cannot allocate its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quantify why KV capacity becomes such a central constraint. 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 KV bytes per token equal two times the number of layers times the number of KV heads times the head dimension times the bytes per value. The first factor of two accounts for one key and one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Substituting the numbers gives one hundred thirty-one thousand seventy-two bytes, or one hundred twenty-eight KiB per token. One hundred new tokens therefore add approximately twelve point five MiB for one request. Multiply that by many concurrent requests and long contexts, and KV capacity can dominate admission and batch size. 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 Tokens one through sixteen fill block zero. Tokens seventeen through thirty-two fill block one. Tokens thirty-three through forty require block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divided by sixteen rounds up to three blocks. Three blocks provide forty-eight slots, so eight slots are unused. Paging avoids the requirement for one contiguous forty-token allocation. However, capacity still grows in block-sized units, so the last block may contain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example explains why block size is a trade-off. Smaller blocks reduce wasted slots but increase mapping and metadata overhead. Larger blocks reduce metadata but may waste more capacity. The last block may contain unused token slots, which is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 If R seventeen is cancelled, the count drops to one. P three cannot return to the free list because R eighteen still reads it. When R eighteen finishes, the count drops 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then, the block is reclaimed only after in-flight device reads complete. The sentence at the bottom separates two mechanisms. Reference counting handles logical sharing. A device event or fence handles asynchronous completion. 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 This is the core PagedAttention-style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sees an ordered logical sequence, while the memory manager is free to place blocks in available physical locations. The system effect is broader than fragmentation reduction. Paging supports dynamic batching and creates handles for prefix reuse, migration, offload, and multi-level KV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Arithmetic intensity explains why FLOP counts alone are misleading. A kernel that moves fewer bytes for the same arithmetic can spend less time waiting on memory and move closer to the device's compute ceiling.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The optimized kernel covers only forty percent of request time. Even making that region infinitely fast would leave the other sixty percent. This upper bound should be checked before investing in a narrow kernel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Correctness criteria must be fixed before looking at performance. Otherwise a faster backend can silently change numerical behavior, and the comparison rewards an execution path that is not solving the same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Repeated measurements reveal warm-up effects, jitter, and outliers. Report the center and spread of both paths under the same conditions, then determine whether the observed difference is stable enough to support the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The operator measurement isolates a narrow region, while the request measurement includes queueing, launches, other kernels, state management, and streaming overhead. Both results are useful, but they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f24be8117404b3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f1e6b814dbb64301" Type="http://schemas.openxmlformats.org/officeDocument/2006/relationships/theme" Target="theme/theme2.xml"/><Relationship Id="Rfc9fb09454fa453b"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9fb09454fa45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1b8b9ee7dc146aa" Type="http://schemas.openxmlformats.org/officeDocument/2006/relationships/notesSlide" Target="../notesSlides/notesSlide1.xml"/><Relationship Id="Re645023b89024f4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09d5627d4c047b9" Type="http://schemas.openxmlformats.org/officeDocument/2006/relationships/notesSlide" Target="../notesSlides/notesSlide2.xml"/><Relationship Id="Rb1d9d1e7f2ea4f78"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6ad0f8c46d249eb" Type="http://schemas.openxmlformats.org/officeDocument/2006/relationships/notesSlide" Target="../notesSlides/notesSlide3.xml"/><Relationship Id="R98ecb1fec4d3478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87f7a77aff664674" Type="http://schemas.openxmlformats.org/officeDocument/2006/relationships/slideLayout" Target="../slideLayouts/slideLayout1.xml"/><Relationship Id="R9ee3f34c82034dc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acd45aa1fef4006" Type="http://schemas.openxmlformats.org/officeDocument/2006/relationships/slideLayout" Target="../slideLayouts/slideLayout1.xml"/><Relationship Id="R87dfe762452744db"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50d267fb39c4aee" Type="http://schemas.openxmlformats.org/officeDocument/2006/relationships/slideLayout" Target="../slideLayouts/slideLayout1.xml"/><Relationship Id="R8a14840c493b435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86d7e4a407047e1" Type="http://schemas.openxmlformats.org/officeDocument/2006/relationships/notesSlide" Target="../notesSlides/notesSlide7.xml"/><Relationship Id="R2a9690b80b2643a7"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eff4b2668424d9b" Type="http://schemas.openxmlformats.org/officeDocument/2006/relationships/slideLayout" Target="../slideLayouts/slideLayout1.xml"/><Relationship Id="Rc3b4d3bfbd4f484c"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df22437c5e147a8" Type="http://schemas.openxmlformats.org/officeDocument/2006/relationships/slideLayout" Target="../slideLayouts/slideLayout1.xml"/><Relationship Id="R5b0d8f27569e440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2d2a25118e2b4c2e" Type="http://schemas.openxmlformats.org/officeDocument/2006/relationships/slideLayout" Target="../slideLayouts/slideLayout1.xml"/><Relationship Id="Rf7f09a5c2281443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7058118e92e64912" Type="http://schemas.openxmlformats.org/officeDocument/2006/relationships/notesSlide" Target="../notesSlides/notesSlide11.xml"/><Relationship Id="Ra90bf357ee48412e"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86e448f605e24658" Type="http://schemas.openxmlformats.org/officeDocument/2006/relationships/slideLayout" Target="../slideLayouts/slideLayout1.xml"/><Relationship Id="R8c0ca79de1f54f6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88eedac2adb44c9e" Type="http://schemas.openxmlformats.org/officeDocument/2006/relationships/slideLayout" Target="../slideLayouts/slideLayout1.xml"/><Relationship Id="Rad384456874e4cd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36732e3b7644711" Type="http://schemas.openxmlformats.org/officeDocument/2006/relationships/slideLayout" Target="../slideLayouts/slideLayout1.xml"/><Relationship Id="Rb32e372db15c438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a7af199758a64c02" Type="http://schemas.openxmlformats.org/officeDocument/2006/relationships/slideLayout" Target="../slideLayouts/slideLayout1.xml"/><Relationship Id="Rb24016bbbb6e49a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bb17ad0b49a4680" Type="http://schemas.openxmlformats.org/officeDocument/2006/relationships/notesSlide" Target="../notesSlides/notesSlide16.xml"/><Relationship Id="Rb081f2b061564ac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06fa69c5d95e4706" Type="http://schemas.openxmlformats.org/officeDocument/2006/relationships/slideLayout" Target="../slideLayouts/slideLayout1.xml"/><Relationship Id="R7330a1bda2814e8a"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d5edc12a4fcc4dda" Type="http://schemas.openxmlformats.org/officeDocument/2006/relationships/notesSlide" Target="../notesSlides/notesSlide18.xml"/><Relationship Id="Rf9e6069a7f4d4c7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aef7ea623d3e4ede" Type="http://schemas.openxmlformats.org/officeDocument/2006/relationships/slideLayout" Target="../slideLayouts/slideLayout1.xml"/><Relationship Id="Rb60991fe019f45aa"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471b9519e6b4d0b" Type="http://schemas.openxmlformats.org/officeDocument/2006/relationships/slideLayout" Target="../slideLayouts/slideLayout1.xml"/><Relationship Id="R988a2963b03b447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8d9464ad0307485c" Type="http://schemas.openxmlformats.org/officeDocument/2006/relationships/notesSlide" Target="../notesSlides/notesSlide21.xml"/><Relationship Id="Rb536109afa774e2f"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444e371b475e4e68" Type="http://schemas.openxmlformats.org/officeDocument/2006/relationships/slideLayout" Target="../slideLayouts/slideLayout1.xml"/><Relationship Id="Rca9b7c131bf440a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3b0b3f5ba13d4e94" Type="http://schemas.openxmlformats.org/officeDocument/2006/relationships/slideLayout" Target="../slideLayouts/slideLayout1.xml"/><Relationship Id="Rfcba8b9bede74cb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42a977ae04414717" Type="http://schemas.openxmlformats.org/officeDocument/2006/relationships/slideLayout" Target="../slideLayouts/slideLayout1.xml"/><Relationship Id="Rd3cc20bcb626445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7625035739c14fa7" Type="http://schemas.openxmlformats.org/officeDocument/2006/relationships/slideLayout" Target="../slideLayouts/slideLayout1.xml"/><Relationship Id="R8f375617b3764efe"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85032750ef7743d4" Type="http://schemas.openxmlformats.org/officeDocument/2006/relationships/slideLayout" Target="../slideLayouts/slideLayout1.xml"/><Relationship Id="Rb696d087fc8f4d5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1c4cb84c8e9d4dcd" Type="http://schemas.openxmlformats.org/officeDocument/2006/relationships/notesSlide" Target="../notesSlides/notesSlide27.xml"/><Relationship Id="R737cb059b6944842"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788e12be61774993" Type="http://schemas.openxmlformats.org/officeDocument/2006/relationships/slideLayout" Target="../slideLayouts/slideLayout1.xml"/><Relationship Id="Rd84a7672c9a84d1e"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e41b459486eb4f42" Type="http://schemas.openxmlformats.org/officeDocument/2006/relationships/notesSlide" Target="../notesSlides/notesSlide29.xml"/><Relationship Id="Rf44a165ca50c4dc4"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8a86672488954ab3" Type="http://schemas.openxmlformats.org/officeDocument/2006/relationships/notesSlide" Target="../notesSlides/notesSlide30.xml"/><Relationship Id="Rb6d6651ced0f4679"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dc2db2d3eb524b49" Type="http://schemas.openxmlformats.org/officeDocument/2006/relationships/notesSlide" Target="../notesSlides/notesSlide31.xml"/><Relationship Id="Rdd5293cb3a5a4e86"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d87a3b1e0a2e4efa" Type="http://schemas.openxmlformats.org/officeDocument/2006/relationships/notesSlide" Target="../notesSlides/notesSlide32.xml"/><Relationship Id="Rf5fcc66a78ef4f2f"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63b253c683a34613" Type="http://schemas.openxmlformats.org/officeDocument/2006/relationships/slideLayout" Target="../slideLayouts/slideLayout1.xml"/><Relationship Id="R75fd51e1e96b4d1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26a439c5965c4edf" Type="http://schemas.openxmlformats.org/officeDocument/2006/relationships/slideLayout" Target="../slideLayouts/slideLayout1.xml"/><Relationship Id="R8628022d622442e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64286a1819df42c0" Type="http://schemas.openxmlformats.org/officeDocument/2006/relationships/notesSlide" Target="../notesSlides/notesSlide35.xml"/><Relationship Id="Rd7fdef3f17214e0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56156ef3fc8d4e9e" Type="http://schemas.openxmlformats.org/officeDocument/2006/relationships/notesSlide" Target="../notesSlides/notesSlide36.xml"/><Relationship Id="R597b20609dc04992"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b429a1a93e664eac" Type="http://schemas.openxmlformats.org/officeDocument/2006/relationships/slideLayout" Target="../slideLayouts/slideLayout1.xml"/><Relationship Id="Rf12f39f0b487444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6325844d3724f6e" Type="http://schemas.openxmlformats.org/officeDocument/2006/relationships/notesSlide" Target="../notesSlides/notesSlide38.xml"/><Relationship Id="R301152b60c2c417e"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70b133b938254588" Type="http://schemas.openxmlformats.org/officeDocument/2006/relationships/slideLayout" Target="../slideLayouts/slideLayout1.xml"/><Relationship Id="Rceb9b7a0b37048bf"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4bd62dc6097b4b9a" Type="http://schemas.openxmlformats.org/officeDocument/2006/relationships/notesSlide" Target="../notesSlides/notesSlide40.xml"/><Relationship Id="R69181dae1eb44ad7"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33ff4b3a7d4744bb" Type="http://schemas.openxmlformats.org/officeDocument/2006/relationships/notesSlide" Target="../notesSlides/notesSlide41.xml"/><Relationship Id="Rf7fec9f1a5c74f86"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1608389fdb404012" Type="http://schemas.openxmlformats.org/officeDocument/2006/relationships/notesSlide" Target="../notesSlides/notesSlide42.xml"/><Relationship Id="R754b29d62b014e67"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a47ee32a7c934a78" Type="http://schemas.openxmlformats.org/officeDocument/2006/relationships/slideLayout" Target="../slideLayouts/slideLayout1.xml"/><Relationship Id="Rba19879ba0b7469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b3fedd065d6240a3" Type="http://schemas.openxmlformats.org/officeDocument/2006/relationships/notesSlide" Target="../notesSlides/notesSlide44.xml"/><Relationship Id="Re1852c4b57c14dcd"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5555dedff95d4de6" Type="http://schemas.openxmlformats.org/officeDocument/2006/relationships/slideLayout" Target="../slideLayouts/slideLayout1.xml"/><Relationship Id="R99af42acd01248c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0b8b8a0d8af1426a" Type="http://schemas.openxmlformats.org/officeDocument/2006/relationships/slideLayout" Target="../slideLayouts/slideLayout1.xml"/><Relationship Id="R8c5d5fbfdede468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db3bb0555bea4c37" Type="http://schemas.openxmlformats.org/officeDocument/2006/relationships/slideLayout" Target="../slideLayouts/slideLayout1.xml"/><Relationship Id="Rdcfea4a7a86c42ea"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2b69375efd6a4e37" Type="http://schemas.openxmlformats.org/officeDocument/2006/relationships/notesSlide" Target="../notesSlides/notesSlide48.xml"/><Relationship Id="Rf9f53ac5ebcc479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95fb7a1227ad4217" Type="http://schemas.openxmlformats.org/officeDocument/2006/relationships/slideLayout" Target="../slideLayouts/slideLayout1.xml"/><Relationship Id="Ra4f332a06d1c4bec"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a2e6e9011a794af1" Type="http://schemas.openxmlformats.org/officeDocument/2006/relationships/slideLayout" Target="../slideLayouts/slideLayout1.xml"/><Relationship Id="Rbb8c6d6247a64c2d"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22a9b783ab904ed1" Type="http://schemas.openxmlformats.org/officeDocument/2006/relationships/notesSlide" Target="../notesSlides/notesSlide51.xml"/><Relationship Id="R499d21c382e8493e"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79eb4dbfa819412f" Type="http://schemas.openxmlformats.org/officeDocument/2006/relationships/slideLayout" Target="../slideLayouts/slideLayout1.xml"/><Relationship Id="Rea5c84e6024e420a"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b41dffd28729468d" Type="http://schemas.openxmlformats.org/officeDocument/2006/relationships/slideLayout" Target="../slideLayouts/slideLayout1.xml"/><Relationship Id="Rf664d0059161407b"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692c37237ce44ab7" Type="http://schemas.openxmlformats.org/officeDocument/2006/relationships/notesSlide" Target="../notesSlides/notesSlide54.xml"/><Relationship Id="R7880fb2c1101481a"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eece70f4fe0948cd" Type="http://schemas.openxmlformats.org/officeDocument/2006/relationships/slideLayout" Target="../slideLayouts/slideLayout1.xml"/><Relationship Id="Ref2a53c4e6e14e2a"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c954801da4d2476c" Type="http://schemas.openxmlformats.org/officeDocument/2006/relationships/notesSlide" Target="../notesSlides/notesSlide56.xml"/><Relationship Id="Rfab0013b1b14454b"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91ada5d5a2aa4668" Type="http://schemas.openxmlformats.org/officeDocument/2006/relationships/notesSlide" Target="../notesSlides/notesSlide57.xml"/><Relationship Id="Rfce7075e6c314f0e"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13238a5a99b24495" Type="http://schemas.openxmlformats.org/officeDocument/2006/relationships/slideLayout" Target="../slideLayouts/slideLayout1.xml"/><Relationship Id="R7abc93bfe1314f6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88253e41e2c942f4" Type="http://schemas.openxmlformats.org/officeDocument/2006/relationships/notesSlide" Target="../notesSlides/notesSlide59.xml"/><Relationship Id="Rf8109a1433d54286"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12e3eccbc8704ade" Type="http://schemas.openxmlformats.org/officeDocument/2006/relationships/notesSlide" Target="../notesSlides/notesSlide60.xml"/><Relationship Id="R874797ad470a4114"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024791ba154df2" Type="http://schemas.openxmlformats.org/officeDocument/2006/relationships/notesSlide" Target="../notesSlides/notesSlide61.xml"/><Relationship Id="Rb8163d820dfb49fc"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aa0e889d15c54637" Type="http://schemas.openxmlformats.org/officeDocument/2006/relationships/notesSlide" Target="../notesSlides/notesSlide62.xml"/><Relationship Id="Rde21ab054b4045c0"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8bbf425e76de48bc" Type="http://schemas.openxmlformats.org/officeDocument/2006/relationships/notesSlide" Target="../notesSlides/notesSlide63.xml"/><Relationship Id="Rfb41be9b80394dca"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433fbf96a4344236" Type="http://schemas.openxmlformats.org/officeDocument/2006/relationships/slideLayout" Target="../slideLayouts/slideLayout1.xml"/><Relationship Id="Rcf8e6459aad34e79"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d977969dea44c71" Type="http://schemas.openxmlformats.org/officeDocument/2006/relationships/slideLayout" Target="../slideLayouts/slideLayout1.xml"/><Relationship Id="R9f5b04229abc40a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43452ea36e524eaa" Type="http://schemas.openxmlformats.org/officeDocument/2006/relationships/notesSlide" Target="../notesSlides/notesSlide66.xml"/><Relationship Id="R56d7825ee0a14859"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61d9d8d419694572" Type="http://schemas.openxmlformats.org/officeDocument/2006/relationships/notesSlide" Target="../notesSlides/notesSlide67.xml"/><Relationship Id="Rcd727a5fa1ea4359"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7c7b235a9cd04bcf" Type="http://schemas.openxmlformats.org/officeDocument/2006/relationships/slideLayout" Target="../slideLayouts/slideLayout1.xml"/><Relationship Id="Rc6230e2230fe4c6a"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0654479d0d5f4681" Type="http://schemas.openxmlformats.org/officeDocument/2006/relationships/slideLayout" Target="../slideLayouts/slideLayout1.xml"/><Relationship Id="Rc2ac2e9b10e64698"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178b78cb8e1c4e93" Type="http://schemas.openxmlformats.org/officeDocument/2006/relationships/slideLayout" Target="../slideLayouts/slideLayout1.xml"/><Relationship Id="Rfa094de1dee044fa"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1f012acd5fcf4226" Type="http://schemas.openxmlformats.org/officeDocument/2006/relationships/slideLayout" Target="../slideLayouts/slideLayout1.xml"/><Relationship Id="R5fac05d517ff481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93ae53c33f942b9" Type="http://schemas.openxmlformats.org/officeDocument/2006/relationships/slideLayout" Target="../slideLayouts/slideLayout1.xml"/><Relationship Id="Rcf631f571cde458b"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b1b0c0e5479d47ea" Type="http://schemas.openxmlformats.org/officeDocument/2006/relationships/slideLayout" Target="../slideLayouts/slideLayout1.xml"/><Relationship Id="Ref5bfe49dba9427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1d4e2b46c53d45c9" Type="http://schemas.openxmlformats.org/officeDocument/2006/relationships/slideLayout" Target="../slideLayouts/slideLayout1.xml"/><Relationship Id="R60b2409660c1425c"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3699f6427c414c53" Type="http://schemas.openxmlformats.org/officeDocument/2006/relationships/notesSlide" Target="../notesSlides/notesSlide75.xml"/><Relationship Id="Re3e8941b5fe745e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56a0b5d9d2c14acf" Type="http://schemas.openxmlformats.org/officeDocument/2006/relationships/notesSlide" Target="../notesSlides/notesSlide76.xml"/><Relationship Id="Rcf43c6ca12394f26"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0f84602a27994836" Type="http://schemas.openxmlformats.org/officeDocument/2006/relationships/notesSlide" Target="../notesSlides/notesSlide77.xml"/><Relationship Id="R32aff70c80994afc"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1c51fecf71224b5d" Type="http://schemas.openxmlformats.org/officeDocument/2006/relationships/slideLayout" Target="../slideLayouts/slideLayout1.xml"/><Relationship Id="R31fe32770d444c9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4c85d5be55774647" Type="http://schemas.openxmlformats.org/officeDocument/2006/relationships/slideLayout" Target="../slideLayouts/slideLayout1.xml"/><Relationship Id="R8a45a139ebf64a9b"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3ca14033eb6e49fe" Type="http://schemas.openxmlformats.org/officeDocument/2006/relationships/slideLayout" Target="../slideLayouts/slideLayout1.xml"/><Relationship Id="Rb2f39b077d894dbf"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6507bc10cf74329" Type="http://schemas.openxmlformats.org/officeDocument/2006/relationships/notesSlide" Target="../notesSlides/notesSlide81.xml"/><Relationship Id="R99164a53e9634555"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362300a93ec6406d" Type="http://schemas.openxmlformats.org/officeDocument/2006/relationships/notesSlide" Target="../notesSlides/notesSlide82.xml"/><Relationship Id="Re2550b94ac534d37"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72467543a0f641d6" Type="http://schemas.openxmlformats.org/officeDocument/2006/relationships/notesSlide" Target="../notesSlides/notesSlide83.xml"/><Relationship Id="R8002b1a66994484e"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205b6906f3814a78" Type="http://schemas.openxmlformats.org/officeDocument/2006/relationships/notesSlide" Target="../notesSlides/notesSlide84.xml"/><Relationship Id="R8fad77f768f04b84"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2377797fd9774d88" Type="http://schemas.openxmlformats.org/officeDocument/2006/relationships/notesSlide" Target="../notesSlides/notesSlide85.xml"/><Relationship Id="R43623466f156448b"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4046afa1b18746d6" Type="http://schemas.openxmlformats.org/officeDocument/2006/relationships/notesSlide" Target="../notesSlides/notesSlide86.xml"/><Relationship Id="Raab59cf9c0314d0e"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0533a73ab11a4389" Type="http://schemas.openxmlformats.org/officeDocument/2006/relationships/notesSlide" Target="../notesSlides/notesSlide87.xml"/><Relationship Id="Rfbf15d377e0649cd"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6159a294c9524847" Type="http://schemas.openxmlformats.org/officeDocument/2006/relationships/slideLayout" Target="../slideLayouts/slideLayout1.xml"/><Relationship Id="R9854829133814f87"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c11f0eb610fb4dc7" Type="http://schemas.openxmlformats.org/officeDocument/2006/relationships/slideLayout" Target="../slideLayouts/slideLayout1.xml"/><Relationship Id="Re865f73c4e4b4a4b"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a113dafa4aeb4df9" Type="http://schemas.openxmlformats.org/officeDocument/2006/relationships/slideLayout" Target="../slideLayouts/slideLayout1.xml"/><Relationship Id="Rabd3465a55cf4b2f"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31044ca4e8814921" Type="http://schemas.openxmlformats.org/officeDocument/2006/relationships/slideLayout" Target="../slideLayouts/slideLayout1.xml"/><Relationship Id="Rff9dbdf03c3b484c"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a9372d89afb54aa7" Type="http://schemas.openxmlformats.org/officeDocument/2006/relationships/notesSlide" Target="../notesSlides/notesSlide92.xml"/><Relationship Id="Rcceba1bbd50c4ce4"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4a1c2773dfc94016" Type="http://schemas.openxmlformats.org/officeDocument/2006/relationships/notesSlide" Target="../notesSlides/notesSlide93.xml"/><Relationship Id="R8bf54a41f17847d4"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87bcb05cd5524a58" Type="http://schemas.openxmlformats.org/officeDocument/2006/relationships/notesSlide" Target="../notesSlides/notesSlide94.xml"/><Relationship Id="Rca95376ce47e459c"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94d7df4e6ebf4cc3" Type="http://schemas.openxmlformats.org/officeDocument/2006/relationships/notesSlide" Target="../notesSlides/notesSlide95.xml"/><Relationship Id="Rbf9a1c644c6f45af"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5f0fa950915f4d10" Type="http://schemas.openxmlformats.org/officeDocument/2006/relationships/notesSlide" Target="../notesSlides/notesSlide96.xml"/><Relationship Id="R924c3a5d94294a2c"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85f0996c940843e0" Type="http://schemas.openxmlformats.org/officeDocument/2006/relationships/notesSlide" Target="../notesSlides/notesSlide97.xml"/><Relationship Id="Rfee1165414264d27"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af79e1def31b4917" Type="http://schemas.openxmlformats.org/officeDocument/2006/relationships/slideLayout" Target="../slideLayouts/slideLayout1.xml"/><Relationship Id="Rc25cdde8758945b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2c63be21958b4b91" Type="http://schemas.openxmlformats.org/officeDocument/2006/relationships/slideLayout" Target="../slideLayouts/slideLayout1.xml"/><Relationship Id="Rf394d293ef26428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576be33708224cf3" Type="http://schemas.openxmlformats.org/officeDocument/2006/relationships/notesSlide" Target="../notesSlides/notesSlide100.xml"/><Relationship Id="R8dcadfd0e4c8411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6dbbfdd134aa4810" Type="http://schemas.openxmlformats.org/officeDocument/2006/relationships/slideLayout" Target="../slideLayouts/slideLayout1.xml"/><Relationship Id="R81853458c14c492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824edc98231a49a6" Type="http://schemas.openxmlformats.org/officeDocument/2006/relationships/notesSlide" Target="../notesSlides/notesSlide102.xml"/><Relationship Id="Rcb8d6378ff454194"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9f1f377e197449f1" Type="http://schemas.openxmlformats.org/officeDocument/2006/relationships/notesSlide" Target="../notesSlides/notesSlide103.xml"/><Relationship Id="Rec1330b7b88244fa"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98ee96493ce7416a" Type="http://schemas.openxmlformats.org/officeDocument/2006/relationships/slideLayout" Target="../slideLayouts/slideLayout1.xml"/><Relationship Id="Ree2cc31220c1457a"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a6e8d52159a140bd" Type="http://schemas.openxmlformats.org/officeDocument/2006/relationships/notesSlide" Target="../notesSlides/notesSlide105.xml"/><Relationship Id="Rf69654d8cb0544f9"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45e26822d53c48f6" Type="http://schemas.openxmlformats.org/officeDocument/2006/relationships/slideLayout" Target="../slideLayouts/slideLayout1.xml"/><Relationship Id="R60d22868263d4077"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2c66b6cee7db4620" Type="http://schemas.openxmlformats.org/officeDocument/2006/relationships/notesSlide" Target="../notesSlides/notesSlide107.xml"/><Relationship Id="R310777641eff4c77"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5085c4d5f0dc43bb" Type="http://schemas.openxmlformats.org/officeDocument/2006/relationships/notesSlide" Target="../notesSlides/notesSlide108.xml"/><Relationship Id="Rbcd97616b8684045"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51bd0f03ba8742c0" Type="http://schemas.openxmlformats.org/officeDocument/2006/relationships/notesSlide" Target="../notesSlides/notesSlide109.xml"/><Relationship Id="R7ab47d9c788e4f9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6de9b76c5a574806" Type="http://schemas.openxmlformats.org/officeDocument/2006/relationships/slideLayout" Target="../slideLayouts/slideLayout1.xml"/><Relationship Id="R7601ff0aa9bc4f0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5d584214b0dd483d" Type="http://schemas.openxmlformats.org/officeDocument/2006/relationships/slideLayout" Target="../slideLayouts/slideLayout1.xml"/><Relationship Id="Ra2701c79f06e4f18"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2b8bd79c7b914124" Type="http://schemas.openxmlformats.org/officeDocument/2006/relationships/slideLayout" Target="../slideLayouts/slideLayout1.xml"/><Relationship Id="Rd381d3c0f7f64bb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c55481b2e9934c88" Type="http://schemas.openxmlformats.org/officeDocument/2006/relationships/slideLayout" Target="../slideLayouts/slideLayout1.xml"/><Relationship Id="Ree7f356543a34aaf"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20c567c326d74f9c" Type="http://schemas.openxmlformats.org/officeDocument/2006/relationships/notesSlide" Target="../notesSlides/notesSlide114.xml"/><Relationship Id="Raf9c8b004cd043cf"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13ac1035fe9641eb" Type="http://schemas.openxmlformats.org/officeDocument/2006/relationships/slideLayout" Target="../slideLayouts/slideLayout1.xml"/><Relationship Id="Rdc84304237de4260"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7e7ec5658b0c41c2" Type="http://schemas.openxmlformats.org/officeDocument/2006/relationships/slideLayout" Target="../slideLayouts/slideLayout1.xml"/><Relationship Id="Ra4b640a3680c4110"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52a4f7e35d8243be" Type="http://schemas.openxmlformats.org/officeDocument/2006/relationships/notesSlide" Target="../notesSlides/notesSlide117.xml"/><Relationship Id="Rf52c8592c80742c4"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3c4175c3bf074850" Type="http://schemas.openxmlformats.org/officeDocument/2006/relationships/slideLayout" Target="../slideLayouts/slideLayout1.xml"/><Relationship Id="R7a47e08ce91d4811"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2cb1efc4842e4e48" Type="http://schemas.openxmlformats.org/officeDocument/2006/relationships/slideLayout" Target="../slideLayouts/slideLayout1.xml"/><Relationship Id="R9865ab2945f444d6"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1c25db6d0a72433e" Type="http://schemas.openxmlformats.org/officeDocument/2006/relationships/notesSlide" Target="../notesSlides/notesSlide120.xml"/><Relationship Id="R1e522063759e4b43"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0B4AA2"/>
                </a:solidFill>
              </a:rPr>
              <a:t>Large Language Model</a:t>
            </a:r>
          </a:p>
          <a:p xmlns:a="http://schemas.openxmlformats.org/drawingml/2006/main">
            <a:pPr algn="l">
              <a:buNone/>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6/120</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Tree>
    <p:extLst>
      <p:ext uri="{BB962C8B-B14F-4D97-AF65-F5344CB8AC3E}">
        <p14:creationId xmlns:p14="http://schemas.microsoft.com/office/powerpoint/2010/main" val="172873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Tree>
    <p:extLst>
      <p:ext uri="{BB962C8B-B14F-4D97-AF65-F5344CB8AC3E}">
        <p14:creationId xmlns:p14="http://schemas.microsoft.com/office/powerpoint/2010/main" val="1728733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Tree>
    <p:extLst>
      <p:ext uri="{BB962C8B-B14F-4D97-AF65-F5344CB8AC3E}">
        <p14:creationId xmlns:p14="http://schemas.microsoft.com/office/powerpoint/2010/main" val="9562684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Tree>
    <p:extLst>
      <p:ext uri="{BB962C8B-B14F-4D97-AF65-F5344CB8AC3E}">
        <p14:creationId xmlns:p14="http://schemas.microsoft.com/office/powerpoint/2010/main" val="9562684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Tree>
    <p:extLst>
      <p:ext uri="{BB962C8B-B14F-4D97-AF65-F5344CB8AC3E}">
        <p14:creationId xmlns:p14="http://schemas.microsoft.com/office/powerpoint/2010/main" val="9562684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Tree>
    <p:extLst>
      <p:ext uri="{BB962C8B-B14F-4D97-AF65-F5344CB8AC3E}">
        <p14:creationId xmlns:p14="http://schemas.microsoft.com/office/powerpoint/2010/main" val="5696973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Tree>
    <p:extLst>
      <p:ext uri="{BB962C8B-B14F-4D97-AF65-F5344CB8AC3E}">
        <p14:creationId xmlns:p14="http://schemas.microsoft.com/office/powerpoint/2010/main" val="5696973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Tree>
    <p:extLst>
      <p:ext uri="{BB962C8B-B14F-4D97-AF65-F5344CB8AC3E}">
        <p14:creationId xmlns:p14="http://schemas.microsoft.com/office/powerpoint/2010/main" val="5696973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Tree>
    <p:extLst>
      <p:ext uri="{BB962C8B-B14F-4D97-AF65-F5344CB8AC3E}">
        <p14:creationId xmlns:p14="http://schemas.microsoft.com/office/powerpoint/2010/main" val="4136081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Tree>
    <p:extLst>
      <p:ext uri="{BB962C8B-B14F-4D97-AF65-F5344CB8AC3E}">
        <p14:creationId xmlns:p14="http://schemas.microsoft.com/office/powerpoint/2010/main" val="4136081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Tree>
    <p:extLst>
      <p:ext uri="{BB962C8B-B14F-4D97-AF65-F5344CB8AC3E}">
        <p14:creationId xmlns:p14="http://schemas.microsoft.com/office/powerpoint/2010/main" val="4136081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Tree>
    <p:extLst>
      <p:ext uri="{BB962C8B-B14F-4D97-AF65-F5344CB8AC3E}">
        <p14:creationId xmlns:p14="http://schemas.microsoft.com/office/powerpoint/2010/main" val="3127450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Tree>
    <p:extLst>
      <p:ext uri="{BB962C8B-B14F-4D97-AF65-F5344CB8AC3E}">
        <p14:creationId xmlns:p14="http://schemas.microsoft.com/office/powerpoint/2010/main" val="702608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Tree>
    <p:extLst>
      <p:ext uri="{BB962C8B-B14F-4D97-AF65-F5344CB8AC3E}">
        <p14:creationId xmlns:p14="http://schemas.microsoft.com/office/powerpoint/2010/main" val="7026084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Tree>
    <p:extLst>
      <p:ext uri="{BB962C8B-B14F-4D97-AF65-F5344CB8AC3E}">
        <p14:creationId xmlns:p14="http://schemas.microsoft.com/office/powerpoint/2010/main" val="7026084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Tree>
    <p:extLst>
      <p:ext uri="{BB962C8B-B14F-4D97-AF65-F5344CB8AC3E}">
        <p14:creationId xmlns:p14="http://schemas.microsoft.com/office/powerpoint/2010/main" val="11354882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Tree>
    <p:extLst>
      <p:ext uri="{BB962C8B-B14F-4D97-AF65-F5344CB8AC3E}">
        <p14:creationId xmlns:p14="http://schemas.microsoft.com/office/powerpoint/2010/main" val="11354882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Tree>
    <p:extLst>
      <p:ext uri="{BB962C8B-B14F-4D97-AF65-F5344CB8AC3E}">
        <p14:creationId xmlns:p14="http://schemas.microsoft.com/office/powerpoint/2010/main" val="20744573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Tree>
    <p:extLst>
      <p:ext uri="{BB962C8B-B14F-4D97-AF65-F5344CB8AC3E}">
        <p14:creationId xmlns:p14="http://schemas.microsoft.com/office/powerpoint/2010/main" val="20744573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Tree>
    <p:extLst>
      <p:ext uri="{BB962C8B-B14F-4D97-AF65-F5344CB8AC3E}">
        <p14:creationId xmlns:p14="http://schemas.microsoft.com/office/powerpoint/2010/main" val="20744573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Tree>
    <p:extLst>
      <p:ext uri="{BB962C8B-B14F-4D97-AF65-F5344CB8AC3E}">
        <p14:creationId xmlns:p14="http://schemas.microsoft.com/office/powerpoint/2010/main" val="158339092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Tree>
    <p:extLst>
      <p:ext uri="{BB962C8B-B14F-4D97-AF65-F5344CB8AC3E}">
        <p14:creationId xmlns:p14="http://schemas.microsoft.com/office/powerpoint/2010/main" val="15833909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Tree>
    <p:extLst>
      <p:ext uri="{BB962C8B-B14F-4D97-AF65-F5344CB8AC3E}">
        <p14:creationId xmlns:p14="http://schemas.microsoft.com/office/powerpoint/2010/main" val="15833909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Tree>
    <p:extLst>
      <p:ext uri="{BB962C8B-B14F-4D97-AF65-F5344CB8AC3E}">
        <p14:creationId xmlns:p14="http://schemas.microsoft.com/office/powerpoint/2010/main" val="151840826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Tree>
    <p:extLst>
      <p:ext uri="{BB962C8B-B14F-4D97-AF65-F5344CB8AC3E}">
        <p14:creationId xmlns:p14="http://schemas.microsoft.com/office/powerpoint/2010/main" val="15184082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Tree>
    <p:extLst>
      <p:ext uri="{BB962C8B-B14F-4D97-AF65-F5344CB8AC3E}">
        <p14:creationId xmlns:p14="http://schemas.microsoft.com/office/powerpoint/2010/main" val="11801607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Tree>
    <p:extLst>
      <p:ext uri="{BB962C8B-B14F-4D97-AF65-F5344CB8AC3E}">
        <p14:creationId xmlns:p14="http://schemas.microsoft.com/office/powerpoint/2010/main" val="39652840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Tree>
    <p:extLst>
      <p:ext uri="{BB962C8B-B14F-4D97-AF65-F5344CB8AC3E}">
        <p14:creationId xmlns:p14="http://schemas.microsoft.com/office/powerpoint/2010/main" val="3965284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Tree>
    <p:extLst>
      <p:ext uri="{BB962C8B-B14F-4D97-AF65-F5344CB8AC3E}">
        <p14:creationId xmlns:p14="http://schemas.microsoft.com/office/powerpoint/2010/main" val="39652840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Tree>
    <p:extLst>
      <p:ext uri="{BB962C8B-B14F-4D97-AF65-F5344CB8AC3E}">
        <p14:creationId xmlns:p14="http://schemas.microsoft.com/office/powerpoint/2010/main" val="39652840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Tree>
    <p:extLst>
      <p:ext uri="{BB962C8B-B14F-4D97-AF65-F5344CB8AC3E}">
        <p14:creationId xmlns:p14="http://schemas.microsoft.com/office/powerpoint/2010/main" val="6210602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Tree>
    <p:extLst>
      <p:ext uri="{BB962C8B-B14F-4D97-AF65-F5344CB8AC3E}">
        <p14:creationId xmlns:p14="http://schemas.microsoft.com/office/powerpoint/2010/main" val="6279286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47/120</a:t>
            </a:r>
          </a:p>
        </p:txBody>
      </p:sp>
    </p:spTree>
    <p:extLst>
      <p:ext uri="{BB962C8B-B14F-4D97-AF65-F5344CB8AC3E}">
        <p14:creationId xmlns:p14="http://schemas.microsoft.com/office/powerpoint/2010/main" val="143288291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Tree>
    <p:extLst>
      <p:ext uri="{BB962C8B-B14F-4D97-AF65-F5344CB8AC3E}">
        <p14:creationId xmlns:p14="http://schemas.microsoft.com/office/powerpoint/2010/main" val="14225247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Tree>
    <p:extLst>
      <p:ext uri="{BB962C8B-B14F-4D97-AF65-F5344CB8AC3E}">
        <p14:creationId xmlns:p14="http://schemas.microsoft.com/office/powerpoint/2010/main" val="92199895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Tree>
    <p:extLst>
      <p:ext uri="{BB962C8B-B14F-4D97-AF65-F5344CB8AC3E}">
        <p14:creationId xmlns:p14="http://schemas.microsoft.com/office/powerpoint/2010/main" val="124610798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Tree>
    <p:extLst>
      <p:ext uri="{BB962C8B-B14F-4D97-AF65-F5344CB8AC3E}">
        <p14:creationId xmlns:p14="http://schemas.microsoft.com/office/powerpoint/2010/main" val="13670096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Tree>
    <p:extLst>
      <p:ext uri="{BB962C8B-B14F-4D97-AF65-F5344CB8AC3E}">
        <p14:creationId xmlns:p14="http://schemas.microsoft.com/office/powerpoint/2010/main" val="113293099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Tree>
    <p:extLst>
      <p:ext uri="{BB962C8B-B14F-4D97-AF65-F5344CB8AC3E}">
        <p14:creationId xmlns:p14="http://schemas.microsoft.com/office/powerpoint/2010/main" val="113293099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Tree>
    <p:extLst>
      <p:ext uri="{BB962C8B-B14F-4D97-AF65-F5344CB8AC3E}">
        <p14:creationId xmlns:p14="http://schemas.microsoft.com/office/powerpoint/2010/main" val="113293099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Tree>
    <p:extLst>
      <p:ext uri="{BB962C8B-B14F-4D97-AF65-F5344CB8AC3E}">
        <p14:creationId xmlns:p14="http://schemas.microsoft.com/office/powerpoint/2010/main" val="11329309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Tree>
    <p:extLst>
      <p:ext uri="{BB962C8B-B14F-4D97-AF65-F5344CB8AC3E}">
        <p14:creationId xmlns:p14="http://schemas.microsoft.com/office/powerpoint/2010/main" val="94162952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Tree>
    <p:extLst>
      <p:ext uri="{BB962C8B-B14F-4D97-AF65-F5344CB8AC3E}">
        <p14:creationId xmlns:p14="http://schemas.microsoft.com/office/powerpoint/2010/main" val="9695184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Tree>
    <p:extLst>
      <p:ext uri="{BB962C8B-B14F-4D97-AF65-F5344CB8AC3E}">
        <p14:creationId xmlns:p14="http://schemas.microsoft.com/office/powerpoint/2010/main" val="653773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Tree>
    <p:extLst>
      <p:ext uri="{BB962C8B-B14F-4D97-AF65-F5344CB8AC3E}">
        <p14:creationId xmlns:p14="http://schemas.microsoft.com/office/powerpoint/2010/main" val="653773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Tree>
    <p:extLst>
      <p:ext uri="{BB962C8B-B14F-4D97-AF65-F5344CB8AC3E}">
        <p14:creationId xmlns:p14="http://schemas.microsoft.com/office/powerpoint/2010/main" val="123419926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Tree>
    <p:extLst>
      <p:ext uri="{BB962C8B-B14F-4D97-AF65-F5344CB8AC3E}">
        <p14:creationId xmlns:p14="http://schemas.microsoft.com/office/powerpoint/2010/main" val="123419926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Tree>
    <p:extLst>
      <p:ext uri="{BB962C8B-B14F-4D97-AF65-F5344CB8AC3E}">
        <p14:creationId xmlns:p14="http://schemas.microsoft.com/office/powerpoint/2010/main" val="123419926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68/120</a:t>
            </a:r>
          </a:p>
        </p:txBody>
      </p:sp>
    </p:spTree>
    <p:extLst>
      <p:ext uri="{BB962C8B-B14F-4D97-AF65-F5344CB8AC3E}">
        <p14:creationId xmlns:p14="http://schemas.microsoft.com/office/powerpoint/2010/main" val="177755598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69/120</a:t>
            </a:r>
          </a:p>
        </p:txBody>
      </p:sp>
    </p:spTree>
    <p:extLst>
      <p:ext uri="{BB962C8B-B14F-4D97-AF65-F5344CB8AC3E}">
        <p14:creationId xmlns:p14="http://schemas.microsoft.com/office/powerpoint/2010/main" val="3077983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Tree>
    <p:extLst>
      <p:ext uri="{BB962C8B-B14F-4D97-AF65-F5344CB8AC3E}">
        <p14:creationId xmlns:p14="http://schemas.microsoft.com/office/powerpoint/2010/main" val="155631547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Tree>
    <p:extLst>
      <p:ext uri="{BB962C8B-B14F-4D97-AF65-F5344CB8AC3E}">
        <p14:creationId xmlns:p14="http://schemas.microsoft.com/office/powerpoint/2010/main" val="46385425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Tree>
    <p:extLst>
      <p:ext uri="{BB962C8B-B14F-4D97-AF65-F5344CB8AC3E}">
        <p14:creationId xmlns:p14="http://schemas.microsoft.com/office/powerpoint/2010/main" val="46385425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Tree>
    <p:extLst>
      <p:ext uri="{BB962C8B-B14F-4D97-AF65-F5344CB8AC3E}">
        <p14:creationId xmlns:p14="http://schemas.microsoft.com/office/powerpoint/2010/main" val="46385425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Tree>
    <p:extLst>
      <p:ext uri="{BB962C8B-B14F-4D97-AF65-F5344CB8AC3E}">
        <p14:creationId xmlns:p14="http://schemas.microsoft.com/office/powerpoint/2010/main" val="191871012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Tree>
    <p:extLst>
      <p:ext uri="{BB962C8B-B14F-4D97-AF65-F5344CB8AC3E}">
        <p14:creationId xmlns:p14="http://schemas.microsoft.com/office/powerpoint/2010/main" val="191871012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Tree>
    <p:extLst>
      <p:ext uri="{BB962C8B-B14F-4D97-AF65-F5344CB8AC3E}">
        <p14:creationId xmlns:p14="http://schemas.microsoft.com/office/powerpoint/2010/main" val="191871012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Tree>
    <p:extLst>
      <p:ext uri="{BB962C8B-B14F-4D97-AF65-F5344CB8AC3E}">
        <p14:creationId xmlns:p14="http://schemas.microsoft.com/office/powerpoint/2010/main" val="191871012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Tree>
    <p:extLst>
      <p:ext uri="{BB962C8B-B14F-4D97-AF65-F5344CB8AC3E}">
        <p14:creationId xmlns:p14="http://schemas.microsoft.com/office/powerpoint/2010/main" val="3222881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Tree>
    <p:extLst>
      <p:ext uri="{BB962C8B-B14F-4D97-AF65-F5344CB8AC3E}">
        <p14:creationId xmlns:p14="http://schemas.microsoft.com/office/powerpoint/2010/main" val="138225312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Tree>
    <p:extLst>
      <p:ext uri="{BB962C8B-B14F-4D97-AF65-F5344CB8AC3E}">
        <p14:creationId xmlns:p14="http://schemas.microsoft.com/office/powerpoint/2010/main" val="153243521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Tree>
    <p:extLst>
      <p:ext uri="{BB962C8B-B14F-4D97-AF65-F5344CB8AC3E}">
        <p14:creationId xmlns:p14="http://schemas.microsoft.com/office/powerpoint/2010/main" val="105266878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Tree>
    <p:extLst>
      <p:ext uri="{BB962C8B-B14F-4D97-AF65-F5344CB8AC3E}">
        <p14:creationId xmlns:p14="http://schemas.microsoft.com/office/powerpoint/2010/main" val="143355452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Tree>
    <p:extLst>
      <p:ext uri="{BB962C8B-B14F-4D97-AF65-F5344CB8AC3E}">
        <p14:creationId xmlns:p14="http://schemas.microsoft.com/office/powerpoint/2010/main" val="1433554528"/>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Tree>
    <p:extLst>
      <p:ext uri="{BB962C8B-B14F-4D97-AF65-F5344CB8AC3E}">
        <p14:creationId xmlns:p14="http://schemas.microsoft.com/office/powerpoint/2010/main" val="198832236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Tree>
    <p:extLst>
      <p:ext uri="{BB962C8B-B14F-4D97-AF65-F5344CB8AC3E}">
        <p14:creationId xmlns:p14="http://schemas.microsoft.com/office/powerpoint/2010/main" val="20815464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Tree>
    <p:extLst>
      <p:ext uri="{BB962C8B-B14F-4D97-AF65-F5344CB8AC3E}">
        <p14:creationId xmlns:p14="http://schemas.microsoft.com/office/powerpoint/2010/main" val="1757707971"/>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Tree>
    <p:extLst>
      <p:ext uri="{BB962C8B-B14F-4D97-AF65-F5344CB8AC3E}">
        <p14:creationId xmlns:p14="http://schemas.microsoft.com/office/powerpoint/2010/main" val="175770797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Tree>
    <p:extLst>
      <p:ext uri="{BB962C8B-B14F-4D97-AF65-F5344CB8AC3E}">
        <p14:creationId xmlns:p14="http://schemas.microsoft.com/office/powerpoint/2010/main" val="175770797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Tree>
    <p:extLst>
      <p:ext uri="{BB962C8B-B14F-4D97-AF65-F5344CB8AC3E}">
        <p14:creationId xmlns:p14="http://schemas.microsoft.com/office/powerpoint/2010/main" val="80715040"/>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Tree>
    <p:extLst>
      <p:ext uri="{BB962C8B-B14F-4D97-AF65-F5344CB8AC3E}">
        <p14:creationId xmlns:p14="http://schemas.microsoft.com/office/powerpoint/2010/main" val="148040304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Tree>
    <p:extLst>
      <p:ext uri="{BB962C8B-B14F-4D97-AF65-F5344CB8AC3E}">
        <p14:creationId xmlns:p14="http://schemas.microsoft.com/office/powerpoint/2010/main" val="2069422926"/>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102/120</a:t>
            </a:r>
          </a:p>
        </p:txBody>
      </p:sp>
    </p:spTree>
    <p:extLst>
      <p:ext uri="{BB962C8B-B14F-4D97-AF65-F5344CB8AC3E}">
        <p14:creationId xmlns:p14="http://schemas.microsoft.com/office/powerpoint/2010/main" val="111450566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Tree>
    <p:extLst>
      <p:ext uri="{BB962C8B-B14F-4D97-AF65-F5344CB8AC3E}">
        <p14:creationId xmlns:p14="http://schemas.microsoft.com/office/powerpoint/2010/main" val="164533778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Tree>
    <p:extLst>
      <p:ext uri="{BB962C8B-B14F-4D97-AF65-F5344CB8AC3E}">
        <p14:creationId xmlns:p14="http://schemas.microsoft.com/office/powerpoint/2010/main" val="1495088114"/>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Tree>
    <p:extLst>
      <p:ext uri="{BB962C8B-B14F-4D97-AF65-F5344CB8AC3E}">
        <p14:creationId xmlns:p14="http://schemas.microsoft.com/office/powerpoint/2010/main" val="189178587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Tree>
    <p:extLst>
      <p:ext uri="{BB962C8B-B14F-4D97-AF65-F5344CB8AC3E}">
        <p14:creationId xmlns:p14="http://schemas.microsoft.com/office/powerpoint/2010/main" val="10022226"/>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110/120</a:t>
            </a:r>
          </a:p>
        </p:txBody>
      </p:sp>
    </p:spTree>
    <p:extLst>
      <p:ext uri="{BB962C8B-B14F-4D97-AF65-F5344CB8AC3E}">
        <p14:creationId xmlns:p14="http://schemas.microsoft.com/office/powerpoint/2010/main" val="213586373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Tree>
    <p:extLst>
      <p:ext uri="{BB962C8B-B14F-4D97-AF65-F5344CB8AC3E}">
        <p14:creationId xmlns:p14="http://schemas.microsoft.com/office/powerpoint/2010/main" val="721623034"/>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Tree>
    <p:extLst>
      <p:ext uri="{BB962C8B-B14F-4D97-AF65-F5344CB8AC3E}">
        <p14:creationId xmlns:p14="http://schemas.microsoft.com/office/powerpoint/2010/main" val="185501246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Tree>
    <p:extLst>
      <p:ext uri="{BB962C8B-B14F-4D97-AF65-F5344CB8AC3E}">
        <p14:creationId xmlns:p14="http://schemas.microsoft.com/office/powerpoint/2010/main" val="544344882"/>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Tree>
    <p:extLst>
      <p:ext uri="{BB962C8B-B14F-4D97-AF65-F5344CB8AC3E}">
        <p14:creationId xmlns:p14="http://schemas.microsoft.com/office/powerpoint/2010/main" val="16667475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Tree>
    <p:extLst>
      <p:ext uri="{BB962C8B-B14F-4D97-AF65-F5344CB8AC3E}">
        <p14:creationId xmlns:p14="http://schemas.microsoft.com/office/powerpoint/2010/main" val="1279011530"/>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Tree>
    <p:extLst>
      <p:ext uri="{BB962C8B-B14F-4D97-AF65-F5344CB8AC3E}">
        <p14:creationId xmlns:p14="http://schemas.microsoft.com/office/powerpoint/2010/main" val="114976819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Tree>
    <p:extLst>
      <p:ext uri="{BB962C8B-B14F-4D97-AF65-F5344CB8AC3E}">
        <p14:creationId xmlns:p14="http://schemas.microsoft.com/office/powerpoint/2010/main" val="856863094"/>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2026-08-02T02:56:25.2420000Z</dcterms:created>
  <dcterms:modified xsi:type="dcterms:W3CDTF">2026-08-02T02:56:25.2420000Z</dcterms:modified>
</coreProperties>
</file>