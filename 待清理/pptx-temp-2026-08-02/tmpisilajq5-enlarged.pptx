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023aed5e95f4ec8" Type="http://schemas.openxmlformats.org/package/2006/relationships/metadata/core-properties" Target="docProps/core.xml"/><Relationship Id="R3828f7c936884135" Type="http://schemas.openxmlformats.org/officeDocument/2006/relationships/officeDocument" Target="ppt/presentation.xml"/><Relationship Id="R4d20e20a22ca492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52a2a4e432f945d7"/>
  </p:sldMasterIdLst>
  <p:notesMasterIdLst>
    <p:notesMasterId xmlns:r="http://schemas.openxmlformats.org/officeDocument/2006/relationships" r:id="R7bfd4a2d60b346e1"/>
  </p:notesMasterIdLst>
  <p:sldIdLst>
    <p:sldId xmlns:r="http://schemas.openxmlformats.org/officeDocument/2006/relationships" id="256" r:id="Rc1658d529cf1480f"/>
    <p:sldId xmlns:r="http://schemas.openxmlformats.org/officeDocument/2006/relationships" id="257" r:id="R3540efca238a4b53"/>
    <p:sldId xmlns:r="http://schemas.openxmlformats.org/officeDocument/2006/relationships" id="258" r:id="Re2a1a3a514314a35"/>
    <p:sldId xmlns:r="http://schemas.openxmlformats.org/officeDocument/2006/relationships" id="259" r:id="R43b50ddb64954c10"/>
    <p:sldId xmlns:r="http://schemas.openxmlformats.org/officeDocument/2006/relationships" id="260" r:id="Rff1d07cb2ae54683"/>
    <p:sldId xmlns:r="http://schemas.openxmlformats.org/officeDocument/2006/relationships" id="261" r:id="R4b387300c7ae4daf"/>
    <p:sldId xmlns:r="http://schemas.openxmlformats.org/officeDocument/2006/relationships" id="262" r:id="R8f105e2488624fd6"/>
    <p:sldId xmlns:r="http://schemas.openxmlformats.org/officeDocument/2006/relationships" id="263" r:id="Rc7cf1e4d8e284f11"/>
    <p:sldId xmlns:r="http://schemas.openxmlformats.org/officeDocument/2006/relationships" id="264" r:id="R2d125a30405347c0"/>
    <p:sldId xmlns:r="http://schemas.openxmlformats.org/officeDocument/2006/relationships" id="265" r:id="R7df52f11e18f4461"/>
    <p:sldId xmlns:r="http://schemas.openxmlformats.org/officeDocument/2006/relationships" id="266" r:id="R41aa6ad936694aed"/>
    <p:sldId xmlns:r="http://schemas.openxmlformats.org/officeDocument/2006/relationships" id="267" r:id="R9a1d0574a2ac49fd"/>
    <p:sldId xmlns:r="http://schemas.openxmlformats.org/officeDocument/2006/relationships" id="268" r:id="R924e4d1a426a40f7"/>
    <p:sldId xmlns:r="http://schemas.openxmlformats.org/officeDocument/2006/relationships" id="269" r:id="R04280e11c5c84364"/>
    <p:sldId xmlns:r="http://schemas.openxmlformats.org/officeDocument/2006/relationships" id="270" r:id="Rfd25c9f430c04549"/>
    <p:sldId xmlns:r="http://schemas.openxmlformats.org/officeDocument/2006/relationships" id="271" r:id="Rfd4a66c4104445e1"/>
    <p:sldId xmlns:r="http://schemas.openxmlformats.org/officeDocument/2006/relationships" id="272" r:id="Rb5dc80665aba40fa"/>
    <p:sldId xmlns:r="http://schemas.openxmlformats.org/officeDocument/2006/relationships" id="273" r:id="Rdc2018dab0b84256"/>
    <p:sldId xmlns:r="http://schemas.openxmlformats.org/officeDocument/2006/relationships" id="274" r:id="R481adf985886473a"/>
    <p:sldId xmlns:r="http://schemas.openxmlformats.org/officeDocument/2006/relationships" id="275" r:id="Rc4a8507520ca4e66"/>
    <p:sldId xmlns:r="http://schemas.openxmlformats.org/officeDocument/2006/relationships" id="276" r:id="R32e72836b1244913"/>
    <p:sldId xmlns:r="http://schemas.openxmlformats.org/officeDocument/2006/relationships" id="277" r:id="Red14a8d80f554934"/>
    <p:sldId xmlns:r="http://schemas.openxmlformats.org/officeDocument/2006/relationships" id="278" r:id="R4fe4bcaf5d8c443a"/>
    <p:sldId xmlns:r="http://schemas.openxmlformats.org/officeDocument/2006/relationships" id="279" r:id="R6e6aaeaf19064d04"/>
    <p:sldId xmlns:r="http://schemas.openxmlformats.org/officeDocument/2006/relationships" id="280" r:id="Rd7df9f74f7594d5f"/>
    <p:sldId xmlns:r="http://schemas.openxmlformats.org/officeDocument/2006/relationships" id="281" r:id="R6dd10bd71983400a"/>
    <p:sldId xmlns:r="http://schemas.openxmlformats.org/officeDocument/2006/relationships" id="282" r:id="R5a6a9cb7ffaf45d2"/>
    <p:sldId xmlns:r="http://schemas.openxmlformats.org/officeDocument/2006/relationships" id="283" r:id="R3985118f0e274975"/>
    <p:sldId xmlns:r="http://schemas.openxmlformats.org/officeDocument/2006/relationships" id="284" r:id="Rb81f07776a734f2b"/>
    <p:sldId xmlns:r="http://schemas.openxmlformats.org/officeDocument/2006/relationships" id="285" r:id="R8c3f8040485d4dfe"/>
    <p:sldId xmlns:r="http://schemas.openxmlformats.org/officeDocument/2006/relationships" id="286" r:id="R57912c6806bf469d"/>
    <p:sldId xmlns:r="http://schemas.openxmlformats.org/officeDocument/2006/relationships" id="287" r:id="Rf8fad9cdf794495c"/>
    <p:sldId xmlns:r="http://schemas.openxmlformats.org/officeDocument/2006/relationships" id="288" r:id="R41b6b8fa5dcb4d84"/>
    <p:sldId xmlns:r="http://schemas.openxmlformats.org/officeDocument/2006/relationships" id="289" r:id="Rd1cc03be35b94b43"/>
    <p:sldId xmlns:r="http://schemas.openxmlformats.org/officeDocument/2006/relationships" id="290" r:id="R00a3f3b6212e40d5"/>
    <p:sldId xmlns:r="http://schemas.openxmlformats.org/officeDocument/2006/relationships" id="291" r:id="Rbc345fac49614280"/>
    <p:sldId xmlns:r="http://schemas.openxmlformats.org/officeDocument/2006/relationships" id="292" r:id="Rc6462ca023ad4254"/>
    <p:sldId xmlns:r="http://schemas.openxmlformats.org/officeDocument/2006/relationships" id="293" r:id="R8216f48077384f27"/>
    <p:sldId xmlns:r="http://schemas.openxmlformats.org/officeDocument/2006/relationships" id="294" r:id="R2ccfd76daa564898"/>
    <p:sldId xmlns:r="http://schemas.openxmlformats.org/officeDocument/2006/relationships" id="295" r:id="Rb356014db731480a"/>
    <p:sldId xmlns:r="http://schemas.openxmlformats.org/officeDocument/2006/relationships" id="296" r:id="R335d4f082a094a0e"/>
    <p:sldId xmlns:r="http://schemas.openxmlformats.org/officeDocument/2006/relationships" id="297" r:id="Rc290b76810ae411e"/>
    <p:sldId xmlns:r="http://schemas.openxmlformats.org/officeDocument/2006/relationships" id="298" r:id="Rf76a6ea362c54ce3"/>
    <p:sldId xmlns:r="http://schemas.openxmlformats.org/officeDocument/2006/relationships" id="299" r:id="R5b121cd5232c4726"/>
    <p:sldId xmlns:r="http://schemas.openxmlformats.org/officeDocument/2006/relationships" id="300" r:id="Rdcb849444744485d"/>
    <p:sldId xmlns:r="http://schemas.openxmlformats.org/officeDocument/2006/relationships" id="301" r:id="Rb665fe54141344a5"/>
    <p:sldId xmlns:r="http://schemas.openxmlformats.org/officeDocument/2006/relationships" id="302" r:id="Rc6c77d58870f4406"/>
    <p:sldId xmlns:r="http://schemas.openxmlformats.org/officeDocument/2006/relationships" id="303" r:id="Rad729e2b08a7405e"/>
    <p:sldId xmlns:r="http://schemas.openxmlformats.org/officeDocument/2006/relationships" id="304" r:id="Rebb5295bcb534921"/>
    <p:sldId xmlns:r="http://schemas.openxmlformats.org/officeDocument/2006/relationships" id="305" r:id="R20db22c5b4cb4e11"/>
    <p:sldId xmlns:r="http://schemas.openxmlformats.org/officeDocument/2006/relationships" id="306" r:id="Ref4bd756ef854b4c"/>
    <p:sldId xmlns:r="http://schemas.openxmlformats.org/officeDocument/2006/relationships" id="307" r:id="R38a9fbbd2a174a97"/>
    <p:sldId xmlns:r="http://schemas.openxmlformats.org/officeDocument/2006/relationships" id="308" r:id="R352504399fa449e0"/>
    <p:sldId xmlns:r="http://schemas.openxmlformats.org/officeDocument/2006/relationships" id="309" r:id="R18aa14331f944a15"/>
    <p:sldId xmlns:r="http://schemas.openxmlformats.org/officeDocument/2006/relationships" id="310" r:id="R8cfa9798e0a24af0"/>
    <p:sldId xmlns:r="http://schemas.openxmlformats.org/officeDocument/2006/relationships" id="311" r:id="R98ab133409554fd9"/>
    <p:sldId xmlns:r="http://schemas.openxmlformats.org/officeDocument/2006/relationships" id="312" r:id="R5fa2dc410d7d4c07"/>
    <p:sldId xmlns:r="http://schemas.openxmlformats.org/officeDocument/2006/relationships" id="313" r:id="Rf6c3be86ff5a4ab0"/>
    <p:sldId xmlns:r="http://schemas.openxmlformats.org/officeDocument/2006/relationships" id="314" r:id="R39173d0414d340da"/>
    <p:sldId xmlns:r="http://schemas.openxmlformats.org/officeDocument/2006/relationships" id="315" r:id="R2f533dec79b14771"/>
    <p:sldId xmlns:r="http://schemas.openxmlformats.org/officeDocument/2006/relationships" id="316" r:id="Rc805dd57a8704acb"/>
    <p:sldId xmlns:r="http://schemas.openxmlformats.org/officeDocument/2006/relationships" id="317" r:id="Rda24e0c79af64fff"/>
    <p:sldId xmlns:r="http://schemas.openxmlformats.org/officeDocument/2006/relationships" id="318" r:id="R7bc5a5679dd8476b"/>
    <p:sldId xmlns:r="http://schemas.openxmlformats.org/officeDocument/2006/relationships" id="319" r:id="R29fd18d7b0344361"/>
    <p:sldId xmlns:r="http://schemas.openxmlformats.org/officeDocument/2006/relationships" id="320" r:id="R736c4a6276414a76"/>
    <p:sldId xmlns:r="http://schemas.openxmlformats.org/officeDocument/2006/relationships" id="321" r:id="R0a7f6bda46654db3"/>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a3f3b6212e40d5" Type="http://schemas.openxmlformats.org/officeDocument/2006/relationships/slide" Target="slides/slide35.xml"/><Relationship Id="R04280e11c5c84364" Type="http://schemas.openxmlformats.org/officeDocument/2006/relationships/slide" Target="slides/slide14.xml"/><Relationship Id="R045c86de6c3a44cf" Type="http://schemas.openxmlformats.org/officeDocument/2006/relationships/theme" Target="theme/theme1.xml"/><Relationship Id="R0a7f6bda46654db3" Type="http://schemas.openxmlformats.org/officeDocument/2006/relationships/slide" Target="slides/slide66.xml"/><Relationship Id="R18aa14331f944a15" Type="http://schemas.openxmlformats.org/officeDocument/2006/relationships/slide" Target="slides/slide54.xml"/><Relationship Id="R20db22c5b4cb4e11" Type="http://schemas.openxmlformats.org/officeDocument/2006/relationships/slide" Target="slides/slide50.xml"/><Relationship Id="R29fd18d7b0344361" Type="http://schemas.openxmlformats.org/officeDocument/2006/relationships/slide" Target="slides/slide64.xml"/><Relationship Id="R2ccfd76daa564898" Type="http://schemas.openxmlformats.org/officeDocument/2006/relationships/slide" Target="slides/slide39.xml"/><Relationship Id="R2d125a30405347c0" Type="http://schemas.openxmlformats.org/officeDocument/2006/relationships/slide" Target="slides/slide9.xml"/><Relationship Id="R2f533dec79b14771" Type="http://schemas.openxmlformats.org/officeDocument/2006/relationships/slide" Target="slides/slide60.xml"/><Relationship Id="R32e72836b1244913" Type="http://schemas.openxmlformats.org/officeDocument/2006/relationships/slide" Target="slides/slide21.xml"/><Relationship Id="R335d4f082a094a0e" Type="http://schemas.openxmlformats.org/officeDocument/2006/relationships/slide" Target="slides/slide41.xml"/><Relationship Id="R352504399fa449e0" Type="http://schemas.openxmlformats.org/officeDocument/2006/relationships/slide" Target="slides/slide53.xml"/><Relationship Id="R3540efca238a4b53" Type="http://schemas.openxmlformats.org/officeDocument/2006/relationships/slide" Target="slides/slide2.xml"/><Relationship Id="R38a9fbbd2a174a97" Type="http://schemas.openxmlformats.org/officeDocument/2006/relationships/slide" Target="slides/slide52.xml"/><Relationship Id="R39173d0414d340da" Type="http://schemas.openxmlformats.org/officeDocument/2006/relationships/slide" Target="slides/slide59.xml"/><Relationship Id="R3985118f0e274975" Type="http://schemas.openxmlformats.org/officeDocument/2006/relationships/slide" Target="slides/slide28.xml"/><Relationship Id="R41aa6ad936694aed" Type="http://schemas.openxmlformats.org/officeDocument/2006/relationships/slide" Target="slides/slide11.xml"/><Relationship Id="R41b6b8fa5dcb4d84" Type="http://schemas.openxmlformats.org/officeDocument/2006/relationships/slide" Target="slides/slide33.xml"/><Relationship Id="R43b50ddb64954c10" Type="http://schemas.openxmlformats.org/officeDocument/2006/relationships/slide" Target="slides/slide4.xml"/><Relationship Id="R481adf985886473a" Type="http://schemas.openxmlformats.org/officeDocument/2006/relationships/slide" Target="slides/slide19.xml"/><Relationship Id="R4b387300c7ae4daf" Type="http://schemas.openxmlformats.org/officeDocument/2006/relationships/slide" Target="slides/slide6.xml"/><Relationship Id="R4d1bbb60a75c4ed3" Type="http://schemas.openxmlformats.org/officeDocument/2006/relationships/presProps" Target="presProps.xml"/><Relationship Id="R4fe4bcaf5d8c443a" Type="http://schemas.openxmlformats.org/officeDocument/2006/relationships/slide" Target="slides/slide23.xml"/><Relationship Id="R52a2a4e432f945d7" Type="http://schemas.openxmlformats.org/officeDocument/2006/relationships/slideMaster" Target="slideMasters/slideMaster1.xml"/><Relationship Id="R57912c6806bf469d" Type="http://schemas.openxmlformats.org/officeDocument/2006/relationships/slide" Target="slides/slide31.xml"/><Relationship Id="R5a6a9cb7ffaf45d2" Type="http://schemas.openxmlformats.org/officeDocument/2006/relationships/slide" Target="slides/slide27.xml"/><Relationship Id="R5b121cd5232c4726" Type="http://schemas.openxmlformats.org/officeDocument/2006/relationships/slide" Target="slides/slide44.xml"/><Relationship Id="R5fa2dc410d7d4c07" Type="http://schemas.openxmlformats.org/officeDocument/2006/relationships/slide" Target="slides/slide57.xml"/><Relationship Id="R6dd10bd71983400a" Type="http://schemas.openxmlformats.org/officeDocument/2006/relationships/slide" Target="slides/slide26.xml"/><Relationship Id="R6e6aaeaf19064d04" Type="http://schemas.openxmlformats.org/officeDocument/2006/relationships/slide" Target="slides/slide24.xml"/><Relationship Id="R736c4a6276414a76" Type="http://schemas.openxmlformats.org/officeDocument/2006/relationships/slide" Target="slides/slide65.xml"/><Relationship Id="R7bc5a5679dd8476b" Type="http://schemas.openxmlformats.org/officeDocument/2006/relationships/slide" Target="slides/slide63.xml"/><Relationship Id="R7bfd4a2d60b346e1" Type="http://schemas.openxmlformats.org/officeDocument/2006/relationships/notesMaster" Target="notesMasters/notesMaster1.xml"/><Relationship Id="R7df52f11e18f4461" Type="http://schemas.openxmlformats.org/officeDocument/2006/relationships/slide" Target="slides/slide10.xml"/><Relationship Id="R8216f48077384f27" Type="http://schemas.openxmlformats.org/officeDocument/2006/relationships/slide" Target="slides/slide38.xml"/><Relationship Id="R844a0e8a51ac4130" Type="http://schemas.openxmlformats.org/officeDocument/2006/relationships/tableStyles" Target="tableStyles.xml"/><Relationship Id="R8c3f8040485d4dfe" Type="http://schemas.openxmlformats.org/officeDocument/2006/relationships/slide" Target="slides/slide30.xml"/><Relationship Id="R8cfa9798e0a24af0" Type="http://schemas.openxmlformats.org/officeDocument/2006/relationships/slide" Target="slides/slide55.xml"/><Relationship Id="R8f105e2488624fd6" Type="http://schemas.openxmlformats.org/officeDocument/2006/relationships/slide" Target="slides/slide7.xml"/><Relationship Id="R924e4d1a426a40f7" Type="http://schemas.openxmlformats.org/officeDocument/2006/relationships/slide" Target="slides/slide13.xml"/><Relationship Id="R98ab133409554fd9" Type="http://schemas.openxmlformats.org/officeDocument/2006/relationships/slide" Target="slides/slide56.xml"/><Relationship Id="R9a1d0574a2ac49fd" Type="http://schemas.openxmlformats.org/officeDocument/2006/relationships/slide" Target="slides/slide12.xml"/><Relationship Id="Rad729e2b08a7405e" Type="http://schemas.openxmlformats.org/officeDocument/2006/relationships/slide" Target="slides/slide48.xml"/><Relationship Id="Rb356014db731480a" Type="http://schemas.openxmlformats.org/officeDocument/2006/relationships/slide" Target="slides/slide40.xml"/><Relationship Id="Rb5dc80665aba40fa" Type="http://schemas.openxmlformats.org/officeDocument/2006/relationships/slide" Target="slides/slide17.xml"/><Relationship Id="Rb665fe54141344a5" Type="http://schemas.openxmlformats.org/officeDocument/2006/relationships/slide" Target="slides/slide46.xml"/><Relationship Id="Rb81f07776a734f2b" Type="http://schemas.openxmlformats.org/officeDocument/2006/relationships/slide" Target="slides/slide29.xml"/><Relationship Id="Rbc345fac49614280" Type="http://schemas.openxmlformats.org/officeDocument/2006/relationships/slide" Target="slides/slide36.xml"/><Relationship Id="Rc1658d529cf1480f" Type="http://schemas.openxmlformats.org/officeDocument/2006/relationships/slide" Target="slides/slide1.xml"/><Relationship Id="Rc290b76810ae411e" Type="http://schemas.openxmlformats.org/officeDocument/2006/relationships/slide" Target="slides/slide42.xml"/><Relationship Id="Rc4a8507520ca4e66" Type="http://schemas.openxmlformats.org/officeDocument/2006/relationships/slide" Target="slides/slide20.xml"/><Relationship Id="Rc6462ca023ad4254" Type="http://schemas.openxmlformats.org/officeDocument/2006/relationships/slide" Target="slides/slide37.xml"/><Relationship Id="Rc6c77d58870f4406" Type="http://schemas.openxmlformats.org/officeDocument/2006/relationships/slide" Target="slides/slide47.xml"/><Relationship Id="Rc7cf1e4d8e284f11" Type="http://schemas.openxmlformats.org/officeDocument/2006/relationships/slide" Target="slides/slide8.xml"/><Relationship Id="Rc805dd57a8704acb" Type="http://schemas.openxmlformats.org/officeDocument/2006/relationships/slide" Target="slides/slide61.xml"/><Relationship Id="Rd1cc03be35b94b43" Type="http://schemas.openxmlformats.org/officeDocument/2006/relationships/slide" Target="slides/slide34.xml"/><Relationship Id="Rd7df9f74f7594d5f" Type="http://schemas.openxmlformats.org/officeDocument/2006/relationships/slide" Target="slides/slide25.xml"/><Relationship Id="Rda24e0c79af64fff" Type="http://schemas.openxmlformats.org/officeDocument/2006/relationships/slide" Target="slides/slide62.xml"/><Relationship Id="Rdc2018dab0b84256" Type="http://schemas.openxmlformats.org/officeDocument/2006/relationships/slide" Target="slides/slide18.xml"/><Relationship Id="Rdcb849444744485d" Type="http://schemas.openxmlformats.org/officeDocument/2006/relationships/slide" Target="slides/slide45.xml"/><Relationship Id="Re2a1a3a514314a35" Type="http://schemas.openxmlformats.org/officeDocument/2006/relationships/slide" Target="slides/slide3.xml"/><Relationship Id="Rebb5295bcb534921" Type="http://schemas.openxmlformats.org/officeDocument/2006/relationships/slide" Target="slides/slide49.xml"/><Relationship Id="Red14a8d80f554934" Type="http://schemas.openxmlformats.org/officeDocument/2006/relationships/slide" Target="slides/slide22.xml"/><Relationship Id="Ref4bd756ef854b4c" Type="http://schemas.openxmlformats.org/officeDocument/2006/relationships/slide" Target="slides/slide51.xml"/><Relationship Id="Rf6c3be86ff5a4ab0" Type="http://schemas.openxmlformats.org/officeDocument/2006/relationships/slide" Target="slides/slide58.xml"/><Relationship Id="Rf76a6ea362c54ce3" Type="http://schemas.openxmlformats.org/officeDocument/2006/relationships/slide" Target="slides/slide43.xml"/><Relationship Id="Rf8fad9cdf794495c" Type="http://schemas.openxmlformats.org/officeDocument/2006/relationships/slide" Target="slides/slide32.xml"/><Relationship Id="Rfd25c9f430c04549" Type="http://schemas.openxmlformats.org/officeDocument/2006/relationships/slide" Target="slides/slide15.xml"/><Relationship Id="Rfd4a66c4104445e1" Type="http://schemas.openxmlformats.org/officeDocument/2006/relationships/slide" Target="slides/slide16.xml"/><Relationship Id="Rff1d07cb2ae54683"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975d482ec77d4bd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31958d130954b3e" Type="http://schemas.openxmlformats.org/officeDocument/2006/relationships/notesMaster" Target="../notesMasters/notesMaster1.xml"/><Relationship Id="Rda3cb4eae7fb4279"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352c9a5991f41a4" Type="http://schemas.openxmlformats.org/officeDocument/2006/relationships/slide" Target="../slides/slide2.xml"/><Relationship Id="Rc2668fc48cdc413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52780180c7e44364" Type="http://schemas.openxmlformats.org/officeDocument/2006/relationships/notesMaster" Target="../notesMasters/notesMaster1.xml"/><Relationship Id="R86b6bef60422459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9d4bf41e87004319" Type="http://schemas.openxmlformats.org/officeDocument/2006/relationships/slide" Target="../slides/slide4.xml"/><Relationship Id="Rb879f8139c6f43d0"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ac9edd7035d4524" Type="http://schemas.openxmlformats.org/officeDocument/2006/relationships/slide" Target="../slides/slide5.xml"/><Relationship Id="Rf7f98ac91aad4b8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1977ad54be94529" Type="http://schemas.openxmlformats.org/officeDocument/2006/relationships/notesMaster" Target="../notesMasters/notesMaster1.xml"/><Relationship Id="R358102ee270e4758"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47a2f02679474480" Type="http://schemas.openxmlformats.org/officeDocument/2006/relationships/notesMaster" Target="../notesMasters/notesMaster1.xml"/><Relationship Id="R5927f7db880547ca"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fafc6d8c9c04555" Type="http://schemas.openxmlformats.org/officeDocument/2006/relationships/slide" Target="../slides/slide8.xml"/><Relationship Id="R8c64a91f6b5b4e37"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66c2cb5ae8f24aee" Type="http://schemas.openxmlformats.org/officeDocument/2006/relationships/notesMaster" Target="../notesMasters/notesMaster1.xml"/><Relationship Id="Rbd011866e4144750"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3049b9183314137" Type="http://schemas.openxmlformats.org/officeDocument/2006/relationships/slide" Target="../slides/slide10.xml"/><Relationship Id="Re1f99fc624b04d18"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4a3c5926d6774176" Type="http://schemas.openxmlformats.org/officeDocument/2006/relationships/notesMaster" Target="../notesMasters/notesMaster1.xml"/><Relationship Id="Rc7750fa44ec84609"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c363ba53dd743d0" Type="http://schemas.openxmlformats.org/officeDocument/2006/relationships/slide" Target="../slides/slide12.xml"/><Relationship Id="Rddf05f0da351452b"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5c6fe3b30fa4939" Type="http://schemas.openxmlformats.org/officeDocument/2006/relationships/slide" Target="../slides/slide13.xml"/><Relationship Id="Rdfb9c9e20345449b"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26b31ae175b45fd" Type="http://schemas.openxmlformats.org/officeDocument/2006/relationships/notesMaster" Target="../notesMasters/notesMaster1.xml"/><Relationship Id="R3c097cf4d775475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52e826b74d04991" Type="http://schemas.openxmlformats.org/officeDocument/2006/relationships/notesMaster" Target="../notesMasters/notesMaster1.xml"/><Relationship Id="Rd7e1b93aac26421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b9af0419d29f4a65" Type="http://schemas.openxmlformats.org/officeDocument/2006/relationships/slide" Target="../slides/slide16.xml"/><Relationship Id="Rd0a4a03c222f4fe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3a760d1f534948d9" Type="http://schemas.openxmlformats.org/officeDocument/2006/relationships/slide" Target="../slides/slide17.xml"/><Relationship Id="Re83d874f29eb4cc5"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e102e2c4d6fa4c7c" Type="http://schemas.openxmlformats.org/officeDocument/2006/relationships/notesMaster" Target="../notesMasters/notesMaster1.xml"/><Relationship Id="Re7232a70fafb4f38"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196076b05a054415" Type="http://schemas.openxmlformats.org/officeDocument/2006/relationships/notesMaster" Target="../notesMasters/notesMaster1.xml"/><Relationship Id="R65a731e607564c3d"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6295c112499c4940" Type="http://schemas.openxmlformats.org/officeDocument/2006/relationships/notesMaster" Target="../notesMasters/notesMaster1.xml"/><Relationship Id="R9e7cccf09b264c7b"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4b9bcbe1b8984227" Type="http://schemas.openxmlformats.org/officeDocument/2006/relationships/notesMaster" Target="../notesMasters/notesMaster1.xml"/><Relationship Id="Rb5c80192f4834114"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2c8623716cd649e9" Type="http://schemas.openxmlformats.org/officeDocument/2006/relationships/notesMaster" Target="../notesMasters/notesMaster1.xml"/><Relationship Id="R8cd647f9d6014bf5"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94f69ae7b8d4f48" Type="http://schemas.openxmlformats.org/officeDocument/2006/relationships/slide" Target="../slides/slide23.xml"/><Relationship Id="R275210033a304027"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776e567062aa4176" Type="http://schemas.openxmlformats.org/officeDocument/2006/relationships/notesMaster" Target="../notesMasters/notesMaster1.xml"/><Relationship Id="Re9b849e058e64bee"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bdafa47a0a03441e" Type="http://schemas.openxmlformats.org/officeDocument/2006/relationships/notesMaster" Target="../notesMasters/notesMaster1.xml"/><Relationship Id="Rf06ad29883ce4c9e"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9a0d9ef5db1c4a7a" Type="http://schemas.openxmlformats.org/officeDocument/2006/relationships/slide" Target="../slides/slide26.xml"/><Relationship Id="Rad78fa9c79a448ab"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d87b1ee96f54c63" Type="http://schemas.openxmlformats.org/officeDocument/2006/relationships/notesMaster" Target="../notesMasters/notesMaster1.xml"/><Relationship Id="R7d51ac4151b146bb"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4733f9440aca4ba8" Type="http://schemas.openxmlformats.org/officeDocument/2006/relationships/notesMaster" Target="../notesMasters/notesMaster1.xml"/><Relationship Id="Rb8f95a789ac3459e"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d0c8318b479a43a0" Type="http://schemas.openxmlformats.org/officeDocument/2006/relationships/notesMaster" Target="../notesMasters/notesMaster1.xml"/><Relationship Id="Rfa5a44cf091b4f0b"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1ae9f5a94bd74145" Type="http://schemas.openxmlformats.org/officeDocument/2006/relationships/notesMaster" Target="../notesMasters/notesMaster1.xml"/><Relationship Id="R67c1ad45b74d4a80"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99d6e1bf9ffe4357" Type="http://schemas.openxmlformats.org/officeDocument/2006/relationships/notesMaster" Target="../notesMasters/notesMaster1.xml"/><Relationship Id="Rdb86a136671d4a10"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8f33630767c84334" Type="http://schemas.openxmlformats.org/officeDocument/2006/relationships/notesMaster" Target="../notesMasters/notesMaster1.xml"/><Relationship Id="Rb1a719d1c19b4426"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ba66c380a81b47f7" Type="http://schemas.openxmlformats.org/officeDocument/2006/relationships/notesMaster" Target="../notesMasters/notesMaster1.xml"/><Relationship Id="Rd1d6c3e7a528427d"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a1dda8f5802e4b19" Type="http://schemas.openxmlformats.org/officeDocument/2006/relationships/notesMaster" Target="../notesMasters/notesMaster1.xml"/><Relationship Id="Re5897651277d45d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4ad849e31854fc7" Type="http://schemas.openxmlformats.org/officeDocument/2006/relationships/slide" Target="../slides/slide35.xml"/><Relationship Id="R8ed28897706f4a8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5a537ddbf90e4246" Type="http://schemas.openxmlformats.org/officeDocument/2006/relationships/notesMaster" Target="../notesMasters/notesMaster1.xml"/><Relationship Id="Rea7bc09efa924c7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223a79ec7ea24a95" Type="http://schemas.openxmlformats.org/officeDocument/2006/relationships/slide" Target="../slides/slide37.xml"/><Relationship Id="R6d69080ea25b498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03d1777e90b94766" Type="http://schemas.openxmlformats.org/officeDocument/2006/relationships/notesMaster" Target="../notesMasters/notesMaster1.xml"/><Relationship Id="R93f7121f21e0488c"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1a19877dd4bd43fb" Type="http://schemas.openxmlformats.org/officeDocument/2006/relationships/notesMaster" Target="../notesMasters/notesMaster1.xml"/><Relationship Id="R3911ea156b4f4593"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750a3ff676e04e10" Type="http://schemas.openxmlformats.org/officeDocument/2006/relationships/notesMaster" Target="../notesMasters/notesMaster1.xml"/><Relationship Id="Rd7cf3fbfefe742d9"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33a5f3a628ab4f87" Type="http://schemas.openxmlformats.org/officeDocument/2006/relationships/notesMaster" Target="../notesMasters/notesMaster1.xml"/><Relationship Id="Rc2da0ded86a54c8a"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4d15af7d47e94875" Type="http://schemas.openxmlformats.org/officeDocument/2006/relationships/notesMaster" Target="../notesMasters/notesMaster1.xml"/><Relationship Id="Rebc403f4529d489d"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0eb33a9e75d847a9" Type="http://schemas.openxmlformats.org/officeDocument/2006/relationships/notesMaster" Target="../notesMasters/notesMaster1.xml"/><Relationship Id="R1ceddb3f379d4b08"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654698789d4f4ae9" Type="http://schemas.openxmlformats.org/officeDocument/2006/relationships/slide" Target="../slides/slide44.xml"/><Relationship Id="Re109b943d4dd41a8"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353ef9a3bac04cb2" Type="http://schemas.openxmlformats.org/officeDocument/2006/relationships/notesMaster" Target="../notesMasters/notesMaster1.xml"/><Relationship Id="R3772d54557ae4db9"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38295a8ba1704512" Type="http://schemas.openxmlformats.org/officeDocument/2006/relationships/slide" Target="../slides/slide46.xml"/><Relationship Id="R60e9a1f0291a4388"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40a74bc3b86641f8" Type="http://schemas.openxmlformats.org/officeDocument/2006/relationships/slide" Target="../slides/slide47.xml"/><Relationship Id="R9ebff87f9625403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3cc6d33a23834588" Type="http://schemas.openxmlformats.org/officeDocument/2006/relationships/notesMaster" Target="../notesMasters/notesMaster1.xml"/><Relationship Id="Rfdf3d50490e34ea5"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4ae54df719b14748" Type="http://schemas.openxmlformats.org/officeDocument/2006/relationships/notesMaster" Target="../notesMasters/notesMaster1.xml"/><Relationship Id="Ra75bf07541814da7"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4dfb3d1bc1464700" Type="http://schemas.openxmlformats.org/officeDocument/2006/relationships/slide" Target="../slides/slide50.xml"/><Relationship Id="Rf329b2b2882d4ced"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9c8fff07eae844ac" Type="http://schemas.openxmlformats.org/officeDocument/2006/relationships/notesMaster" Target="../notesMasters/notesMaster1.xml"/><Relationship Id="Rbce86eb3d03c4648"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0c0b079ec15d4615" Type="http://schemas.openxmlformats.org/officeDocument/2006/relationships/notesMaster" Target="../notesMasters/notesMaster1.xml"/><Relationship Id="R586c52d659304cdd"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17fe3afea1ec46d7" Type="http://schemas.openxmlformats.org/officeDocument/2006/relationships/slide" Target="../slides/slide53.xml"/><Relationship Id="R251915d2fbd24158"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89a97b7883fe4710" Type="http://schemas.openxmlformats.org/officeDocument/2006/relationships/notesMaster" Target="../notesMasters/notesMaster1.xml"/><Relationship Id="R980c599e022d41ab"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8c2c488cc3b1482c" Type="http://schemas.openxmlformats.org/officeDocument/2006/relationships/notesMaster" Target="../notesMasters/notesMaster1.xml"/><Relationship Id="Ra718e68b1c454cf5"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0022ae05097d4697" Type="http://schemas.openxmlformats.org/officeDocument/2006/relationships/notesMaster" Target="../notesMasters/notesMaster1.xml"/><Relationship Id="R4c35e45cac36434e"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0fb0b04ef4f3431e" Type="http://schemas.openxmlformats.org/officeDocument/2006/relationships/slide" Target="../slides/slide57.xml"/><Relationship Id="R87f4b204e27b404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499ad5a0560c4c2b" Type="http://schemas.openxmlformats.org/officeDocument/2006/relationships/slide" Target="../slides/slide58.xml"/><Relationship Id="Rc691926f3d7a4cea"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863637d9f12d4f13" Type="http://schemas.openxmlformats.org/officeDocument/2006/relationships/notesMaster" Target="../notesMasters/notesMaster1.xml"/><Relationship Id="Rb310c16e52694e63"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582024b850df4dd5" Type="http://schemas.openxmlformats.org/officeDocument/2006/relationships/notesMaster" Target="../notesMasters/notesMaster1.xml"/><Relationship Id="Rb2b94ab8392f402c"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2b4fc4b9da284f37" Type="http://schemas.openxmlformats.org/officeDocument/2006/relationships/slide" Target="../slides/slide61.xml"/><Relationship Id="R3dd95e8efd994c6a"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3ff6b96e7d240a7" Type="http://schemas.openxmlformats.org/officeDocument/2006/relationships/slide" Target="../slides/slide62.xml"/><Relationship Id="R8dceebbb58774fe9"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3fab0a901f8a48b1" Type="http://schemas.openxmlformats.org/officeDocument/2006/relationships/slide" Target="../slides/slide63.xml"/><Relationship Id="Rb03f1419e77f431c"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31a933e7d4bf4b97" Type="http://schemas.openxmlformats.org/officeDocument/2006/relationships/notesMaster" Target="../notesMasters/notesMaster1.xml"/><Relationship Id="R37b79393154548ad"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11b1bd09529f42d5" Type="http://schemas.openxmlformats.org/officeDocument/2006/relationships/slide" Target="../slides/slide65.xml"/><Relationship Id="Re0675d053b6240d4"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5ccc2008d6c54e20" Type="http://schemas.openxmlformats.org/officeDocument/2006/relationships/slide" Target="../slides/slide66.xml"/><Relationship Id="R9ba32765bb0a406e"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the user enters the sentence, “I love AI.” The first step is tokenization. A tokenizer converts the text into a sequence of token identifiers. The second step is embedding. Each token identifier becomes a vector.</a:t>
            </a:r>
          </a:p>
          <a:p xmlns:a="http://schemas.openxmlformats.org/drawingml/2006/main">
            <a:r>
              <a:t/>
            </a:r>
          </a:p>
          <a:p xmlns:a="http://schemas.openxmlformats.org/drawingml/2006/main">
            <a:r>
              <a:t>Transformer blocks then mix information across token positions and feature channels. After the final block, the language-model head maps the final hidden state to scores over the vocabulary. One token is selected, appended to the sequence, and the process repeats.</a:t>
            </a:r>
          </a:p>
          <a:p xmlns:a="http://schemas.openxmlformats.org/drawingml/2006/main">
            <a:r>
              <a:t/>
            </a:r>
          </a:p>
          <a:p xmlns:a="http://schemas.openxmlformats.org/drawingml/2006/main">
            <a:r>
              <a:t>Notice the boundary between model logic and serving logic. The model defines the repeated computation. The inference engine must execute that computation for many users at the same time, while preserving each user's state.</a:t>
            </a:r>
          </a:p>
          <a:p xmlns:a="http://schemas.openxmlformats.org/drawingml/2006/main">
            <a:r>
              <a:t/>
            </a:r>
          </a:p>
          <a:p xmlns:a="http://schemas.openxmlformats.org/drawingml/2006/main">
            <a:r>
              <a:t>On the next slide, we make the token count and tensor shape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teaching example, suppose the tokenizer returns four tokens: I, love, AI, and the period. The sequence length is therefore four. This is a useful reminder that token count is not character count and is not necessarily word count.</a:t>
            </a:r>
          </a:p>
          <a:p xmlns:a="http://schemas.openxmlformats.org/drawingml/2006/main">
            <a:r>
              <a:t/>
            </a:r>
          </a:p>
          <a:p xmlns:a="http://schemas.openxmlformats.org/drawingml/2006/main">
            <a:r>
              <a:t>If the model width is eight, each of the four tokens is represented by an eight-dimensional vector. The input tensor for one sequence has shape four by eight. In a batch, we add a batch dimension.</a:t>
            </a:r>
          </a:p>
          <a:p xmlns:a="http://schemas.openxmlformats.org/drawingml/2006/main">
            <a:r>
              <a:t/>
            </a:r>
          </a:p>
          <a:p xmlns:a="http://schemas.openxmlformats.org/drawingml/2006/main">
            <a:r>
              <a:t>Keep the four concepts on the right separate. Text characters belong to the original string. Token identifiers are discrete integers. Sequence length, written as S, counts tokens. Model width, written as d model, counts vector features.</a:t>
            </a:r>
          </a:p>
          <a:p xmlns:a="http://schemas.openxmlformats.org/drawingml/2006/main">
            <a:r>
              <a:t/>
            </a:r>
          </a:p>
          <a:p xmlns:a="http://schemas.openxmlformats.org/drawingml/2006/main">
            <a:r>
              <a:t>Serving cost follows tokens and tensor shapes, not the number of characters a human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answers one question for every query position: which visible positions are useful, and how much information should be taken from each one?</a:t>
            </a:r>
          </a:p>
          <a:p xmlns:a="http://schemas.openxmlformats.org/drawingml/2006/main">
            <a:r>
              <a:t/>
            </a:r>
          </a:p>
          <a:p xmlns:a="http://schemas.openxmlformats.org/drawingml/2006/main">
            <a:r>
              <a:t>The query vector, Q, represents what the current position is looking for. The key vector, K, represents what each candidate position offers for matching. The value vector, V, contains the information that will actually be mixed.</a:t>
            </a:r>
          </a:p>
          <a:p xmlns:a="http://schemas.openxmlformats.org/drawingml/2006/main">
            <a:r>
              <a:t/>
            </a:r>
          </a:p>
          <a:p xmlns:a="http://schemas.openxmlformats.org/drawingml/2006/main">
            <a:r>
              <a:t>The compact summary at the bottom is worth saying precisely: match with Q times K transpose, then mix the V vectors.</a:t>
            </a:r>
          </a:p>
          <a:p xmlns:a="http://schemas.openxmlformats.org/drawingml/2006/main">
            <a:r>
              <a:t/>
            </a:r>
          </a:p>
          <a:p xmlns:a="http://schemas.openxmlformats.org/drawingml/2006/main">
            <a:r>
              <a:t>This distinction prevents a common misunderstanding. Attention scores are not vocabulary probabilities. They are weights over positions inside the sequence. The vocabulary distribution appears later, after the Transformer stack and the language-model head.</a:t>
            </a:r>
          </a:p>
          <a:p xmlns:a="http://schemas.openxmlformats.org/drawingml/2006/main">
            <a:r>
              <a:t/>
            </a:r>
          </a:p>
          <a:p xmlns:a="http://schemas.openxmlformats.org/drawingml/2006/main">
            <a:r>
              <a:t>We will now calculate one attention row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compute only the attention row for token three, the token AI. To keep the arithmetic visible, we use one attention head with head dimension two.</a:t>
            </a:r>
          </a:p>
          <a:p xmlns:a="http://schemas.openxmlformats.org/drawingml/2006/main">
            <a:r>
              <a:t/>
            </a:r>
          </a:p>
          <a:p xmlns:a="http://schemas.openxmlformats.org/drawingml/2006/main">
            <a:r>
              <a:t>The query for AI is the vector one, one. The four key vectors belong to I, love, AI, and the period. Four query positions and four key positions would create a four-by-four score matrix, but this slide follows only the third row.</a:t>
            </a:r>
          </a:p>
          <a:p xmlns:a="http://schemas.openxmlformats.org/drawingml/2006/main">
            <a:r>
              <a:t/>
            </a:r>
          </a:p>
          <a:p xmlns:a="http://schemas.openxmlformats.org/drawingml/2006/main">
            <a:r>
              <a:t>The procedure for every row is the same. Take one query, compute a dot product with every key, divide by the square root of the head dimension, apply the causal mask, apply softmax, and use the resulting weights to mix the value vectors.</a:t>
            </a:r>
          </a:p>
          <a:p xmlns:a="http://schemas.openxmlformats.org/drawingml/2006/main">
            <a:r>
              <a:t/>
            </a:r>
          </a:p>
          <a:p xmlns:a="http://schemas.openxmlformats.org/drawingml/2006/main">
            <a:r>
              <a:t>Let us begin with the four raw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token AI, the query is one, one. Its dot product with the key for I is one. Its dot product with the key for love is also one. Its dot product with its own key is two. Its dot product with the period is zero.</a:t>
            </a:r>
          </a:p>
          <a:p xmlns:a="http://schemas.openxmlformats.org/drawingml/2006/main">
            <a:r>
              <a:t/>
            </a:r>
          </a:p>
          <a:p xmlns:a="http://schemas.openxmlformats.org/drawingml/2006/main">
            <a:r>
              <a:t>We divide each score by the square root of two, because the head dimension is two. The scaled scores are approximately zero point seven zero seven, zero point seven zero seven, one point four one four, and zero.</a:t>
            </a:r>
          </a:p>
          <a:p xmlns:a="http://schemas.openxmlformats.org/drawingml/2006/main">
            <a:r>
              <a:t/>
            </a:r>
          </a:p>
          <a:p xmlns:a="http://schemas.openxmlformats.org/drawingml/2006/main">
            <a:r>
              <a:t>The scaling factor matters in real models because dot products grow as the dimension grows. Dividing by the square root of the head dimension prevents the softmax from becoming unnecessarily sharp.</a:t>
            </a:r>
          </a:p>
          <a:p xmlns:a="http://schemas.openxmlformats.org/drawingml/2006/main">
            <a:r>
              <a:t/>
            </a:r>
          </a:p>
          <a:p xmlns:a="http://schemas.openxmlformats.org/drawingml/2006/main">
            <a:r>
              <a:t>At this moment, all four positions still have finite scores. The next step enforces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 three may read positions one, two, and three, but it may not read position four because position four is in the future relative to token three.</a:t>
            </a:r>
          </a:p>
          <a:p xmlns:a="http://schemas.openxmlformats.org/drawingml/2006/main">
            <a:r>
              <a:t/>
            </a:r>
          </a:p>
          <a:p xmlns:a="http://schemas.openxmlformats.org/drawingml/2006/main">
            <a:r>
              <a:t>The causal mask replaces the score for the future position with negative infinity. After masking, the first three scores remain unchanged and the fourth score is negative infinity.</a:t>
            </a:r>
          </a:p>
          <a:p xmlns:a="http://schemas.openxmlformats.org/drawingml/2006/main">
            <a:r>
              <a:t/>
            </a:r>
          </a:p>
          <a:p xmlns:a="http://schemas.openxmlformats.org/drawingml/2006/main">
            <a:r>
              <a:t>When softmax is applied, negative infinity becomes a probability weight of zero. This is how the model prevents a position from using information that should not yet be available.</a:t>
            </a:r>
          </a:p>
          <a:p xmlns:a="http://schemas.openxmlformats.org/drawingml/2006/main">
            <a:r>
              <a:t/>
            </a:r>
          </a:p>
          <a:p xmlns:a="http://schemas.openxmlformats.org/drawingml/2006/main">
            <a:r>
              <a:t>The mask does not prevent parallel computation across the known prompt. All query rows for known prompt positions can still be computed together. The mask only controls which entries each row is allowed to use.</a:t>
            </a:r>
          </a:p>
          <a:p xmlns:a="http://schemas.openxmlformats.org/drawingml/2006/main">
            <a:r>
              <a:t/>
            </a:r>
          </a:p>
          <a:p xmlns:a="http://schemas.openxmlformats.org/drawingml/2006/main">
            <a:r>
              <a:t>Now we convert the remaining scores into normalized weights.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transforms the masked scores into approximately zero point two four eight, zero point two four eight, zero point five zero three, and zero.</a:t>
            </a:r>
          </a:p>
          <a:p xmlns:a="http://schemas.openxmlformats.org/drawingml/2006/main">
            <a:r>
              <a:t/>
            </a:r>
          </a:p>
          <a:p xmlns:a="http://schemas.openxmlformats.org/drawingml/2006/main">
            <a:r>
              <a:t>There are three properties to notice. Every weight is non-negative. The weights sum to approximately one. The future position receives exactly zero weight because it was masked.</a:t>
            </a:r>
          </a:p>
          <a:p xmlns:a="http://schemas.openxmlformats.org/drawingml/2006/main">
            <a:r>
              <a:t/>
            </a:r>
          </a:p>
          <a:p xmlns:a="http://schemas.openxmlformats.org/drawingml/2006/main">
            <a:r>
              <a:t>These values are position-mixing weights for one layer and one head. They are not next-token probabilities over the vocabulary.</a:t>
            </a:r>
          </a:p>
          <a:p xmlns:a="http://schemas.openxmlformats.org/drawingml/2006/main">
            <a:r>
              <a:t/>
            </a:r>
          </a:p>
          <a:p xmlns:a="http://schemas.openxmlformats.org/drawingml/2006/main">
            <a:r>
              <a:t>In this example, token AI places about half of its attention on its own position and splits the remaining weight between I and love. The numbers are artificial, but the computation is the same in a real attention head.</a:t>
            </a:r>
          </a:p>
          <a:p xmlns:a="http://schemas.openxmlformats.org/drawingml/2006/main">
            <a:r>
              <a:t/>
            </a:r>
          </a:p>
          <a:p xmlns:a="http://schemas.openxmlformats.org/drawingml/2006/main">
            <a:r>
              <a:t>The final step is to use these weights to combine value vectors.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multiply each visible value vector by its attention weight and add the results.</a:t>
            </a:r>
          </a:p>
          <a:p xmlns:a="http://schemas.openxmlformats.org/drawingml/2006/main">
            <a:r>
              <a:t/>
            </a:r>
          </a:p>
          <a:p xmlns:a="http://schemas.openxmlformats.org/drawingml/2006/main">
            <a:r>
              <a:t>The value for I is one, zero. The value for love is zero, two. The value for AI is two, one. After weighting and summing, the attention output for AI is approximately one point two five four, zero point nine nine nine.</a:t>
            </a:r>
          </a:p>
          <a:p xmlns:a="http://schemas.openxmlformats.org/drawingml/2006/main">
            <a:r>
              <a:t/>
            </a:r>
          </a:p>
          <a:p xmlns:a="http://schemas.openxmlformats.org/drawingml/2006/main">
            <a:r>
              <a:t>The plain-language meaning is the most important part. The new representation of AI contains a weighted mixture of information from the visible positions. Matching happened with queries and keys. Information movement happens through values.</a:t>
            </a:r>
          </a:p>
          <a:p xmlns:a="http://schemas.openxmlformats.org/drawingml/2006/main">
            <a:r>
              <a:t/>
            </a:r>
          </a:p>
          <a:p xmlns:a="http://schemas.openxmlformats.org/drawingml/2006/main">
            <a:r>
              <a:t>This output is still a hidden representation. It is not text and it is not yet a vocabulary distribution. It will pass through projection, residual paths, normalization, and later Transformer blocks.</a:t>
            </a:r>
          </a:p>
          <a:p xmlns:a="http://schemas.openxmlformats.org/drawingml/2006/main">
            <a:r>
              <a:t/>
            </a:r>
          </a:p>
          <a:p xmlns:a="http://schemas.openxmlformats.org/drawingml/2006/main">
            <a:r>
              <a:t>Next, we scale the same idea to multiple heads.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Now let us check every candidate pair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31b6a0c732d472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987217f44e04f79" Type="http://schemas.openxmlformats.org/officeDocument/2006/relationships/slideLayout" Target="../slideLayouts/slideLayout1.xml"/><Relationship Id="R7d83541e66cd4e34"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87217f44e04f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b272aa7869bf40ed" Type="http://schemas.openxmlformats.org/officeDocument/2006/relationships/image" Target="../media/image.png"/><Relationship Id="Rb50f6eed3a684def" Type="http://schemas.openxmlformats.org/officeDocument/2006/relationships/slideLayout" Target="../slideLayouts/slideLayout1.xml"/><Relationship Id="Re65116d9f33747fc"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648294769cf4f1b" Type="http://schemas.openxmlformats.org/officeDocument/2006/relationships/slideLayout" Target="../slideLayouts/slideLayout1.xml"/><Relationship Id="R5c1117904f5f44e4" Type="http://schemas.openxmlformats.org/officeDocument/2006/relationships/notesSlide" Target="../notesSlides/notesSlide2.xml"/><Relationship Id="R8780ce0a37414841" Type="http://schemas.openxmlformats.org/officeDocument/2006/relationships/image" Target="../media/image2.png"/></Relationships>
</file>

<file path=ppt/slides/_rels/slide3.xml.rels><?xml version='1.0' encoding='UTF-8' standalone='yes'?>
<Relationships xmlns="http://schemas.openxmlformats.org/package/2006/relationships"><Relationship Id="R05df7cd2719b47a1" Type="http://schemas.openxmlformats.org/officeDocument/2006/relationships/image" Target="../media/image3.png"/><Relationship Id="Ra52bb07c94fb4276" Type="http://schemas.openxmlformats.org/officeDocument/2006/relationships/notesSlide" Target="../notesSlides/notesSlide3.xml"/><Relationship Id="Rc1bb91294e8d4e97"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11c96cf307aa4268" Type="http://schemas.openxmlformats.org/officeDocument/2006/relationships/slideLayout" Target="../slideLayouts/slideLayout1.xml"/><Relationship Id="R693ddef949ae436f" Type="http://schemas.openxmlformats.org/officeDocument/2006/relationships/notesSlide" Target="../notesSlides/notesSlide4.xml"/><Relationship Id="R91f3ec05b7ff42ec" Type="http://schemas.openxmlformats.org/officeDocument/2006/relationships/image" Target="../media/image4.png"/></Relationships>
</file>

<file path=ppt/slides/_rels/slide5.xml.rels><?xml version='1.0' encoding='UTF-8' standalone='yes'?>
<Relationships xmlns="http://schemas.openxmlformats.org/package/2006/relationships"><Relationship Id="R2a4a8fd750ba4c2c" Type="http://schemas.openxmlformats.org/officeDocument/2006/relationships/notesSlide" Target="../notesSlides/notesSlide5.xml"/><Relationship Id="R7acdd47a5a9243af" Type="http://schemas.openxmlformats.org/officeDocument/2006/relationships/image" Target="../media/image5.png"/><Relationship Id="Ra819bf48e5d345c9"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63888921b90049e0" Type="http://schemas.openxmlformats.org/officeDocument/2006/relationships/slideLayout" Target="../slideLayouts/slideLayout1.xml"/><Relationship Id="R6faf78bde0054848" Type="http://schemas.openxmlformats.org/officeDocument/2006/relationships/image" Target="../media/image6.png"/><Relationship Id="R85e4876bb44d4ee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b06fac0f5cf746c1" Type="http://schemas.openxmlformats.org/officeDocument/2006/relationships/notesSlide" Target="../notesSlides/notesSlide7.xml"/><Relationship Id="Rb6d7c215ff854626" Type="http://schemas.openxmlformats.org/officeDocument/2006/relationships/slideLayout" Target="../slideLayouts/slideLayout1.xml"/><Relationship Id="Rdc2105c08f3346dc" Type="http://schemas.openxmlformats.org/officeDocument/2006/relationships/image" Target="../media/image7.png"/></Relationships>
</file>

<file path=ppt/slides/_rels/slide8.xml.rels><?xml version='1.0' encoding='UTF-8' standalone='yes'?>
<Relationships xmlns="http://schemas.openxmlformats.org/package/2006/relationships"><Relationship Id="R7260d83be5044c52" Type="http://schemas.openxmlformats.org/officeDocument/2006/relationships/slideLayout" Target="../slideLayouts/slideLayout1.xml"/><Relationship Id="R9f302298cc6847a9" Type="http://schemas.openxmlformats.org/officeDocument/2006/relationships/image" Target="../media/image8.png"/><Relationship Id="Raf76f4a5c498418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3c52bbad6e94f85" Type="http://schemas.openxmlformats.org/officeDocument/2006/relationships/image" Target="../media/image9.png"/><Relationship Id="R4be428c0d4a2451b" Type="http://schemas.openxmlformats.org/officeDocument/2006/relationships/slideLayout" Target="../slideLayouts/slideLayout1.xml"/><Relationship Id="R862b66152aa54f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303314387ac47b9" Type="http://schemas.openxmlformats.org/officeDocument/2006/relationships/notesSlide" Target="../notesSlides/notesSlide10.xml"/><Relationship Id="R5caea9a053764804" Type="http://schemas.openxmlformats.org/officeDocument/2006/relationships/image" Target="../media/image10.png"/><Relationship Id="Rf1ba945d94844637"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44c9efd10de4460f" Type="http://schemas.openxmlformats.org/officeDocument/2006/relationships/notesSlide" Target="../notesSlides/notesSlide11.xml"/><Relationship Id="R7f6ce95330dd41f4" Type="http://schemas.openxmlformats.org/officeDocument/2006/relationships/image" Target="../media/image11.png"/><Relationship Id="Rf3dd805811484d7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3c396c3b5ca14e72" Type="http://schemas.openxmlformats.org/officeDocument/2006/relationships/notesSlide" Target="../notesSlides/notesSlide12.xml"/><Relationship Id="R4106a7670cbf4061" Type="http://schemas.openxmlformats.org/officeDocument/2006/relationships/slideLayout" Target="../slideLayouts/slideLayout1.xml"/><Relationship Id="Rdfd824c2853744d2" Type="http://schemas.openxmlformats.org/officeDocument/2006/relationships/image" Target="../media/image12.png"/></Relationships>
</file>

<file path=ppt/slides/_rels/slide13.xml.rels><?xml version='1.0' encoding='UTF-8' standalone='yes'?>
<Relationships xmlns="http://schemas.openxmlformats.org/package/2006/relationships"><Relationship Id="R62305f0756664071" Type="http://schemas.openxmlformats.org/officeDocument/2006/relationships/slideLayout" Target="../slideLayouts/slideLayout1.xml"/><Relationship Id="R651dc2aaf9034c5c" Type="http://schemas.openxmlformats.org/officeDocument/2006/relationships/image" Target="../media/image13.png"/><Relationship Id="Rbcbb7a4fece74d0d"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60f7ab27e42c4ea6" Type="http://schemas.openxmlformats.org/officeDocument/2006/relationships/slideLayout" Target="../slideLayouts/slideLayout1.xml"/><Relationship Id="R611590105bfc4ab3" Type="http://schemas.openxmlformats.org/officeDocument/2006/relationships/image" Target="../media/image14.png"/><Relationship Id="Rd5f78a3e2325403c"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6c4c4867b5f54d9d" Type="http://schemas.openxmlformats.org/officeDocument/2006/relationships/slideLayout" Target="../slideLayouts/slideLayout1.xml"/><Relationship Id="R6f75871059454cd4" Type="http://schemas.openxmlformats.org/officeDocument/2006/relationships/image" Target="../media/image15.png"/><Relationship Id="Rd95e789b75e34f6c"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2d3c379b624434c" Type="http://schemas.openxmlformats.org/officeDocument/2006/relationships/slideLayout" Target="../slideLayouts/slideLayout1.xml"/><Relationship Id="R498e4f4bcd9a497e" Type="http://schemas.openxmlformats.org/officeDocument/2006/relationships/notesSlide" Target="../notesSlides/notesSlide16.xml"/><Relationship Id="R91887dd94238438b" Type="http://schemas.openxmlformats.org/officeDocument/2006/relationships/image" Target="../media/image16.png"/></Relationships>
</file>

<file path=ppt/slides/_rels/slide17.xml.rels><?xml version='1.0' encoding='UTF-8' standalone='yes'?>
<Relationships xmlns="http://schemas.openxmlformats.org/package/2006/relationships"><Relationship Id="R4059add4cec34a8f" Type="http://schemas.openxmlformats.org/officeDocument/2006/relationships/slideLayout" Target="../slideLayouts/slideLayout1.xml"/><Relationship Id="R5f2da23ae8dc43ff" Type="http://schemas.openxmlformats.org/officeDocument/2006/relationships/notesSlide" Target="../notesSlides/notesSlide17.xml"/><Relationship Id="R998738acd8d94faf" Type="http://schemas.openxmlformats.org/officeDocument/2006/relationships/image" Target="../media/image17.png"/></Relationships>
</file>

<file path=ppt/slides/_rels/slide18.xml.rels><?xml version='1.0' encoding='UTF-8' standalone='yes'?>
<Relationships xmlns="http://schemas.openxmlformats.org/package/2006/relationships"><Relationship Id="R253e858d13134bae" Type="http://schemas.openxmlformats.org/officeDocument/2006/relationships/slideLayout" Target="../slideLayouts/slideLayout1.xml"/><Relationship Id="R8301f5c853474dcd" Type="http://schemas.openxmlformats.org/officeDocument/2006/relationships/image" Target="../media/image18.png"/><Relationship Id="Rbe3549745939425e"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04edd7695b5d4818" Type="http://schemas.openxmlformats.org/officeDocument/2006/relationships/notesSlide" Target="../notesSlides/notesSlide19.xml"/><Relationship Id="R4196e1cedae64242" Type="http://schemas.openxmlformats.org/officeDocument/2006/relationships/slideLayout" Target="../slideLayouts/slideLayout1.xml"/><Relationship Id="Rb3e1d312e3054588" Type="http://schemas.openxmlformats.org/officeDocument/2006/relationships/image" Target="../media/image19.png"/></Relationships>
</file>

<file path=ppt/slides/_rels/slide20.xml.rels><?xml version='1.0' encoding='UTF-8' standalone='yes'?>
<Relationships xmlns="http://schemas.openxmlformats.org/package/2006/relationships"><Relationship Id="R19888f77e1eb4657" Type="http://schemas.openxmlformats.org/officeDocument/2006/relationships/slideLayout" Target="../slideLayouts/slideLayout1.xml"/><Relationship Id="R68e3a2ab6fa64228" Type="http://schemas.openxmlformats.org/officeDocument/2006/relationships/notesSlide" Target="../notesSlides/notesSlide20.xml"/><Relationship Id="Rf5cfc7f39cd24bdd" Type="http://schemas.openxmlformats.org/officeDocument/2006/relationships/image" Target="../media/image20.png"/></Relationships>
</file>

<file path=ppt/slides/_rels/slide21.xml.rels><?xml version='1.0' encoding='UTF-8' standalone='yes'?>
<Relationships xmlns="http://schemas.openxmlformats.org/package/2006/relationships"><Relationship Id="R5101b2968dcd4b50" Type="http://schemas.openxmlformats.org/officeDocument/2006/relationships/slideLayout" Target="../slideLayouts/slideLayout1.xml"/><Relationship Id="R5d4670cdd7fc44c5" Type="http://schemas.openxmlformats.org/officeDocument/2006/relationships/image" Target="../media/image21.png"/><Relationship Id="Rbfe954804c0e44f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b153ced89db446af" Type="http://schemas.openxmlformats.org/officeDocument/2006/relationships/image" Target="../media/image22.png"/><Relationship Id="Rda94f86f35334568" Type="http://schemas.openxmlformats.org/officeDocument/2006/relationships/slideLayout" Target="../slideLayouts/slideLayout1.xml"/><Relationship Id="Rdf2ab2f44e2e409a"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7385a04e60ea4377" Type="http://schemas.openxmlformats.org/officeDocument/2006/relationships/slideLayout" Target="../slideLayouts/slideLayout1.xml"/><Relationship Id="Rcd747ddca9044278" Type="http://schemas.openxmlformats.org/officeDocument/2006/relationships/notesSlide" Target="../notesSlides/notesSlide23.xml"/><Relationship Id="Rddf374167a4241c3" Type="http://schemas.openxmlformats.org/officeDocument/2006/relationships/image" Target="../media/image23.png"/></Relationships>
</file>

<file path=ppt/slides/_rels/slide24.xml.rels><?xml version='1.0' encoding='UTF-8' standalone='yes'?>
<Relationships xmlns="http://schemas.openxmlformats.org/package/2006/relationships"><Relationship Id="Raa0a6bd895684cae" Type="http://schemas.openxmlformats.org/officeDocument/2006/relationships/slideLayout" Target="../slideLayouts/slideLayout1.xml"/><Relationship Id="Raa576032c5f543b4" Type="http://schemas.openxmlformats.org/officeDocument/2006/relationships/image" Target="../media/image24.png"/><Relationship Id="Raded2b933a754ea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2f0f2834f0ff424a" Type="http://schemas.openxmlformats.org/officeDocument/2006/relationships/slideLayout" Target="../slideLayouts/slideLayout1.xml"/><Relationship Id="R65fa8601a79f4c15" Type="http://schemas.openxmlformats.org/officeDocument/2006/relationships/image" Target="../media/image25.png"/><Relationship Id="Rce2044825145454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6d7873ee0ac0498c" Type="http://schemas.openxmlformats.org/officeDocument/2006/relationships/notesSlide" Target="../notesSlides/notesSlide26.xml"/><Relationship Id="Rd403bd3532c24abf" Type="http://schemas.openxmlformats.org/officeDocument/2006/relationships/image" Target="../media/image26.png"/><Relationship Id="Red9020a857064e17"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2ee72c28d69e4a62" Type="http://schemas.openxmlformats.org/officeDocument/2006/relationships/slideLayout" Target="../slideLayouts/slideLayout1.xml"/><Relationship Id="Rac204995c0e1442d" Type="http://schemas.openxmlformats.org/officeDocument/2006/relationships/image" Target="../media/image27.png"/><Relationship Id="Rcbb93630658147df"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871c6ba9ce5e4cb1" Type="http://schemas.openxmlformats.org/officeDocument/2006/relationships/image" Target="../media/image28.png"/><Relationship Id="R8d90aaeac00e4301" Type="http://schemas.openxmlformats.org/officeDocument/2006/relationships/slideLayout" Target="../slideLayouts/slideLayout1.xml"/><Relationship Id="Rc149349885ff4d2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764a05f0bbd64ab7" Type="http://schemas.openxmlformats.org/officeDocument/2006/relationships/image" Target="../media/image29.png"/><Relationship Id="Rfb92a6acee3d4911" Type="http://schemas.openxmlformats.org/officeDocument/2006/relationships/notesSlide" Target="../notesSlides/notesSlide29.xml"/><Relationship Id="Rfbead7373e6843a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9842f19f11c949ca" Type="http://schemas.openxmlformats.org/officeDocument/2006/relationships/slideLayout" Target="../slideLayouts/slideLayout1.xml"/><Relationship Id="Rbbfbc9584d0a4e4e" Type="http://schemas.openxmlformats.org/officeDocument/2006/relationships/image" Target="../media/image30.png"/><Relationship Id="Rff31091d515241d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1b100a6aa61b441a" Type="http://schemas.openxmlformats.org/officeDocument/2006/relationships/notesSlide" Target="../notesSlides/notesSlide31.xml"/><Relationship Id="R5848afb1b7784749" Type="http://schemas.openxmlformats.org/officeDocument/2006/relationships/image" Target="../media/image31.png"/><Relationship Id="Rf318dbb302a54e20"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0953725ecf874447" Type="http://schemas.openxmlformats.org/officeDocument/2006/relationships/slideLayout" Target="../slideLayouts/slideLayout1.xml"/><Relationship Id="R656c9a23feda43a5" Type="http://schemas.openxmlformats.org/officeDocument/2006/relationships/notesSlide" Target="../notesSlides/notesSlide32.xml"/><Relationship Id="Rffaccb4510934144" Type="http://schemas.openxmlformats.org/officeDocument/2006/relationships/image" Target="../media/image32.png"/></Relationships>
</file>

<file path=ppt/slides/_rels/slide33.xml.rels><?xml version='1.0' encoding='UTF-8' standalone='yes'?>
<Relationships xmlns="http://schemas.openxmlformats.org/package/2006/relationships"><Relationship Id="Rc5210324fdd541d8" Type="http://schemas.openxmlformats.org/officeDocument/2006/relationships/notesSlide" Target="../notesSlides/notesSlide33.xml"/><Relationship Id="Rdc3689781dd2429a" Type="http://schemas.openxmlformats.org/officeDocument/2006/relationships/image" Target="../media/image33.png"/><Relationship Id="Rea8cefff474f4e3d"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0b320807c9e4dc8" Type="http://schemas.openxmlformats.org/officeDocument/2006/relationships/slideLayout" Target="../slideLayouts/slideLayout1.xml"/><Relationship Id="R93696219edf04186" Type="http://schemas.openxmlformats.org/officeDocument/2006/relationships/image" Target="../media/image34.png"/><Relationship Id="Ra41b24c74a5b4c2d"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00ac0c82f4aa4fae" Type="http://schemas.openxmlformats.org/officeDocument/2006/relationships/image" Target="../media/image35.png"/><Relationship Id="R47ff712e471d4335" Type="http://schemas.openxmlformats.org/officeDocument/2006/relationships/notesSlide" Target="../notesSlides/notesSlide35.xml"/><Relationship Id="Rc8311a5157a24738"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16ced2924bf34f54" Type="http://schemas.openxmlformats.org/officeDocument/2006/relationships/notesSlide" Target="../notesSlides/notesSlide36.xml"/><Relationship Id="R5bd7c166babe4034" Type="http://schemas.openxmlformats.org/officeDocument/2006/relationships/slideLayout" Target="../slideLayouts/slideLayout1.xml"/><Relationship Id="R89b40ad1a0274d62" Type="http://schemas.openxmlformats.org/officeDocument/2006/relationships/image" Target="../media/image36.png"/></Relationships>
</file>

<file path=ppt/slides/_rels/slide37.xml.rels><?xml version='1.0' encoding='UTF-8' standalone='yes'?>
<Relationships xmlns="http://schemas.openxmlformats.org/package/2006/relationships"><Relationship Id="R84995921f85d4808" Type="http://schemas.openxmlformats.org/officeDocument/2006/relationships/notesSlide" Target="../notesSlides/notesSlide37.xml"/><Relationship Id="Ra029720ffa344d07" Type="http://schemas.openxmlformats.org/officeDocument/2006/relationships/slideLayout" Target="../slideLayouts/slideLayout1.xml"/><Relationship Id="Rb07272094d284c0d" Type="http://schemas.openxmlformats.org/officeDocument/2006/relationships/image" Target="../media/image37.png"/></Relationships>
</file>

<file path=ppt/slides/_rels/slide38.xml.rels><?xml version='1.0' encoding='UTF-8' standalone='yes'?>
<Relationships xmlns="http://schemas.openxmlformats.org/package/2006/relationships"><Relationship Id="R0ed967eb8efc4245" Type="http://schemas.openxmlformats.org/officeDocument/2006/relationships/image" Target="../media/image38.png"/><Relationship Id="R1ca81332a5c6435b" Type="http://schemas.openxmlformats.org/officeDocument/2006/relationships/notesSlide" Target="../notesSlides/notesSlide38.xml"/><Relationship Id="R6f903d9adb1f411c"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1d5c89e506ca4779" Type="http://schemas.openxmlformats.org/officeDocument/2006/relationships/notesSlide" Target="../notesSlides/notesSlide39.xml"/><Relationship Id="Rb11d74760ed046a2" Type="http://schemas.openxmlformats.org/officeDocument/2006/relationships/image" Target="../media/image39.png"/><Relationship Id="Rc91f37e7355741ea"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438d25898a1b4cf7" Type="http://schemas.openxmlformats.org/officeDocument/2006/relationships/slideLayout" Target="../slideLayouts/slideLayout1.xml"/><Relationship Id="R80f36f8f04a9446b" Type="http://schemas.openxmlformats.org/officeDocument/2006/relationships/notesSlide" Target="../notesSlides/notesSlide40.xml"/><Relationship Id="Rb7d9e590a27f4b8c" Type="http://schemas.openxmlformats.org/officeDocument/2006/relationships/image" Target="../media/image40.png"/></Relationships>
</file>

<file path=ppt/slides/_rels/slide41.xml.rels><?xml version='1.0' encoding='UTF-8' standalone='yes'?>
<Relationships xmlns="http://schemas.openxmlformats.org/package/2006/relationships"><Relationship Id="R5ca4b6e3fd814e5b" Type="http://schemas.openxmlformats.org/officeDocument/2006/relationships/image" Target="../media/image41.png"/><Relationship Id="R96a3464de7b64b45" Type="http://schemas.openxmlformats.org/officeDocument/2006/relationships/notesSlide" Target="../notesSlides/notesSlide41.xml"/><Relationship Id="Rba645b5847d94f1f"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55958664754a4298" Type="http://schemas.openxmlformats.org/officeDocument/2006/relationships/image" Target="../media/image42.png"/><Relationship Id="Rd5c2ecacbd934e61" Type="http://schemas.openxmlformats.org/officeDocument/2006/relationships/notesSlide" Target="../notesSlides/notesSlide42.xml"/><Relationship Id="Rf09871d8bcfc4383"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44d23b0f073045ec" Type="http://schemas.openxmlformats.org/officeDocument/2006/relationships/image" Target="../media/image43.png"/><Relationship Id="R931e2a85e5b345c9" Type="http://schemas.openxmlformats.org/officeDocument/2006/relationships/notesSlide" Target="../notesSlides/notesSlide43.xml"/><Relationship Id="Ra1ed24929ef2416e"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1072d62b68d24172" Type="http://schemas.openxmlformats.org/officeDocument/2006/relationships/slideLayout" Target="../slideLayouts/slideLayout1.xml"/><Relationship Id="R6a898a1921c8414b" Type="http://schemas.openxmlformats.org/officeDocument/2006/relationships/notesSlide" Target="../notesSlides/notesSlide44.xml"/><Relationship Id="Rd39aa34dd7824d8d" Type="http://schemas.openxmlformats.org/officeDocument/2006/relationships/image" Target="../media/image44.png"/></Relationships>
</file>

<file path=ppt/slides/_rels/slide45.xml.rels><?xml version='1.0' encoding='UTF-8' standalone='yes'?>
<Relationships xmlns="http://schemas.openxmlformats.org/package/2006/relationships"><Relationship Id="R310606cb680c4eb7" Type="http://schemas.openxmlformats.org/officeDocument/2006/relationships/slideLayout" Target="../slideLayouts/slideLayout1.xml"/><Relationship Id="Ra1d7e27016a64e47" Type="http://schemas.openxmlformats.org/officeDocument/2006/relationships/notesSlide" Target="../notesSlides/notesSlide45.xml"/><Relationship Id="Ra83077e969a243bd" Type="http://schemas.openxmlformats.org/officeDocument/2006/relationships/image" Target="../media/image45.png"/></Relationships>
</file>

<file path=ppt/slides/_rels/slide46.xml.rels><?xml version='1.0' encoding='UTF-8' standalone='yes'?>
<Relationships xmlns="http://schemas.openxmlformats.org/package/2006/relationships"><Relationship Id="R249fb10d6602413f" Type="http://schemas.openxmlformats.org/officeDocument/2006/relationships/slideLayout" Target="../slideLayouts/slideLayout1.xml"/><Relationship Id="R2cda82a7e73b4574" Type="http://schemas.openxmlformats.org/officeDocument/2006/relationships/image" Target="../media/image46.png"/><Relationship Id="Reb63e066ed284da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675db2c690c34aa9" Type="http://schemas.openxmlformats.org/officeDocument/2006/relationships/slideLayout" Target="../slideLayouts/slideLayout1.xml"/><Relationship Id="Rb0f208f86bb24751" Type="http://schemas.openxmlformats.org/officeDocument/2006/relationships/image" Target="../media/image47.png"/><Relationship Id="Rc7490dccf6ea46bc"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02bcfd743da34ea2" Type="http://schemas.openxmlformats.org/officeDocument/2006/relationships/notesSlide" Target="../notesSlides/notesSlide48.xml"/><Relationship Id="R09a3738be5c943b6" Type="http://schemas.openxmlformats.org/officeDocument/2006/relationships/slideLayout" Target="../slideLayouts/slideLayout1.xml"/><Relationship Id="Rad93899b05fc485e" Type="http://schemas.openxmlformats.org/officeDocument/2006/relationships/image" Target="../media/image48.png"/></Relationships>
</file>

<file path=ppt/slides/_rels/slide49.xml.rels><?xml version='1.0' encoding='UTF-8' standalone='yes'?>
<Relationships xmlns="http://schemas.openxmlformats.org/package/2006/relationships"><Relationship Id="R1adb23a3699a401b" Type="http://schemas.openxmlformats.org/officeDocument/2006/relationships/slideLayout" Target="../slideLayouts/slideLayout1.xml"/><Relationship Id="Rddd4c26c0750454c" Type="http://schemas.openxmlformats.org/officeDocument/2006/relationships/image" Target="../media/image49.png"/><Relationship Id="Reb1d4c76f2fb406a"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011531190ac045ed" Type="http://schemas.openxmlformats.org/officeDocument/2006/relationships/slideLayout" Target="../slideLayouts/slideLayout1.xml"/><Relationship Id="R3d498eca02e3481e" Type="http://schemas.openxmlformats.org/officeDocument/2006/relationships/notesSlide" Target="../notesSlides/notesSlide50.xml"/><Relationship Id="R53f7f4330c67485a" Type="http://schemas.openxmlformats.org/officeDocument/2006/relationships/image" Target="../media/image50.png"/></Relationships>
</file>

<file path=ppt/slides/_rels/slide51.xml.rels><?xml version='1.0' encoding='UTF-8' standalone='yes'?>
<Relationships xmlns="http://schemas.openxmlformats.org/package/2006/relationships"><Relationship Id="R0898b169a2bb4c6e" Type="http://schemas.openxmlformats.org/officeDocument/2006/relationships/notesSlide" Target="../notesSlides/notesSlide51.xml"/><Relationship Id="R0d834a7a1e0c464a" Type="http://schemas.openxmlformats.org/officeDocument/2006/relationships/slideLayout" Target="../slideLayouts/slideLayout1.xml"/><Relationship Id="R0db8ba88c1b7470f" Type="http://schemas.openxmlformats.org/officeDocument/2006/relationships/image" Target="../media/image51.png"/></Relationships>
</file>

<file path=ppt/slides/_rels/slide52.xml.rels><?xml version='1.0' encoding='UTF-8' standalone='yes'?>
<Relationships xmlns="http://schemas.openxmlformats.org/package/2006/relationships"><Relationship Id="R51b104e5514d4ba8" Type="http://schemas.openxmlformats.org/officeDocument/2006/relationships/image" Target="../media/image52.png"/><Relationship Id="R82212b0474f840fe" Type="http://schemas.openxmlformats.org/officeDocument/2006/relationships/slideLayout" Target="../slideLayouts/slideLayout1.xml"/><Relationship Id="Re93789e411ef437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0c71762450ab45c7" Type="http://schemas.openxmlformats.org/officeDocument/2006/relationships/slideLayout" Target="../slideLayouts/slideLayout1.xml"/><Relationship Id="R3df0caf69c394772" Type="http://schemas.openxmlformats.org/officeDocument/2006/relationships/notesSlide" Target="../notesSlides/notesSlide53.xml"/><Relationship Id="Rf64b4871fad4426f" Type="http://schemas.openxmlformats.org/officeDocument/2006/relationships/image" Target="../media/image53.png"/></Relationships>
</file>

<file path=ppt/slides/_rels/slide54.xml.rels><?xml version='1.0' encoding='UTF-8' standalone='yes'?>
<Relationships xmlns="http://schemas.openxmlformats.org/package/2006/relationships"><Relationship Id="Rbc3dbffde5314af3" Type="http://schemas.openxmlformats.org/officeDocument/2006/relationships/slideLayout" Target="../slideLayouts/slideLayout1.xml"/><Relationship Id="Rd2a636616c12431c" Type="http://schemas.openxmlformats.org/officeDocument/2006/relationships/image" Target="../media/image54.png"/><Relationship Id="Rf54272c830bf46b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bd134910bbc14bfa" Type="http://schemas.openxmlformats.org/officeDocument/2006/relationships/slideLayout" Target="../slideLayouts/slideLayout1.xml"/><Relationship Id="Rc6275a1ce2964b21" Type="http://schemas.openxmlformats.org/officeDocument/2006/relationships/notesSlide" Target="../notesSlides/notesSlide55.xml"/><Relationship Id="Re49b027335f64e96" Type="http://schemas.openxmlformats.org/officeDocument/2006/relationships/image" Target="../media/image55.png"/></Relationships>
</file>

<file path=ppt/slides/_rels/slide56.xml.rels><?xml version='1.0' encoding='UTF-8' standalone='yes'?>
<Relationships xmlns="http://schemas.openxmlformats.org/package/2006/relationships"><Relationship Id="R044c77f6b8f94211" Type="http://schemas.openxmlformats.org/officeDocument/2006/relationships/notesSlide" Target="../notesSlides/notesSlide56.xml"/><Relationship Id="R12c9aac78b884f77" Type="http://schemas.openxmlformats.org/officeDocument/2006/relationships/slideLayout" Target="../slideLayouts/slideLayout1.xml"/><Relationship Id="R1fa5e0f527b94ecc" Type="http://schemas.openxmlformats.org/officeDocument/2006/relationships/image" Target="../media/image56.png"/></Relationships>
</file>

<file path=ppt/slides/_rels/slide57.xml.rels><?xml version='1.0' encoding='UTF-8' standalone='yes'?>
<Relationships xmlns="http://schemas.openxmlformats.org/package/2006/relationships"><Relationship Id="R7b26c0cf6d674d10" Type="http://schemas.openxmlformats.org/officeDocument/2006/relationships/notesSlide" Target="../notesSlides/notesSlide57.xml"/><Relationship Id="Rca31f5b47b9d43cf" Type="http://schemas.openxmlformats.org/officeDocument/2006/relationships/image" Target="../media/image57.png"/><Relationship Id="Re9d1ff10f7804a14"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1134c177792b4593" Type="http://schemas.openxmlformats.org/officeDocument/2006/relationships/notesSlide" Target="../notesSlides/notesSlide58.xml"/><Relationship Id="R36c0c509077a4515" Type="http://schemas.openxmlformats.org/officeDocument/2006/relationships/image" Target="../media/image58.png"/><Relationship Id="Rfe19bc0c13a4485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67a7f9a791994e4f" Type="http://schemas.openxmlformats.org/officeDocument/2006/relationships/slideLayout" Target="../slideLayouts/slideLayout1.xml"/><Relationship Id="Ra414525637504ded" Type="http://schemas.openxmlformats.org/officeDocument/2006/relationships/image" Target="../media/image59.png"/><Relationship Id="Rbe9d75efaf004c5b"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30d069e775c84787" Type="http://schemas.openxmlformats.org/officeDocument/2006/relationships/image" Target="../media/image60.png"/><Relationship Id="Rab42bb64ed8e48fd" Type="http://schemas.openxmlformats.org/officeDocument/2006/relationships/slideLayout" Target="../slideLayouts/slideLayout1.xml"/><Relationship Id="Rdc4c49a1438e465b"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39accf4ee4814052" Type="http://schemas.openxmlformats.org/officeDocument/2006/relationships/slideLayout" Target="../slideLayouts/slideLayout1.xml"/><Relationship Id="Rb0762e75f3bc44ce" Type="http://schemas.openxmlformats.org/officeDocument/2006/relationships/image" Target="../media/image61.png"/><Relationship Id="Rbcf399363e13420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1f94485631e14cf5" Type="http://schemas.openxmlformats.org/officeDocument/2006/relationships/slideLayout" Target="../slideLayouts/slideLayout1.xml"/><Relationship Id="R3967ab8b841e4501" Type="http://schemas.openxmlformats.org/officeDocument/2006/relationships/image" Target="../media/image62.png"/><Relationship Id="Rd7818b118f114981"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1d69fcd138304ce6" Type="http://schemas.openxmlformats.org/officeDocument/2006/relationships/slideLayout" Target="../slideLayouts/slideLayout1.xml"/><Relationship Id="R8f5ea10069a74dc3" Type="http://schemas.openxmlformats.org/officeDocument/2006/relationships/image" Target="../media/image63.png"/><Relationship Id="R9a48971d83f94548"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0aecff16975449e6" Type="http://schemas.openxmlformats.org/officeDocument/2006/relationships/slideLayout" Target="../slideLayouts/slideLayout1.xml"/><Relationship Id="R1389c654dcf649ea" Type="http://schemas.openxmlformats.org/officeDocument/2006/relationships/notesSlide" Target="../notesSlides/notesSlide64.xml"/><Relationship Id="R898eda4a674047c6" Type="http://schemas.openxmlformats.org/officeDocument/2006/relationships/image" Target="../media/image64.png"/></Relationships>
</file>

<file path=ppt/slides/_rels/slide65.xml.rels><?xml version='1.0' encoding='UTF-8' standalone='yes'?>
<Relationships xmlns="http://schemas.openxmlformats.org/package/2006/relationships"><Relationship Id="R022cb8420a69464b" Type="http://schemas.openxmlformats.org/officeDocument/2006/relationships/notesSlide" Target="../notesSlides/notesSlide65.xml"/><Relationship Id="R0531dc546df94a02" Type="http://schemas.openxmlformats.org/officeDocument/2006/relationships/slideLayout" Target="../slideLayouts/slideLayout1.xml"/><Relationship Id="R38b78a7258474c63" Type="http://schemas.openxmlformats.org/officeDocument/2006/relationships/image" Target="../media/image65.png"/></Relationships>
</file>

<file path=ppt/slides/_rels/slide66.xml.rels><?xml version='1.0' encoding='UTF-8' standalone='yes'?>
<Relationships xmlns="http://schemas.openxmlformats.org/package/2006/relationships"><Relationship Id="R8596b08c82f24b7c" Type="http://schemas.openxmlformats.org/officeDocument/2006/relationships/slideLayout" Target="../slideLayouts/slideLayout1.xml"/><Relationship Id="R95351d84ad1e4945" Type="http://schemas.openxmlformats.org/officeDocument/2006/relationships/notesSlide" Target="../notesSlides/notesSlide66.xml"/><Relationship Id="Ra81e23649f7f44b1" Type="http://schemas.openxmlformats.org/officeDocument/2006/relationships/image" Target="../media/image66.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272aa7869bf40e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780ce0a3741484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5df7cd2719b47a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1f3ec05b7ff42e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acdd47a5a9243a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faf78bde005484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c2105c08f3346d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f302298cc6847a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3c52bbad6e94f8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aea9a05376480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f6ce95330dd41f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fd824c2853744d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1dc2aaf9034c5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11590105bfc4ab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f75871059454cd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1887dd94238438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98738acd8d94fa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301f5c853474dc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3e1d312e305458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5cfc7f39cd24bd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d4670cdd7fc44c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153ced89db446a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df374167a4241c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a576032c5f543b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fa8601a79f4c1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403bd3532c24ab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204995c0e1442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71c6ba9ce5e4cb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64a05f0bbd64ab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bfbc9584d0a4e4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848afb1b778474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faccb451093414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c3689781dd2429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3696219edf0418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0ac0c82f4aa4fa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9b40ad1a0274d6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07272094d284c0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ed967eb8efc424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11d74760ed046a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d9e590a27f4b8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a4b6e3fd814e5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5958664754a429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4d23b0f073045e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39aa34dd7824d8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83077e969a243b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cda82a7e73b457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0f208f86bb2475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d93899b05fc485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dd4c26c0750454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3f7f4330c67485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db8ba88c1b7470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1b104e5514d4ba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64b4871fad4426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2a636616c12431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9b027335f64e9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fa5e0f527b94ecc"/>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31f5b47b9d43c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6c0c509077a451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414525637504de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d069e775c8478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0762e75f3bc44c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967ab8b841e450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f5ea10069a74dc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98eda4a674047c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8b78a7258474c6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81e23649f7f44b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2026-07-30T05:16:12.9540000Z</dcterms:created>
  <dcterms:modified xsi:type="dcterms:W3CDTF">2026-07-30T05:16:12.9540000Z</dcterms:modified>
</coreProperties>
</file>