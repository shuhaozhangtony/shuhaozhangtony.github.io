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ec7d6b708f4f12" /><Relationship Type="http://schemas.openxmlformats.org/officeDocument/2006/relationships/extended-properties" Target="/docProps/app.xml" Id="R32dc3e3c329c40f4" /><Relationship Type="http://schemas.openxmlformats.org/officeDocument/2006/relationships/officeDocument" Target="/ppt/presentation.xml" Id="R93c64032d5e24fbc" /></Relationships>
</file>

<file path=ppt/presentation.xml><?xml version="1.0" encoding="utf-8"?>
<p:presentation xmlns:p="http://schemas.openxmlformats.org/presentationml/2006/main">
  <p:sldMasterIdLst>
    <p:sldMasterId xmlns:r="http://schemas.openxmlformats.org/officeDocument/2006/relationships" id="2147483648" r:id="R85f043ed376b4c4c"/>
  </p:sldMasterIdLst>
  <p:notesMasterIdLst>
    <p:notesMasterId xmlns:r="http://schemas.openxmlformats.org/officeDocument/2006/relationships" r:id="Rf31488e7d33a42d6"/>
  </p:notesMasterIdLst>
  <p:sldIdLst>
    <p:sldId xmlns:r="http://schemas.openxmlformats.org/officeDocument/2006/relationships" id="256" r:id="Rcdc4aff997c442de"/>
    <p:sldId xmlns:r="http://schemas.openxmlformats.org/officeDocument/2006/relationships" id="257" r:id="R19133fc4e9294df7"/>
    <p:sldId xmlns:r="http://schemas.openxmlformats.org/officeDocument/2006/relationships" id="258" r:id="R74d63dfda1a64c1a"/>
    <p:sldId xmlns:r="http://schemas.openxmlformats.org/officeDocument/2006/relationships" id="259" r:id="R174089e409a94f47"/>
    <p:sldId xmlns:r="http://schemas.openxmlformats.org/officeDocument/2006/relationships" id="260" r:id="Rc84590622f5d4a12"/>
    <p:sldId xmlns:r="http://schemas.openxmlformats.org/officeDocument/2006/relationships" id="261" r:id="Rfc2e1280766a4ebd"/>
    <p:sldId xmlns:r="http://schemas.openxmlformats.org/officeDocument/2006/relationships" id="262" r:id="R59e20ff8fce94f6c"/>
    <p:sldId xmlns:r="http://schemas.openxmlformats.org/officeDocument/2006/relationships" id="263" r:id="Re0ece91794c44a81"/>
    <p:sldId xmlns:r="http://schemas.openxmlformats.org/officeDocument/2006/relationships" id="264" r:id="Rc947b39f3d2f4643"/>
    <p:sldId xmlns:r="http://schemas.openxmlformats.org/officeDocument/2006/relationships" id="265" r:id="R29e95d6d559a40eb"/>
    <p:sldId xmlns:r="http://schemas.openxmlformats.org/officeDocument/2006/relationships" id="266" r:id="R268b6d2ffb0d42ac"/>
    <p:sldId xmlns:r="http://schemas.openxmlformats.org/officeDocument/2006/relationships" id="267" r:id="Rbf584d44804f42d5"/>
    <p:sldId xmlns:r="http://schemas.openxmlformats.org/officeDocument/2006/relationships" id="268" r:id="R70e1765202084a16"/>
    <p:sldId xmlns:r="http://schemas.openxmlformats.org/officeDocument/2006/relationships" id="269" r:id="R3711d42861b34bb9"/>
    <p:sldId xmlns:r="http://schemas.openxmlformats.org/officeDocument/2006/relationships" id="270" r:id="R4330f4e357ca4216"/>
    <p:sldId xmlns:r="http://schemas.openxmlformats.org/officeDocument/2006/relationships" id="271" r:id="R3ff78e0990004fa7"/>
    <p:sldId xmlns:r="http://schemas.openxmlformats.org/officeDocument/2006/relationships" id="272" r:id="R528c2ac3ce174228"/>
    <p:sldId xmlns:r="http://schemas.openxmlformats.org/officeDocument/2006/relationships" id="273" r:id="R7daae23444d24841"/>
    <p:sldId xmlns:r="http://schemas.openxmlformats.org/officeDocument/2006/relationships" id="274" r:id="R671289c596a04060"/>
    <p:sldId xmlns:r="http://schemas.openxmlformats.org/officeDocument/2006/relationships" id="275" r:id="R0b91859b61bd4cbe"/>
    <p:sldId xmlns:r="http://schemas.openxmlformats.org/officeDocument/2006/relationships" id="276" r:id="R93e6516732164eb4"/>
    <p:sldId xmlns:r="http://schemas.openxmlformats.org/officeDocument/2006/relationships" id="277" r:id="Ra0c2f477a2bd4c61"/>
    <p:sldId xmlns:r="http://schemas.openxmlformats.org/officeDocument/2006/relationships" id="278" r:id="R1f42d777d332424e"/>
    <p:sldId xmlns:r="http://schemas.openxmlformats.org/officeDocument/2006/relationships" id="279" r:id="R5daa7d8a2bec4583"/>
    <p:sldId xmlns:r="http://schemas.openxmlformats.org/officeDocument/2006/relationships" id="280" r:id="Rc18862de175a4443"/>
    <p:sldId xmlns:r="http://schemas.openxmlformats.org/officeDocument/2006/relationships" id="281" r:id="R5c08ef68d9e84522"/>
    <p:sldId xmlns:r="http://schemas.openxmlformats.org/officeDocument/2006/relationships" id="282" r:id="Rc70091912d494181"/>
    <p:sldId xmlns:r="http://schemas.openxmlformats.org/officeDocument/2006/relationships" id="283" r:id="R845dd1ad17504e27"/>
    <p:sldId xmlns:r="http://schemas.openxmlformats.org/officeDocument/2006/relationships" id="284" r:id="R5c8d317481594f53"/>
    <p:sldId xmlns:r="http://schemas.openxmlformats.org/officeDocument/2006/relationships" id="285" r:id="R2bf624c374cc4fc5"/>
    <p:sldId xmlns:r="http://schemas.openxmlformats.org/officeDocument/2006/relationships" id="286" r:id="R92fa2fde01b44ae0"/>
    <p:sldId xmlns:r="http://schemas.openxmlformats.org/officeDocument/2006/relationships" id="287" r:id="R1dc1db36cf7443c2"/>
    <p:sldId xmlns:r="http://schemas.openxmlformats.org/officeDocument/2006/relationships" id="288" r:id="Rc558092d9bb74634"/>
    <p:sldId xmlns:r="http://schemas.openxmlformats.org/officeDocument/2006/relationships" id="289" r:id="Reabbedd180c54e25"/>
    <p:sldId xmlns:r="http://schemas.openxmlformats.org/officeDocument/2006/relationships" id="290" r:id="R80003c218d2348e8"/>
    <p:sldId xmlns:r="http://schemas.openxmlformats.org/officeDocument/2006/relationships" id="291" r:id="Rb9159bc0a3df40c1"/>
    <p:sldId xmlns:r="http://schemas.openxmlformats.org/officeDocument/2006/relationships" id="292" r:id="R2fb418276428427a"/>
    <p:sldId xmlns:r="http://schemas.openxmlformats.org/officeDocument/2006/relationships" id="293" r:id="R290524fd9bd347e7"/>
    <p:sldId xmlns:r="http://schemas.openxmlformats.org/officeDocument/2006/relationships" id="294" r:id="R3ec4f9c641ef470b"/>
    <p:sldId xmlns:r="http://schemas.openxmlformats.org/officeDocument/2006/relationships" id="295" r:id="Rdc1599ff73004130"/>
    <p:sldId xmlns:r="http://schemas.openxmlformats.org/officeDocument/2006/relationships" id="296" r:id="R021b5e6f9a4e48cd"/>
    <p:sldId xmlns:r="http://schemas.openxmlformats.org/officeDocument/2006/relationships" id="297" r:id="R42ad5e972af6418a"/>
    <p:sldId xmlns:r="http://schemas.openxmlformats.org/officeDocument/2006/relationships" id="298" r:id="Reed12c03bcc14aaa"/>
    <p:sldId xmlns:r="http://schemas.openxmlformats.org/officeDocument/2006/relationships" id="299" r:id="Ra04bfe2b21274612"/>
    <p:sldId xmlns:r="http://schemas.openxmlformats.org/officeDocument/2006/relationships" id="300" r:id="R2ed8f77d6ae245c5"/>
    <p:sldId xmlns:r="http://schemas.openxmlformats.org/officeDocument/2006/relationships" id="301" r:id="Rf683aee8ed7f4217"/>
    <p:sldId xmlns:r="http://schemas.openxmlformats.org/officeDocument/2006/relationships" id="302" r:id="Ra7cc3cd9f5854b53"/>
    <p:sldId xmlns:r="http://schemas.openxmlformats.org/officeDocument/2006/relationships" id="303" r:id="R6e1cd2f5ffac4d33"/>
    <p:sldId xmlns:r="http://schemas.openxmlformats.org/officeDocument/2006/relationships" id="304" r:id="Re1dc73a3b6074c1a"/>
    <p:sldId xmlns:r="http://schemas.openxmlformats.org/officeDocument/2006/relationships" id="305" r:id="R9bd21eeecc0a44ea"/>
    <p:sldId xmlns:r="http://schemas.openxmlformats.org/officeDocument/2006/relationships" id="306" r:id="R801acaea335f4dd6"/>
    <p:sldId xmlns:r="http://schemas.openxmlformats.org/officeDocument/2006/relationships" id="307" r:id="R14f0575c6d4f45b4"/>
    <p:sldId xmlns:r="http://schemas.openxmlformats.org/officeDocument/2006/relationships" id="308" r:id="R402e15a404f84a91"/>
    <p:sldId xmlns:r="http://schemas.openxmlformats.org/officeDocument/2006/relationships" id="309" r:id="Rcbab0280d22a42fb"/>
    <p:sldId xmlns:r="http://schemas.openxmlformats.org/officeDocument/2006/relationships" id="310" r:id="Rd6340d9efe1c4505"/>
    <p:sldId xmlns:r="http://schemas.openxmlformats.org/officeDocument/2006/relationships" id="311" r:id="Rae0f0e464e6f4a74"/>
    <p:sldId xmlns:r="http://schemas.openxmlformats.org/officeDocument/2006/relationships" id="312" r:id="R32121828e06a44fd"/>
    <p:sldId xmlns:r="http://schemas.openxmlformats.org/officeDocument/2006/relationships" id="313" r:id="R3cbdd7c4d9ae4e33"/>
    <p:sldId xmlns:r="http://schemas.openxmlformats.org/officeDocument/2006/relationships" id="314" r:id="R7337545d547c433d"/>
    <p:sldId xmlns:r="http://schemas.openxmlformats.org/officeDocument/2006/relationships" id="315" r:id="R815b9d11dc484d71"/>
    <p:sldId xmlns:r="http://schemas.openxmlformats.org/officeDocument/2006/relationships" id="316" r:id="Re0f93cc292824232"/>
    <p:sldId xmlns:r="http://schemas.openxmlformats.org/officeDocument/2006/relationships" id="317" r:id="R7e470fb7042a480e"/>
    <p:sldId xmlns:r="http://schemas.openxmlformats.org/officeDocument/2006/relationships" id="318" r:id="Rc47b0daec4b444e6"/>
    <p:sldId xmlns:r="http://schemas.openxmlformats.org/officeDocument/2006/relationships" id="319" r:id="R1380e83948764ccd"/>
    <p:sldId xmlns:r="http://schemas.openxmlformats.org/officeDocument/2006/relationships" id="320" r:id="Re2c78ffa68764cc7"/>
    <p:sldId xmlns:r="http://schemas.openxmlformats.org/officeDocument/2006/relationships" id="321" r:id="R83ea17cd48ef4568"/>
    <p:sldId xmlns:r="http://schemas.openxmlformats.org/officeDocument/2006/relationships" id="322" r:id="Rfb8a7753a24c45d7"/>
    <p:sldId xmlns:r="http://schemas.openxmlformats.org/officeDocument/2006/relationships" id="323" r:id="R6ecc28b131b243cb"/>
    <p:sldId xmlns:r="http://schemas.openxmlformats.org/officeDocument/2006/relationships" id="324" r:id="R86e63aa97b894fc6"/>
    <p:sldId xmlns:r="http://schemas.openxmlformats.org/officeDocument/2006/relationships" id="325" r:id="Rfbb6d33a83e24f2d"/>
    <p:sldId xmlns:r="http://schemas.openxmlformats.org/officeDocument/2006/relationships" id="326" r:id="R3c9ecea293bb4c6b"/>
    <p:sldId xmlns:r="http://schemas.openxmlformats.org/officeDocument/2006/relationships" id="327" r:id="R19174cb996a04616"/>
    <p:sldId xmlns:r="http://schemas.openxmlformats.org/officeDocument/2006/relationships" id="328" r:id="Rbb3a9546fca34f55"/>
    <p:sldId xmlns:r="http://schemas.openxmlformats.org/officeDocument/2006/relationships" id="329" r:id="R60fc08f638a14d9c"/>
    <p:sldId xmlns:r="http://schemas.openxmlformats.org/officeDocument/2006/relationships" id="330" r:id="Rdebbedc60633465a"/>
    <p:sldId xmlns:r="http://schemas.openxmlformats.org/officeDocument/2006/relationships" id="331" r:id="Rc336bd1f63fe4d5a"/>
    <p:sldId xmlns:r="http://schemas.openxmlformats.org/officeDocument/2006/relationships" id="332" r:id="R062db66d53b44664"/>
    <p:sldId xmlns:r="http://schemas.openxmlformats.org/officeDocument/2006/relationships" id="333" r:id="R899362450b864525"/>
    <p:sldId xmlns:r="http://schemas.openxmlformats.org/officeDocument/2006/relationships" id="334" r:id="R9ac20fb8be9d44a4"/>
    <p:sldId xmlns:r="http://schemas.openxmlformats.org/officeDocument/2006/relationships" id="335" r:id="R6e352ee68c0a4728"/>
    <p:sldId xmlns:r="http://schemas.openxmlformats.org/officeDocument/2006/relationships" id="336" r:id="Rdfb536dd004a4a95"/>
    <p:sldId xmlns:r="http://schemas.openxmlformats.org/officeDocument/2006/relationships" id="337" r:id="Rd877a01c4e2c4bd1"/>
    <p:sldId xmlns:r="http://schemas.openxmlformats.org/officeDocument/2006/relationships" id="338" r:id="Rd47c3bf1eb7d4a68"/>
    <p:sldId xmlns:r="http://schemas.openxmlformats.org/officeDocument/2006/relationships" id="339" r:id="R600be009164f4131"/>
    <p:sldId xmlns:r="http://schemas.openxmlformats.org/officeDocument/2006/relationships" id="340" r:id="R4c075c46d63949a3"/>
    <p:sldId xmlns:r="http://schemas.openxmlformats.org/officeDocument/2006/relationships" id="341" r:id="Rb8d2380856204f11"/>
    <p:sldId xmlns:r="http://schemas.openxmlformats.org/officeDocument/2006/relationships" id="342" r:id="R7312d3d76c1d43bb"/>
    <p:sldId xmlns:r="http://schemas.openxmlformats.org/officeDocument/2006/relationships" id="343" r:id="Rfd8a0fbb4e89492a"/>
    <p:sldId xmlns:r="http://schemas.openxmlformats.org/officeDocument/2006/relationships" id="344" r:id="R96a9668ac2c84106"/>
    <p:sldId xmlns:r="http://schemas.openxmlformats.org/officeDocument/2006/relationships" id="345" r:id="R3b9a336eeeb141e1"/>
    <p:sldId xmlns:r="http://schemas.openxmlformats.org/officeDocument/2006/relationships" id="346" r:id="Re6505b06fc024851"/>
    <p:sldId xmlns:r="http://schemas.openxmlformats.org/officeDocument/2006/relationships" id="347" r:id="R265100c00efc46af"/>
    <p:sldId xmlns:r="http://schemas.openxmlformats.org/officeDocument/2006/relationships" id="348" r:id="R889c6fd811ad454a"/>
    <p:sldId xmlns:r="http://schemas.openxmlformats.org/officeDocument/2006/relationships" id="349" r:id="R4e2f8c66c25c4875"/>
    <p:sldId xmlns:r="http://schemas.openxmlformats.org/officeDocument/2006/relationships" id="350" r:id="R2fcb41f3cec94aa1"/>
    <p:sldId xmlns:r="http://schemas.openxmlformats.org/officeDocument/2006/relationships" id="351" r:id="R4cabc037b40a4792"/>
    <p:sldId xmlns:r="http://schemas.openxmlformats.org/officeDocument/2006/relationships" id="352" r:id="Re2fe5a2ec1c14348"/>
    <p:sldId xmlns:r="http://schemas.openxmlformats.org/officeDocument/2006/relationships" id="353" r:id="Rd31bbb1490974a56"/>
    <p:sldId xmlns:r="http://schemas.openxmlformats.org/officeDocument/2006/relationships" id="354" r:id="Rc87f039c17fa476c"/>
    <p:sldId xmlns:r="http://schemas.openxmlformats.org/officeDocument/2006/relationships" id="355" r:id="Rf1e2bf79eca048ec"/>
    <p:sldId xmlns:r="http://schemas.openxmlformats.org/officeDocument/2006/relationships" id="356" r:id="R4f71a0f5f8444819"/>
    <p:sldId xmlns:r="http://schemas.openxmlformats.org/officeDocument/2006/relationships" id="357" r:id="Rf2c1ce87af0f48cf"/>
    <p:sldId xmlns:r="http://schemas.openxmlformats.org/officeDocument/2006/relationships" id="358" r:id="R71cfa50c2f1f4cd4"/>
    <p:sldId xmlns:r="http://schemas.openxmlformats.org/officeDocument/2006/relationships" id="359" r:id="R4d24f8041dc24dba"/>
    <p:sldId xmlns:r="http://schemas.openxmlformats.org/officeDocument/2006/relationships" id="360" r:id="R378898b218014d3c"/>
    <p:sldId xmlns:r="http://schemas.openxmlformats.org/officeDocument/2006/relationships" id="361" r:id="R9dd32f87791d4542"/>
    <p:sldId xmlns:r="http://schemas.openxmlformats.org/officeDocument/2006/relationships" id="362" r:id="R0877287a75624f5d"/>
    <p:sldId xmlns:r="http://schemas.openxmlformats.org/officeDocument/2006/relationships" id="363" r:id="Rdefdf46308174751"/>
    <p:sldId xmlns:r="http://schemas.openxmlformats.org/officeDocument/2006/relationships" id="364" r:id="Raaaa516751844eea"/>
    <p:sldId xmlns:r="http://schemas.openxmlformats.org/officeDocument/2006/relationships" id="365" r:id="R99f324a1802e43a3"/>
    <p:sldId xmlns:r="http://schemas.openxmlformats.org/officeDocument/2006/relationships" id="366" r:id="R3154909402d54f52"/>
    <p:sldId xmlns:r="http://schemas.openxmlformats.org/officeDocument/2006/relationships" id="367" r:id="R723fcd2b32e8451c"/>
    <p:sldId xmlns:r="http://schemas.openxmlformats.org/officeDocument/2006/relationships" id="368" r:id="Rd2ad1d45e81d4124"/>
    <p:sldId xmlns:r="http://schemas.openxmlformats.org/officeDocument/2006/relationships" id="369" r:id="Rbdd760369a6b4d3d"/>
    <p:sldId xmlns:r="http://schemas.openxmlformats.org/officeDocument/2006/relationships" id="370" r:id="Rf990575788e54dec"/>
    <p:sldId xmlns:r="http://schemas.openxmlformats.org/officeDocument/2006/relationships" id="371" r:id="R49f9c0957d2f4007"/>
    <p:sldId xmlns:r="http://schemas.openxmlformats.org/officeDocument/2006/relationships" id="372" r:id="R07cee83733704cb9"/>
    <p:sldId xmlns:r="http://schemas.openxmlformats.org/officeDocument/2006/relationships" id="373" r:id="R0913c2109ad844c8"/>
    <p:sldId xmlns:r="http://schemas.openxmlformats.org/officeDocument/2006/relationships" id="374" r:id="Rc77b15d1e275406c"/>
    <p:sldId xmlns:r="http://schemas.openxmlformats.org/officeDocument/2006/relationships" id="375" r:id="R08455b1e11b34f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43ed005924e8b" /><Relationship Type="http://schemas.openxmlformats.org/officeDocument/2006/relationships/slideMaster" Target="/ppt/slideMasters/slideMaster1.xml" Id="R85f043ed376b4c4c" /><Relationship Type="http://schemas.openxmlformats.org/officeDocument/2006/relationships/notesMaster" Target="/ppt/notesMasters/notesMaster1.xml" Id="Rf31488e7d33a42d6" /><Relationship Type="http://schemas.openxmlformats.org/officeDocument/2006/relationships/presProps" Target="/ppt/presProps.xml" Id="R3d4e7aa535fc4f8e" /><Relationship Type="http://schemas.openxmlformats.org/officeDocument/2006/relationships/tableStyles" Target="/ppt/tableStyles.xml" Id="R3ed1750bfdac4006" /><Relationship Type="http://schemas.openxmlformats.org/officeDocument/2006/relationships/slide" Target="/ppt/slides/slide1.xml" Id="Rcdc4aff997c442de" /><Relationship Type="http://schemas.openxmlformats.org/officeDocument/2006/relationships/slide" Target="/ppt/slides/slide2.xml" Id="R19133fc4e9294df7" /><Relationship Type="http://schemas.openxmlformats.org/officeDocument/2006/relationships/slide" Target="/ppt/slides/slide3.xml" Id="R74d63dfda1a64c1a" /><Relationship Type="http://schemas.openxmlformats.org/officeDocument/2006/relationships/slide" Target="/ppt/slides/slide4.xml" Id="R174089e409a94f47" /><Relationship Type="http://schemas.openxmlformats.org/officeDocument/2006/relationships/slide" Target="/ppt/slides/slide5.xml" Id="Rc84590622f5d4a12" /><Relationship Type="http://schemas.openxmlformats.org/officeDocument/2006/relationships/slide" Target="/ppt/slides/slide6.xml" Id="Rfc2e1280766a4ebd" /><Relationship Type="http://schemas.openxmlformats.org/officeDocument/2006/relationships/slide" Target="/ppt/slides/slide7.xml" Id="R59e20ff8fce94f6c" /><Relationship Type="http://schemas.openxmlformats.org/officeDocument/2006/relationships/slide" Target="/ppt/slides/slide8.xml" Id="Re0ece91794c44a81" /><Relationship Type="http://schemas.openxmlformats.org/officeDocument/2006/relationships/slide" Target="/ppt/slides/slide9.xml" Id="Rc947b39f3d2f4643" /><Relationship Type="http://schemas.openxmlformats.org/officeDocument/2006/relationships/slide" Target="/ppt/slides/slide10.xml" Id="R29e95d6d559a40eb" /><Relationship Type="http://schemas.openxmlformats.org/officeDocument/2006/relationships/slide" Target="/ppt/slides/slide11.xml" Id="R268b6d2ffb0d42ac" /><Relationship Type="http://schemas.openxmlformats.org/officeDocument/2006/relationships/slide" Target="/ppt/slides/slide12.xml" Id="Rbf584d44804f42d5" /><Relationship Type="http://schemas.openxmlformats.org/officeDocument/2006/relationships/slide" Target="/ppt/slides/slide13.xml" Id="R70e1765202084a16" /><Relationship Type="http://schemas.openxmlformats.org/officeDocument/2006/relationships/slide" Target="/ppt/slides/slide14.xml" Id="R3711d42861b34bb9" /><Relationship Type="http://schemas.openxmlformats.org/officeDocument/2006/relationships/slide" Target="/ppt/slides/slide15.xml" Id="R4330f4e357ca4216" /><Relationship Type="http://schemas.openxmlformats.org/officeDocument/2006/relationships/slide" Target="/ppt/slides/slide16.xml" Id="R3ff78e0990004fa7" /><Relationship Type="http://schemas.openxmlformats.org/officeDocument/2006/relationships/slide" Target="/ppt/slides/slide17.xml" Id="R528c2ac3ce174228" /><Relationship Type="http://schemas.openxmlformats.org/officeDocument/2006/relationships/slide" Target="/ppt/slides/slide18.xml" Id="R7daae23444d24841" /><Relationship Type="http://schemas.openxmlformats.org/officeDocument/2006/relationships/slide" Target="/ppt/slides/slide19.xml" Id="R671289c596a04060" /><Relationship Type="http://schemas.openxmlformats.org/officeDocument/2006/relationships/slide" Target="/ppt/slides/slide20.xml" Id="R0b91859b61bd4cbe" /><Relationship Type="http://schemas.openxmlformats.org/officeDocument/2006/relationships/slide" Target="/ppt/slides/slide21.xml" Id="R93e6516732164eb4" /><Relationship Type="http://schemas.openxmlformats.org/officeDocument/2006/relationships/slide" Target="/ppt/slides/slide22.xml" Id="Ra0c2f477a2bd4c61" /><Relationship Type="http://schemas.openxmlformats.org/officeDocument/2006/relationships/slide" Target="/ppt/slides/slide23.xml" Id="R1f42d777d332424e" /><Relationship Type="http://schemas.openxmlformats.org/officeDocument/2006/relationships/slide" Target="/ppt/slides/slide24.xml" Id="R5daa7d8a2bec4583" /><Relationship Type="http://schemas.openxmlformats.org/officeDocument/2006/relationships/slide" Target="/ppt/slides/slide25.xml" Id="Rc18862de175a4443" /><Relationship Type="http://schemas.openxmlformats.org/officeDocument/2006/relationships/slide" Target="/ppt/slides/slide26.xml" Id="R5c08ef68d9e84522" /><Relationship Type="http://schemas.openxmlformats.org/officeDocument/2006/relationships/slide" Target="/ppt/slides/slide27.xml" Id="Rc70091912d494181" /><Relationship Type="http://schemas.openxmlformats.org/officeDocument/2006/relationships/slide" Target="/ppt/slides/slide28.xml" Id="R845dd1ad17504e27" /><Relationship Type="http://schemas.openxmlformats.org/officeDocument/2006/relationships/slide" Target="/ppt/slides/slide29.xml" Id="R5c8d317481594f53" /><Relationship Type="http://schemas.openxmlformats.org/officeDocument/2006/relationships/slide" Target="/ppt/slides/slide30.xml" Id="R2bf624c374cc4fc5" /><Relationship Type="http://schemas.openxmlformats.org/officeDocument/2006/relationships/slide" Target="/ppt/slides/slide31.xml" Id="R92fa2fde01b44ae0" /><Relationship Type="http://schemas.openxmlformats.org/officeDocument/2006/relationships/slide" Target="/ppt/slides/slide32.xml" Id="R1dc1db36cf7443c2" /><Relationship Type="http://schemas.openxmlformats.org/officeDocument/2006/relationships/slide" Target="/ppt/slides/slide33.xml" Id="Rc558092d9bb74634" /><Relationship Type="http://schemas.openxmlformats.org/officeDocument/2006/relationships/slide" Target="/ppt/slides/slide34.xml" Id="Reabbedd180c54e25" /><Relationship Type="http://schemas.openxmlformats.org/officeDocument/2006/relationships/slide" Target="/ppt/slides/slide35.xml" Id="R80003c218d2348e8" /><Relationship Type="http://schemas.openxmlformats.org/officeDocument/2006/relationships/slide" Target="/ppt/slides/slide36.xml" Id="Rb9159bc0a3df40c1" /><Relationship Type="http://schemas.openxmlformats.org/officeDocument/2006/relationships/slide" Target="/ppt/slides/slide37.xml" Id="R2fb418276428427a" /><Relationship Type="http://schemas.openxmlformats.org/officeDocument/2006/relationships/slide" Target="/ppt/slides/slide38.xml" Id="R290524fd9bd347e7" /><Relationship Type="http://schemas.openxmlformats.org/officeDocument/2006/relationships/slide" Target="/ppt/slides/slide39.xml" Id="R3ec4f9c641ef470b" /><Relationship Type="http://schemas.openxmlformats.org/officeDocument/2006/relationships/slide" Target="/ppt/slides/slide40.xml" Id="Rdc1599ff73004130" /><Relationship Type="http://schemas.openxmlformats.org/officeDocument/2006/relationships/slide" Target="/ppt/slides/slide41.xml" Id="R021b5e6f9a4e48cd" /><Relationship Type="http://schemas.openxmlformats.org/officeDocument/2006/relationships/slide" Target="/ppt/slides/slide42.xml" Id="R42ad5e972af6418a" /><Relationship Type="http://schemas.openxmlformats.org/officeDocument/2006/relationships/slide" Target="/ppt/slides/slide43.xml" Id="Reed12c03bcc14aaa" /><Relationship Type="http://schemas.openxmlformats.org/officeDocument/2006/relationships/slide" Target="/ppt/slides/slide44.xml" Id="Ra04bfe2b21274612" /><Relationship Type="http://schemas.openxmlformats.org/officeDocument/2006/relationships/slide" Target="/ppt/slides/slide45.xml" Id="R2ed8f77d6ae245c5" /><Relationship Type="http://schemas.openxmlformats.org/officeDocument/2006/relationships/slide" Target="/ppt/slides/slide46.xml" Id="Rf683aee8ed7f4217" /><Relationship Type="http://schemas.openxmlformats.org/officeDocument/2006/relationships/slide" Target="/ppt/slides/slide47.xml" Id="Ra7cc3cd9f5854b53" /><Relationship Type="http://schemas.openxmlformats.org/officeDocument/2006/relationships/slide" Target="/ppt/slides/slide48.xml" Id="R6e1cd2f5ffac4d33" /><Relationship Type="http://schemas.openxmlformats.org/officeDocument/2006/relationships/slide" Target="/ppt/slides/slide49.xml" Id="Re1dc73a3b6074c1a" /><Relationship Type="http://schemas.openxmlformats.org/officeDocument/2006/relationships/slide" Target="/ppt/slides/slide50.xml" Id="R9bd21eeecc0a44ea" /><Relationship Type="http://schemas.openxmlformats.org/officeDocument/2006/relationships/slide" Target="/ppt/slides/slide51.xml" Id="R801acaea335f4dd6" /><Relationship Type="http://schemas.openxmlformats.org/officeDocument/2006/relationships/slide" Target="/ppt/slides/slide52.xml" Id="R14f0575c6d4f45b4" /><Relationship Type="http://schemas.openxmlformats.org/officeDocument/2006/relationships/slide" Target="/ppt/slides/slide53.xml" Id="R402e15a404f84a91" /><Relationship Type="http://schemas.openxmlformats.org/officeDocument/2006/relationships/slide" Target="/ppt/slides/slide54.xml" Id="Rcbab0280d22a42fb" /><Relationship Type="http://schemas.openxmlformats.org/officeDocument/2006/relationships/slide" Target="/ppt/slides/slide55.xml" Id="Rd6340d9efe1c4505" /><Relationship Type="http://schemas.openxmlformats.org/officeDocument/2006/relationships/slide" Target="/ppt/slides/slide56.xml" Id="Rae0f0e464e6f4a74" /><Relationship Type="http://schemas.openxmlformats.org/officeDocument/2006/relationships/slide" Target="/ppt/slides/slide57.xml" Id="R32121828e06a44fd" /><Relationship Type="http://schemas.openxmlformats.org/officeDocument/2006/relationships/slide" Target="/ppt/slides/slide58.xml" Id="R3cbdd7c4d9ae4e33" /><Relationship Type="http://schemas.openxmlformats.org/officeDocument/2006/relationships/slide" Target="/ppt/slides/slide59.xml" Id="R7337545d547c433d" /><Relationship Type="http://schemas.openxmlformats.org/officeDocument/2006/relationships/slide" Target="/ppt/slides/slide60.xml" Id="R815b9d11dc484d71" /><Relationship Type="http://schemas.openxmlformats.org/officeDocument/2006/relationships/slide" Target="/ppt/slides/slide61.xml" Id="Re0f93cc292824232" /><Relationship Type="http://schemas.openxmlformats.org/officeDocument/2006/relationships/slide" Target="/ppt/slides/slide62.xml" Id="R7e470fb7042a480e" /><Relationship Type="http://schemas.openxmlformats.org/officeDocument/2006/relationships/slide" Target="/ppt/slides/slide63.xml" Id="Rc47b0daec4b444e6" /><Relationship Type="http://schemas.openxmlformats.org/officeDocument/2006/relationships/slide" Target="/ppt/slides/slide64.xml" Id="R1380e83948764ccd" /><Relationship Type="http://schemas.openxmlformats.org/officeDocument/2006/relationships/slide" Target="/ppt/slides/slide65.xml" Id="Re2c78ffa68764cc7" /><Relationship Type="http://schemas.openxmlformats.org/officeDocument/2006/relationships/slide" Target="/ppt/slides/slide66.xml" Id="R83ea17cd48ef4568" /><Relationship Type="http://schemas.openxmlformats.org/officeDocument/2006/relationships/slide" Target="/ppt/slides/slide67.xml" Id="Rfb8a7753a24c45d7" /><Relationship Type="http://schemas.openxmlformats.org/officeDocument/2006/relationships/slide" Target="/ppt/slides/slide68.xml" Id="R6ecc28b131b243cb" /><Relationship Type="http://schemas.openxmlformats.org/officeDocument/2006/relationships/slide" Target="/ppt/slides/slide69.xml" Id="R86e63aa97b894fc6" /><Relationship Type="http://schemas.openxmlformats.org/officeDocument/2006/relationships/slide" Target="/ppt/slides/slide70.xml" Id="Rfbb6d33a83e24f2d" /><Relationship Type="http://schemas.openxmlformats.org/officeDocument/2006/relationships/slide" Target="/ppt/slides/slide71.xml" Id="R3c9ecea293bb4c6b" /><Relationship Type="http://schemas.openxmlformats.org/officeDocument/2006/relationships/slide" Target="/ppt/slides/slide72.xml" Id="R19174cb996a04616" /><Relationship Type="http://schemas.openxmlformats.org/officeDocument/2006/relationships/slide" Target="/ppt/slides/slide73.xml" Id="Rbb3a9546fca34f55" /><Relationship Type="http://schemas.openxmlformats.org/officeDocument/2006/relationships/slide" Target="/ppt/slides/slide74.xml" Id="R60fc08f638a14d9c" /><Relationship Type="http://schemas.openxmlformats.org/officeDocument/2006/relationships/slide" Target="/ppt/slides/slide75.xml" Id="Rdebbedc60633465a" /><Relationship Type="http://schemas.openxmlformats.org/officeDocument/2006/relationships/slide" Target="/ppt/slides/slide76.xml" Id="Rc336bd1f63fe4d5a" /><Relationship Type="http://schemas.openxmlformats.org/officeDocument/2006/relationships/slide" Target="/ppt/slides/slide77.xml" Id="R062db66d53b44664" /><Relationship Type="http://schemas.openxmlformats.org/officeDocument/2006/relationships/slide" Target="/ppt/slides/slide78.xml" Id="R899362450b864525" /><Relationship Type="http://schemas.openxmlformats.org/officeDocument/2006/relationships/slide" Target="/ppt/slides/slide79.xml" Id="R9ac20fb8be9d44a4" /><Relationship Type="http://schemas.openxmlformats.org/officeDocument/2006/relationships/slide" Target="/ppt/slides/slide80.xml" Id="R6e352ee68c0a4728" /><Relationship Type="http://schemas.openxmlformats.org/officeDocument/2006/relationships/slide" Target="/ppt/slides/slide81.xml" Id="Rdfb536dd004a4a95" /><Relationship Type="http://schemas.openxmlformats.org/officeDocument/2006/relationships/slide" Target="/ppt/slides/slide82.xml" Id="Rd877a01c4e2c4bd1" /><Relationship Type="http://schemas.openxmlformats.org/officeDocument/2006/relationships/slide" Target="/ppt/slides/slide83.xml" Id="Rd47c3bf1eb7d4a68" /><Relationship Type="http://schemas.openxmlformats.org/officeDocument/2006/relationships/slide" Target="/ppt/slides/slide84.xml" Id="R600be009164f4131" /><Relationship Type="http://schemas.openxmlformats.org/officeDocument/2006/relationships/slide" Target="/ppt/slides/slide85.xml" Id="R4c075c46d63949a3" /><Relationship Type="http://schemas.openxmlformats.org/officeDocument/2006/relationships/slide" Target="/ppt/slides/slide86.xml" Id="Rb8d2380856204f11" /><Relationship Type="http://schemas.openxmlformats.org/officeDocument/2006/relationships/slide" Target="/ppt/slides/slide87.xml" Id="R7312d3d76c1d43bb" /><Relationship Type="http://schemas.openxmlformats.org/officeDocument/2006/relationships/slide" Target="/ppt/slides/slide88.xml" Id="Rfd8a0fbb4e89492a" /><Relationship Type="http://schemas.openxmlformats.org/officeDocument/2006/relationships/slide" Target="/ppt/slides/slide89.xml" Id="R96a9668ac2c84106" /><Relationship Type="http://schemas.openxmlformats.org/officeDocument/2006/relationships/slide" Target="/ppt/slides/slide90.xml" Id="R3b9a336eeeb141e1" /><Relationship Type="http://schemas.openxmlformats.org/officeDocument/2006/relationships/slide" Target="/ppt/slides/slide91.xml" Id="Re6505b06fc024851" /><Relationship Type="http://schemas.openxmlformats.org/officeDocument/2006/relationships/slide" Target="/ppt/slides/slide92.xml" Id="R265100c00efc46af" /><Relationship Type="http://schemas.openxmlformats.org/officeDocument/2006/relationships/slide" Target="/ppt/slides/slide93.xml" Id="R889c6fd811ad454a" /><Relationship Type="http://schemas.openxmlformats.org/officeDocument/2006/relationships/slide" Target="/ppt/slides/slide94.xml" Id="R4e2f8c66c25c4875" /><Relationship Type="http://schemas.openxmlformats.org/officeDocument/2006/relationships/slide" Target="/ppt/slides/slide95.xml" Id="R2fcb41f3cec94aa1" /><Relationship Type="http://schemas.openxmlformats.org/officeDocument/2006/relationships/slide" Target="/ppt/slides/slide96.xml" Id="R4cabc037b40a4792" /><Relationship Type="http://schemas.openxmlformats.org/officeDocument/2006/relationships/slide" Target="/ppt/slides/slide97.xml" Id="Re2fe5a2ec1c14348" /><Relationship Type="http://schemas.openxmlformats.org/officeDocument/2006/relationships/slide" Target="/ppt/slides/slide98.xml" Id="Rd31bbb1490974a56" /><Relationship Type="http://schemas.openxmlformats.org/officeDocument/2006/relationships/slide" Target="/ppt/slides/slide99.xml" Id="Rc87f039c17fa476c" /><Relationship Type="http://schemas.openxmlformats.org/officeDocument/2006/relationships/slide" Target="/ppt/slides/slide100.xml" Id="Rf1e2bf79eca048ec" /><Relationship Type="http://schemas.openxmlformats.org/officeDocument/2006/relationships/slide" Target="/ppt/slides/slide101.xml" Id="R4f71a0f5f8444819" /><Relationship Type="http://schemas.openxmlformats.org/officeDocument/2006/relationships/slide" Target="/ppt/slides/slide102.xml" Id="Rf2c1ce87af0f48cf" /><Relationship Type="http://schemas.openxmlformats.org/officeDocument/2006/relationships/slide" Target="/ppt/slides/slide103.xml" Id="R71cfa50c2f1f4cd4" /><Relationship Type="http://schemas.openxmlformats.org/officeDocument/2006/relationships/slide" Target="/ppt/slides/slide104.xml" Id="R4d24f8041dc24dba" /><Relationship Type="http://schemas.openxmlformats.org/officeDocument/2006/relationships/slide" Target="/ppt/slides/slide105.xml" Id="R378898b218014d3c" /><Relationship Type="http://schemas.openxmlformats.org/officeDocument/2006/relationships/slide" Target="/ppt/slides/slide106.xml" Id="R9dd32f87791d4542" /><Relationship Type="http://schemas.openxmlformats.org/officeDocument/2006/relationships/slide" Target="/ppt/slides/slide107.xml" Id="R0877287a75624f5d" /><Relationship Type="http://schemas.openxmlformats.org/officeDocument/2006/relationships/slide" Target="/ppt/slides/slide108.xml" Id="Rdefdf46308174751" /><Relationship Type="http://schemas.openxmlformats.org/officeDocument/2006/relationships/slide" Target="/ppt/slides/slide109.xml" Id="Raaaa516751844eea" /><Relationship Type="http://schemas.openxmlformats.org/officeDocument/2006/relationships/slide" Target="/ppt/slides/slide110.xml" Id="R99f324a1802e43a3" /><Relationship Type="http://schemas.openxmlformats.org/officeDocument/2006/relationships/slide" Target="/ppt/slides/slide111.xml" Id="R3154909402d54f52" /><Relationship Type="http://schemas.openxmlformats.org/officeDocument/2006/relationships/slide" Target="/ppt/slides/slide112.xml" Id="R723fcd2b32e8451c" /><Relationship Type="http://schemas.openxmlformats.org/officeDocument/2006/relationships/slide" Target="/ppt/slides/slide113.xml" Id="Rd2ad1d45e81d4124" /><Relationship Type="http://schemas.openxmlformats.org/officeDocument/2006/relationships/slide" Target="/ppt/slides/slide114.xml" Id="Rbdd760369a6b4d3d" /><Relationship Type="http://schemas.openxmlformats.org/officeDocument/2006/relationships/slide" Target="/ppt/slides/slide115.xml" Id="Rf990575788e54dec" /><Relationship Type="http://schemas.openxmlformats.org/officeDocument/2006/relationships/slide" Target="/ppt/slides/slide116.xml" Id="R49f9c0957d2f4007" /><Relationship Type="http://schemas.openxmlformats.org/officeDocument/2006/relationships/slide" Target="/ppt/slides/slide117.xml" Id="R07cee83733704cb9" /><Relationship Type="http://schemas.openxmlformats.org/officeDocument/2006/relationships/slide" Target="/ppt/slides/slide118.xml" Id="R0913c2109ad844c8" /><Relationship Type="http://schemas.openxmlformats.org/officeDocument/2006/relationships/slide" Target="/ppt/slides/slide119.xml" Id="Rc77b15d1e275406c" /><Relationship Type="http://schemas.openxmlformats.org/officeDocument/2006/relationships/slide" Target="/ppt/slides/slide120.xml" Id="R08455b1e11b34f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103b4eb1fb49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2e85b0a5a47d8" /><Relationship Type="http://schemas.openxmlformats.org/officeDocument/2006/relationships/notesMaster" Target="/ppt/notesMasters/notesMaster1.xml" Id="R53c95898ff5848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1e5b1a6f9145d1" /><Relationship Type="http://schemas.openxmlformats.org/officeDocument/2006/relationships/notesMaster" Target="/ppt/notesMasters/notesMaster1.xml" Id="Rd411bb2c28654a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4353183f57465c" /><Relationship Type="http://schemas.openxmlformats.org/officeDocument/2006/relationships/notesMaster" Target="/ppt/notesMasters/notesMaster1.xml" Id="R05c44383faed4e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1a1267abcf4e06" /><Relationship Type="http://schemas.openxmlformats.org/officeDocument/2006/relationships/notesMaster" Target="/ppt/notesMasters/notesMaster1.xml" Id="R9e1267dfd0a044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64ebcf75f944c2" /><Relationship Type="http://schemas.openxmlformats.org/officeDocument/2006/relationships/notesMaster" Target="/ppt/notesMasters/notesMaster1.xml" Id="Rce5c19a51d2349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7f328f857e4edc" /><Relationship Type="http://schemas.openxmlformats.org/officeDocument/2006/relationships/notesMaster" Target="/ppt/notesMasters/notesMaster1.xml" Id="Re68f183074f44f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07291de4a4425e" /><Relationship Type="http://schemas.openxmlformats.org/officeDocument/2006/relationships/notesMaster" Target="/ppt/notesMasters/notesMaster1.xml" Id="Rfef0ab90255d4a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8a1a32425d44ff" /><Relationship Type="http://schemas.openxmlformats.org/officeDocument/2006/relationships/notesMaster" Target="/ppt/notesMasters/notesMaster1.xml" Id="R18b58fe98b544c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6c8155a9224fcc" /><Relationship Type="http://schemas.openxmlformats.org/officeDocument/2006/relationships/notesMaster" Target="/ppt/notesMasters/notesMaster1.xml" Id="R9845cf82ee8e49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33489de5274095" /><Relationship Type="http://schemas.openxmlformats.org/officeDocument/2006/relationships/notesMaster" Target="/ppt/notesMasters/notesMaster1.xml" Id="R5f94095b3afc45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a7019709524be8" /><Relationship Type="http://schemas.openxmlformats.org/officeDocument/2006/relationships/notesMaster" Target="/ppt/notesMasters/notesMaster1.xml" Id="Rba75dead6b3949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3bb57462354193" /><Relationship Type="http://schemas.openxmlformats.org/officeDocument/2006/relationships/notesMaster" Target="/ppt/notesMasters/notesMaster1.xml" Id="R714ae6d50d5141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008b121e554dec" /><Relationship Type="http://schemas.openxmlformats.org/officeDocument/2006/relationships/notesMaster" Target="/ppt/notesMasters/notesMaster1.xml" Id="R6a04229fe73944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3f981cb14f4932" /><Relationship Type="http://schemas.openxmlformats.org/officeDocument/2006/relationships/notesMaster" Target="/ppt/notesMasters/notesMaster1.xml" Id="R17ca614230c040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639e5c0eb94d84" /><Relationship Type="http://schemas.openxmlformats.org/officeDocument/2006/relationships/notesMaster" Target="/ppt/notesMasters/notesMaster1.xml" Id="Rb221f5e1832742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a3ae2b470b4713" /><Relationship Type="http://schemas.openxmlformats.org/officeDocument/2006/relationships/notesMaster" Target="/ppt/notesMasters/notesMaster1.xml" Id="Rf5e1e6a252684b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add57db60b47c4" /><Relationship Type="http://schemas.openxmlformats.org/officeDocument/2006/relationships/notesMaster" Target="/ppt/notesMasters/notesMaster1.xml" Id="R8004316703de4d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2313884e9744c8" /><Relationship Type="http://schemas.openxmlformats.org/officeDocument/2006/relationships/notesMaster" Target="/ppt/notesMasters/notesMaster1.xml" Id="R2170549a2c8147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04fd399a24457c" /><Relationship Type="http://schemas.openxmlformats.org/officeDocument/2006/relationships/notesMaster" Target="/ppt/notesMasters/notesMaster1.xml" Id="R8335f4dc8a2245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5e91b2f76941fd" /><Relationship Type="http://schemas.openxmlformats.org/officeDocument/2006/relationships/notesMaster" Target="/ppt/notesMasters/notesMaster1.xml" Id="Rc0488fba9e3e45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75db7d0b6f4ab6" /><Relationship Type="http://schemas.openxmlformats.org/officeDocument/2006/relationships/notesMaster" Target="/ppt/notesMasters/notesMaster1.xml" Id="Rbd17e25c75db4f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c8833f37fc049f8" /><Relationship Type="http://schemas.openxmlformats.org/officeDocument/2006/relationships/notesMaster" Target="/ppt/notesMasters/notesMaster1.xml" Id="R45d09501fb8140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f17a2645374a8e" /><Relationship Type="http://schemas.openxmlformats.org/officeDocument/2006/relationships/notesMaster" Target="/ppt/notesMasters/notesMaster1.xml" Id="R3d1090068fff40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539b896d094dba" /><Relationship Type="http://schemas.openxmlformats.org/officeDocument/2006/relationships/notesMaster" Target="/ppt/notesMasters/notesMaster1.xml" Id="R9b8f6aed4cce412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fd5c1e2eb244b2" /><Relationship Type="http://schemas.openxmlformats.org/officeDocument/2006/relationships/notesMaster" Target="/ppt/notesMasters/notesMaster1.xml" Id="R6ed101d59026416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7b0a450c8044b6" /><Relationship Type="http://schemas.openxmlformats.org/officeDocument/2006/relationships/notesMaster" Target="/ppt/notesMasters/notesMaster1.xml" Id="Ra5f3f8acdec64d0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d2ec46a298c41e1" /><Relationship Type="http://schemas.openxmlformats.org/officeDocument/2006/relationships/notesMaster" Target="/ppt/notesMasters/notesMaster1.xml" Id="R39ccb2f93e9e43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a7c8d00038483c" /><Relationship Type="http://schemas.openxmlformats.org/officeDocument/2006/relationships/notesMaster" Target="/ppt/notesMasters/notesMaster1.xml" Id="R45043ae60b1e42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f7fdd025d164490" /><Relationship Type="http://schemas.openxmlformats.org/officeDocument/2006/relationships/notesMaster" Target="/ppt/notesMasters/notesMaster1.xml" Id="Rcac6a26d9aa14c5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414ef6598704794" /><Relationship Type="http://schemas.openxmlformats.org/officeDocument/2006/relationships/notesMaster" Target="/ppt/notesMasters/notesMaster1.xml" Id="Rc1f53b51946347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2bae54b1a124e66" /><Relationship Type="http://schemas.openxmlformats.org/officeDocument/2006/relationships/notesMaster" Target="/ppt/notesMasters/notesMaster1.xml" Id="R0a31928c1cd14e1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bd1b321a7ff4a8c" /><Relationship Type="http://schemas.openxmlformats.org/officeDocument/2006/relationships/notesMaster" Target="/ppt/notesMasters/notesMaster1.xml" Id="R2bc9490599114dd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af7c3caf2d54774" /><Relationship Type="http://schemas.openxmlformats.org/officeDocument/2006/relationships/notesMaster" Target="/ppt/notesMasters/notesMaster1.xml" Id="R484d0eadf45a42b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5a9a6490db4176" /><Relationship Type="http://schemas.openxmlformats.org/officeDocument/2006/relationships/notesMaster" Target="/ppt/notesMasters/notesMaster1.xml" Id="R747893a55d134a9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d16def7e374ba0" /><Relationship Type="http://schemas.openxmlformats.org/officeDocument/2006/relationships/notesMaster" Target="/ppt/notesMasters/notesMaster1.xml" Id="Rcb082ab039af4d7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76d459925064343" /><Relationship Type="http://schemas.openxmlformats.org/officeDocument/2006/relationships/notesMaster" Target="/ppt/notesMasters/notesMaster1.xml" Id="R6ac6f3103856462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48f62b493d9482f" /><Relationship Type="http://schemas.openxmlformats.org/officeDocument/2006/relationships/notesMaster" Target="/ppt/notesMasters/notesMaster1.xml" Id="R9072d72dd084485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2179a5a923b45e5" /><Relationship Type="http://schemas.openxmlformats.org/officeDocument/2006/relationships/notesMaster" Target="/ppt/notesMasters/notesMaster1.xml" Id="R9f3962f91e7442e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9f0eb68c1604cbb" /><Relationship Type="http://schemas.openxmlformats.org/officeDocument/2006/relationships/notesMaster" Target="/ppt/notesMasters/notesMaster1.xml" Id="R94d128907b2843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ad17adda0714f3d" /><Relationship Type="http://schemas.openxmlformats.org/officeDocument/2006/relationships/notesMaster" Target="/ppt/notesMasters/notesMaster1.xml" Id="R23174629244142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2ac9befeca74982" /><Relationship Type="http://schemas.openxmlformats.org/officeDocument/2006/relationships/notesMaster" Target="/ppt/notesMasters/notesMaster1.xml" Id="Ra6a9da4781d248b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66c465fc14847ba" /><Relationship Type="http://schemas.openxmlformats.org/officeDocument/2006/relationships/notesMaster" Target="/ppt/notesMasters/notesMaster1.xml" Id="Rd6ef6deecd274cf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c7d17ff98904576" /><Relationship Type="http://schemas.openxmlformats.org/officeDocument/2006/relationships/notesMaster" Target="/ppt/notesMasters/notesMaster1.xml" Id="Rfa8a789d3abc4b5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8acc57a7b7c4ec9" /><Relationship Type="http://schemas.openxmlformats.org/officeDocument/2006/relationships/notesMaster" Target="/ppt/notesMasters/notesMaster1.xml" Id="R951b5db5cf68412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c99684d77a14e8e" /><Relationship Type="http://schemas.openxmlformats.org/officeDocument/2006/relationships/notesMaster" Target="/ppt/notesMasters/notesMaster1.xml" Id="R3dc64fa4cbce4e5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02d5cfaa9be4b02" /><Relationship Type="http://schemas.openxmlformats.org/officeDocument/2006/relationships/notesMaster" Target="/ppt/notesMasters/notesMaster1.xml" Id="R2141b9e0d2b743e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a76874e428a4fdb" /><Relationship Type="http://schemas.openxmlformats.org/officeDocument/2006/relationships/notesMaster" Target="/ppt/notesMasters/notesMaster1.xml" Id="R00db8d4b582c42b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bc3c238cb4d480b" /><Relationship Type="http://schemas.openxmlformats.org/officeDocument/2006/relationships/notesMaster" Target="/ppt/notesMasters/notesMaster1.xml" Id="Rb6f32d7be8f7443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70d318374334159" /><Relationship Type="http://schemas.openxmlformats.org/officeDocument/2006/relationships/notesMaster" Target="/ppt/notesMasters/notesMaster1.xml" Id="Rfddb44296394406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470ab8776844a8d" /><Relationship Type="http://schemas.openxmlformats.org/officeDocument/2006/relationships/notesMaster" Target="/ppt/notesMasters/notesMaster1.xml" Id="Rd88c9c3c77124ae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c6a55154a7345a9" /><Relationship Type="http://schemas.openxmlformats.org/officeDocument/2006/relationships/notesMaster" Target="/ppt/notesMasters/notesMaster1.xml" Id="R30f68e1e00b44ee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7ac5321eb6b4ff2" /><Relationship Type="http://schemas.openxmlformats.org/officeDocument/2006/relationships/notesMaster" Target="/ppt/notesMasters/notesMaster1.xml" Id="R3f3be32fc535454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a7872ed25a94886" /><Relationship Type="http://schemas.openxmlformats.org/officeDocument/2006/relationships/notesMaster" Target="/ppt/notesMasters/notesMaster1.xml" Id="R4c3a1d7f19224e6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c5f5c5dc62e4d8c" /><Relationship Type="http://schemas.openxmlformats.org/officeDocument/2006/relationships/notesMaster" Target="/ppt/notesMasters/notesMaster1.xml" Id="R8523e18582fa4ff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98ba531c27b4103" /><Relationship Type="http://schemas.openxmlformats.org/officeDocument/2006/relationships/notesMaster" Target="/ppt/notesMasters/notesMaster1.xml" Id="Ra34c07c4366d416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a7c4a82b018497f" /><Relationship Type="http://schemas.openxmlformats.org/officeDocument/2006/relationships/notesMaster" Target="/ppt/notesMasters/notesMaster1.xml" Id="R6840dfc48ba1415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e910990baa24cf4" /><Relationship Type="http://schemas.openxmlformats.org/officeDocument/2006/relationships/notesMaster" Target="/ppt/notesMasters/notesMaster1.xml" Id="Rbb4e2b26c7c142b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15101dab1964c29" /><Relationship Type="http://schemas.openxmlformats.org/officeDocument/2006/relationships/notesMaster" Target="/ppt/notesMasters/notesMaster1.xml" Id="Rd2b434292b3d485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9e8e60b66644377" /><Relationship Type="http://schemas.openxmlformats.org/officeDocument/2006/relationships/notesMaster" Target="/ppt/notesMasters/notesMaster1.xml" Id="R7c7095abf18d4ed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c697c96f3ba44e1" /><Relationship Type="http://schemas.openxmlformats.org/officeDocument/2006/relationships/notesMaster" Target="/ppt/notesMasters/notesMaster1.xml" Id="R7e801f462562497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708ba01cfad444f" /><Relationship Type="http://schemas.openxmlformats.org/officeDocument/2006/relationships/notesMaster" Target="/ppt/notesMasters/notesMaster1.xml" Id="R59dcec2b66ea46a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2f6178aee214305" /><Relationship Type="http://schemas.openxmlformats.org/officeDocument/2006/relationships/notesMaster" Target="/ppt/notesMasters/notesMaster1.xml" Id="Rd2a47d9748b0473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84491a857564be6" /><Relationship Type="http://schemas.openxmlformats.org/officeDocument/2006/relationships/notesMaster" Target="/ppt/notesMasters/notesMaster1.xml" Id="R9dedcc00527e4a5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5b720e4a5e24da4" /><Relationship Type="http://schemas.openxmlformats.org/officeDocument/2006/relationships/notesMaster" Target="/ppt/notesMasters/notesMaster1.xml" Id="Rad21aff1c1b8488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b5e8e83ed02423d" /><Relationship Type="http://schemas.openxmlformats.org/officeDocument/2006/relationships/notesMaster" Target="/ppt/notesMasters/notesMaster1.xml" Id="R9c5f1a6ca257468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71fca19712c4558" /><Relationship Type="http://schemas.openxmlformats.org/officeDocument/2006/relationships/notesMaster" Target="/ppt/notesMasters/notesMaster1.xml" Id="R0f55aa0306e04b8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7eb2b560ad647f3" /><Relationship Type="http://schemas.openxmlformats.org/officeDocument/2006/relationships/notesMaster" Target="/ppt/notesMasters/notesMaster1.xml" Id="R9a2984adb4384ac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b11fbeff3324e85" /><Relationship Type="http://schemas.openxmlformats.org/officeDocument/2006/relationships/notesMaster" Target="/ppt/notesMasters/notesMaster1.xml" Id="R7c58e967ff854cc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45d8c46a27f41f3" /><Relationship Type="http://schemas.openxmlformats.org/officeDocument/2006/relationships/notesMaster" Target="/ppt/notesMasters/notesMaster1.xml" Id="R7398e2b8e2d0445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ae6e6f2e4d04c24" /><Relationship Type="http://schemas.openxmlformats.org/officeDocument/2006/relationships/notesMaster" Target="/ppt/notesMasters/notesMaster1.xml" Id="R9ec889531ab3409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0ada7bc53804c3d" /><Relationship Type="http://schemas.openxmlformats.org/officeDocument/2006/relationships/notesMaster" Target="/ppt/notesMasters/notesMaster1.xml" Id="R66cd04203177441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3d723fe10c344a9" /><Relationship Type="http://schemas.openxmlformats.org/officeDocument/2006/relationships/notesMaster" Target="/ppt/notesMasters/notesMaster1.xml" Id="Rf174a44a2819462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1e7fc0f97e1447a" /><Relationship Type="http://schemas.openxmlformats.org/officeDocument/2006/relationships/notesMaster" Target="/ppt/notesMasters/notesMaster1.xml" Id="R0ddd053efc8647f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971c03c1f904280" /><Relationship Type="http://schemas.openxmlformats.org/officeDocument/2006/relationships/notesMaster" Target="/ppt/notesMasters/notesMaster1.xml" Id="R5b26ae4c9ed9421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688c323317d432e" /><Relationship Type="http://schemas.openxmlformats.org/officeDocument/2006/relationships/notesMaster" Target="/ppt/notesMasters/notesMaster1.xml" Id="Rbcf010035033454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bd3f1298f2e4360" /><Relationship Type="http://schemas.openxmlformats.org/officeDocument/2006/relationships/notesMaster" Target="/ppt/notesMasters/notesMaster1.xml" Id="Ra0bc35839f434c6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ba4bb66652b4fdc" /><Relationship Type="http://schemas.openxmlformats.org/officeDocument/2006/relationships/notesMaster" Target="/ppt/notesMasters/notesMaster1.xml" Id="R34b234408fbb46a8"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f98991bfba62476f" /><Relationship Type="http://schemas.openxmlformats.org/officeDocument/2006/relationships/notesMaster" Target="/ppt/notesMasters/notesMaster1.xml" Id="R25381bd196eb463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8b3082f6076b49a8" /><Relationship Type="http://schemas.openxmlformats.org/officeDocument/2006/relationships/notesMaster" Target="/ppt/notesMasters/notesMaster1.xml" Id="Rdcbb47849ef4407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82cc5b1c9db4c4f" /><Relationship Type="http://schemas.openxmlformats.org/officeDocument/2006/relationships/notesMaster" Target="/ppt/notesMasters/notesMaster1.xml" Id="R32295f3a7e0e477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13bfae24e234d8b" /><Relationship Type="http://schemas.openxmlformats.org/officeDocument/2006/relationships/notesMaster" Target="/ppt/notesMasters/notesMaster1.xml" Id="Rb25db17956054a5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2853e9763c74cb6" /><Relationship Type="http://schemas.openxmlformats.org/officeDocument/2006/relationships/notesMaster" Target="/ppt/notesMasters/notesMaster1.xml" Id="R80dabcd3d0a04c1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7d2d44e319842be" /><Relationship Type="http://schemas.openxmlformats.org/officeDocument/2006/relationships/notesMaster" Target="/ppt/notesMasters/notesMaster1.xml" Id="Rd546a68e800f44f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3578eaa302904706" /><Relationship Type="http://schemas.openxmlformats.org/officeDocument/2006/relationships/notesMaster" Target="/ppt/notesMasters/notesMaster1.xml" Id="R89b428983793444e"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f54fd60130e745dd" /><Relationship Type="http://schemas.openxmlformats.org/officeDocument/2006/relationships/notesMaster" Target="/ppt/notesMasters/notesMaster1.xml" Id="Raa750bb587984ef7"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b3c3ef373e94ffa" /><Relationship Type="http://schemas.openxmlformats.org/officeDocument/2006/relationships/notesMaster" Target="/ppt/notesMasters/notesMaster1.xml" Id="R3347fbddf6de446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14ad15f4ebf4741" /><Relationship Type="http://schemas.openxmlformats.org/officeDocument/2006/relationships/notesMaster" Target="/ppt/notesMasters/notesMaster1.xml" Id="R836e7098be77497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62e0e5bfa71a47c5" /><Relationship Type="http://schemas.openxmlformats.org/officeDocument/2006/relationships/notesMaster" Target="/ppt/notesMasters/notesMaster1.xml" Id="Ra0432d8e0c17407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d49d92472e24e9a" /><Relationship Type="http://schemas.openxmlformats.org/officeDocument/2006/relationships/notesMaster" Target="/ppt/notesMasters/notesMaster1.xml" Id="Rfbb6229213f545d2"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453f1ad2d1c4232" /><Relationship Type="http://schemas.openxmlformats.org/officeDocument/2006/relationships/notesMaster" Target="/ppt/notesMasters/notesMaster1.xml" Id="R92fb03e127f6444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d3a627dbe8514b59" /><Relationship Type="http://schemas.openxmlformats.org/officeDocument/2006/relationships/notesMaster" Target="/ppt/notesMasters/notesMaster1.xml" Id="R394fc621233e4ae4"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8acf5a039d84417d" /><Relationship Type="http://schemas.openxmlformats.org/officeDocument/2006/relationships/notesMaster" Target="/ppt/notesMasters/notesMaster1.xml" Id="R4a688fbf840e46fb"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8a2b27d7f1774820" /><Relationship Type="http://schemas.openxmlformats.org/officeDocument/2006/relationships/notesMaster" Target="/ppt/notesMasters/notesMaster1.xml" Id="R07303e775df04875"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bbd0b9f1d1b44e3" /><Relationship Type="http://schemas.openxmlformats.org/officeDocument/2006/relationships/notesMaster" Target="/ppt/notesMasters/notesMaster1.xml" Id="R54dfe7a9853c48a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2e780607d69c4e70" /><Relationship Type="http://schemas.openxmlformats.org/officeDocument/2006/relationships/notesMaster" Target="/ppt/notesMasters/notesMaster1.xml" Id="R2457ed352445455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441b00dc58844ca" /><Relationship Type="http://schemas.openxmlformats.org/officeDocument/2006/relationships/notesMaster" Target="/ppt/notesMasters/notesMaster1.xml" Id="Rec3fa0f475454d3d"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e836cc80962047c7" /><Relationship Type="http://schemas.openxmlformats.org/officeDocument/2006/relationships/notesMaster" Target="/ppt/notesMasters/notesMaster1.xml" Id="R6f871d9310fc4aff"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5885451516864b4c" /><Relationship Type="http://schemas.openxmlformats.org/officeDocument/2006/relationships/notesMaster" Target="/ppt/notesMasters/notesMaster1.xml" Id="Rd0b90580aebb4326"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d66fde5f92b14e97" /><Relationship Type="http://schemas.openxmlformats.org/officeDocument/2006/relationships/notesMaster" Target="/ppt/notesMasters/notesMaster1.xml" Id="R0e712f1114ad45da"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cf917d99a4448ee" /><Relationship Type="http://schemas.openxmlformats.org/officeDocument/2006/relationships/notesMaster" Target="/ppt/notesMasters/notesMaster1.xml" Id="Rf4287a08ab2a427d"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5069bef04cd245e6" /><Relationship Type="http://schemas.openxmlformats.org/officeDocument/2006/relationships/notesMaster" Target="/ppt/notesMasters/notesMaster1.xml" Id="R26922dbee41347cf"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cb319e03bb74d2e" /><Relationship Type="http://schemas.openxmlformats.org/officeDocument/2006/relationships/notesMaster" Target="/ppt/notesMasters/notesMaster1.xml" Id="R5c5fb44360694a3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53681f6bd2bc4420" /><Relationship Type="http://schemas.openxmlformats.org/officeDocument/2006/relationships/notesMaster" Target="/ppt/notesMasters/notesMaster1.xml" Id="R9870554371f44137"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bc0a37ef509841db" /><Relationship Type="http://schemas.openxmlformats.org/officeDocument/2006/relationships/notesMaster" Target="/ppt/notesMasters/notesMaster1.xml" Id="Rd1760ea5882040ee"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0247a56431849dc" /><Relationship Type="http://schemas.openxmlformats.org/officeDocument/2006/relationships/notesMaster" Target="/ppt/notesMasters/notesMaster1.xml" Id="Rb99e63b9c5aa4a55"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9e0d27e5a0104346" /><Relationship Type="http://schemas.openxmlformats.org/officeDocument/2006/relationships/notesMaster" Target="/ppt/notesMasters/notesMaster1.xml" Id="Rfdb5ccc65d7b4841"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9418712a782414c" /><Relationship Type="http://schemas.openxmlformats.org/officeDocument/2006/relationships/notesMaster" Target="/ppt/notesMasters/notesMaster1.xml" Id="Rd556f14eada0425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3b0edb885084dd8" /><Relationship Type="http://schemas.openxmlformats.org/officeDocument/2006/relationships/notesMaster" Target="/ppt/notesMasters/notesMaster1.xml" Id="R92b1ff003f114538"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d9143fa1cfd540dd" /><Relationship Type="http://schemas.openxmlformats.org/officeDocument/2006/relationships/notesMaster" Target="/ppt/notesMasters/notesMaster1.xml" Id="Rdcaa1f048af146ce"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58fc1d24c53249c2" /><Relationship Type="http://schemas.openxmlformats.org/officeDocument/2006/relationships/notesMaster" Target="/ppt/notesMasters/notesMaster1.xml" Id="R37bbee5601c64771"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14a6c14f9dab4deb" /><Relationship Type="http://schemas.openxmlformats.org/officeDocument/2006/relationships/notesMaster" Target="/ppt/notesMasters/notesMaster1.xml" Id="Re1a3441fa7c9493b"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1ec9e84f4d05444a" /><Relationship Type="http://schemas.openxmlformats.org/officeDocument/2006/relationships/notesMaster" Target="/ppt/notesMasters/notesMaster1.xml" Id="Rdd43e4bbda854472"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1ebe07145c964b19" /><Relationship Type="http://schemas.openxmlformats.org/officeDocument/2006/relationships/notesMaster" Target="/ppt/notesMasters/notesMaster1.xml" Id="R1b9b2709f3d740f0"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6a2c6be5da8e4fac" /><Relationship Type="http://schemas.openxmlformats.org/officeDocument/2006/relationships/notesMaster" Target="/ppt/notesMasters/notesMaster1.xml" Id="R8c89b951f3ea432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b946df58ee1430a" /><Relationship Type="http://schemas.openxmlformats.org/officeDocument/2006/relationships/notesMaster" Target="/ppt/notesMasters/notesMaster1.xml" Id="R5d139a0c338441c2"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fe39d7e2d234f6c" /><Relationship Type="http://schemas.openxmlformats.org/officeDocument/2006/relationships/notesMaster" Target="/ppt/notesMasters/notesMaster1.xml" Id="R68bb921039e4446b"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b29e9f6d2d4a413e" /><Relationship Type="http://schemas.openxmlformats.org/officeDocument/2006/relationships/notesMaster" Target="/ppt/notesMasters/notesMaster1.xml" Id="Rb85e1d31e517405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72133760bdab4b21" /><Relationship Type="http://schemas.openxmlformats.org/officeDocument/2006/relationships/notesMaster" Target="/ppt/notesMasters/notesMaster1.xml" Id="R3881bb4a36dc4d3e"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d3ee681e0b04659" /><Relationship Type="http://schemas.openxmlformats.org/officeDocument/2006/relationships/notesMaster" Target="/ppt/notesMasters/notesMaster1.xml" Id="R0530003979a045ff"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4d67c1ec39ac4d48" /><Relationship Type="http://schemas.openxmlformats.org/officeDocument/2006/relationships/notesMaster" Target="/ppt/notesMasters/notesMaster1.xml" Id="R2d10cb18033046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In the next two hours, we will follow one user request from text to a production service. The key idea is that inference is not one model call. It is an online, stateful system that organizes requests, preserves intermediate state, uses hardware efficiently, and verifies performance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user types one question, waits for the first word, and watches the answer stream. Behind that simple experience, the system tokenizes, queues, prefills, decodes, streams, and releases memory. LLM serving is online because requests arrive over time, and stateful because unfinished requests must preserve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half explains tokens, generation, and user-visible latency. After a ten-minute break, the second half covers scheduling, KV memory, hardware, and performance evidence. Keep four questions in mind: what moves, who owns it, what state survives, and what measurement supports the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three questions throughout the course. What moves from prompt to output? Who owns the tokens, KV cache, and progress? What evidence makes a performance claim trustworthy? We will apply these questions to the same cat request from beginning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request through application, API, queue, scheduler, executor, and output stream. Policy decides who runs. State preserves KV pages and sessions. Evidence records latency and throughput. Measurements feed back into policy, because a serving optimization is useful only when it improves the user-visible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the model side: text becomes tokens, tokens become vectors, attention mixes information, and one position selects the next token. Remember two facts: prompt positions can run together, while generated tokens depend on earlier generated tokens. Those facts create prefill and decode.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 Attention converts exactly that reading question into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Tokenization is simply cutting a sentence into the small pieces the model can count. 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They are learned coordinates that help the model represent useful patterns. 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the model's way of deciding which earlier words matter most right now. Attention is easiest to understand as a relevance budget. When the model is processing the card “sat,” that position asks a question: which cards contain information that is useful to me right now? The query is the question carried by the current position. The keys are labels that advertise what each position can help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are the actual payloads that will be collected if a position receives attention. For our sentence, the query at “sat” is roughly asking, “Who is performing this action, and what action state should I preserve?” The key at “cat” can match the actor part of that question. The key at “sat” can match the action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comparing the query with the keys, the model spends its relevance budget on the corresponding values. 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the query as asking the sentence: which cards help me understand this word? We will use tiny two-number vectors so that every calculation fits in one line. These numbers are invented for teaching. A real model learns much larger vectors from data, but the mechanism is the same. Follow only the row for the position “sat.” Its query is the vector one, one. The key for “The” is zero,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for “cat” is one, zero. The key for “sat” is one, one. The future period has key zero, one. You can picture the query as a two-part checklist. One coordinate looks for an actor clue, and the other looks for an action clue. The card “cat” matches the first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card “sat” matches both parts. The period happens to match one part, but it is in the future, so the causal rule will remove it before probabilities are formed. 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 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 Scaling by the square root keeps dot products from becoming excessively large as vectors get wider.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helps softmax remain numerically and statistically well behaved. 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mask is a rule that keeps the model from seeing tomorrow's word. The model is generating left to right, so the position “sat” is not allowed to peek at the future period. Imagine placing an opaque card over that final column. The arithmetic version of that cover is the causal mask. Before masking, the four scores are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replace the future score with negative infinity. After softmax, negative infinity becomes exactly zero probability. The period receives none of the attention budget. This rule prevents information leakage during training and preserves autoregressive generation during inference. Notice that masking does not force the whole prompt to run one token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known prompt, all query rows can still be computed in parallel. Each row simply has a different boundary that hides later positions. 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turns raw matching scores into percentages that add up to one hundred. Softmax now converts the allowed scores into a one-hundred-percent relevance budget. For our “sat” row, the approximate weights are fourteen percent for “The,” twenty-eight percent for “cat,” fifty-eight percent for “sat,” and zero percent for the future period. The exact numbers are less important than the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higher score receives more of the budget. Every visible position receives a nonnegative share, and all shares add up to one. The mask guarantees that a forbidden future position receives zero. This gives us an intuitive reading. The model keeps a little broad context from “The.” It spends a meaningful share on “cat” because that token supplies the 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spends the largest share on “sat” because the current action is central to the representation. Again, these are attention weights over token positions. They do not mean there is a fifty-eight-percent chance that the next word will be “sat.”</a:t>
            </a:r>
          </a:p>
          <a:p xmlns:a="http://schemas.openxmlformats.org/drawingml/2006/main">
            <a:r>
              <a:t/>
            </a:r>
          </a:p>
          <a:p xmlns:a="http://schemas.openxmlformats.org/drawingml/2006/main">
            <a:r>
              <a:t>The normalization property is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vectors are the actual information gathered after relevance has been decided. The final step is to collect the payloads stored in the values. In our toy example, let the first value coordinate mean “actor clue” and the second mean “action clue.” Give “The” the value zero, zero. Give “cat” the value one, zero. Give “sat” the value zero, one. We multiply each value by its attention weight and add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Fourteen percent of zero, zero contributes nothing. Twenty-eight percent of one, zero contributes an actor signal. Fifty-eight percent of zero, one contributes an action signal. The mixed output is approximately zero point two eight four, zero point five seven six. So the representation at “sat” now carries both ideas: the actor was the cat, and the current token expresses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Multiple heads are like several readers asking different questions about the same sentence. Multi-head attention repeats the same procedure several times with different learned projections. Each head has its own Q, K, and V projections. Different heads can learn different positional or semantic relationships. Their outputs are concatenated and projected back to the model width. The shape example uses batch size two, sequence length four, model width eight, and two 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shape is two by four by eight. Splitting into two heads gives a head dimension of four. Q, K, and V therefore have shape two by two by four by four. After attention and concatenation, the result returns to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is a repeated information-processing station. 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 For our example, the input is two by four by eight and the block output is still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invariant allows many blocks to be stacked. 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block, the model must choose a next token. 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end, the model turns its summary into a choice of the next word. After the final Transformer block, we take the hidden state at the final active position of each sequence. The language-model head maps that d-model-dimensional vector to one score for every vocabulary token. These scores are called logits. Logits are unnormalized. Temperature, top-k, top-p, or another decoding rule changes how a token is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token is appended to the sequence. Only one next token is selected per active sequence at a decode step. Different sequences may choose different tokens and finish at different times. 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sounds technical, but it means: choose one word, add it, and repeat. Autoregressive generation repeats five steps. Process the known context. Produce logits for the next position. Select one token. Append that token. Repeat until a stop condition is reached. The stop condition may be an end-of-sequence token, a maximum length, or an application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consequence explains the serving architecture. Prompt positions are known together, so prompt processing can expose substantial parallelism. Output tokens are causally dependent across time, so decode repeats a smaller operation many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creates the prefill and decode split. Prefill processes the prompt and creates the first KV state. Decode consumes that state and extends it one step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two minutes and answer the four questions in short phrases.</a:t>
            </a:r>
          </a:p>
          <a:p xmlns:a="http://schemas.openxmlformats.org/drawingml/2006/main">
            <a:r>
              <a:t/>
            </a:r>
          </a:p>
          <a:p xmlns:a="http://schemas.openxmlformats.org/drawingml/2006/main">
            <a:r>
              <a:t>Why does four-token attention create a four-by-four score matrix? What does the causal mask remove? Why does attention mix value vectors instead of producing vocabulary probabilities? Why must generation repeat?</a:t>
            </a:r>
          </a:p>
          <a:p xmlns:a="http://schemas.openxmlformats.org/drawingml/2006/main">
            <a:r>
              <a:t/>
            </a:r>
          </a:p>
          <a:p xmlns:a="http://schemas.openxmlformats.org/drawingml/2006/main">
            <a:r>
              <a:t>Then compare answers with a partner for two minutes. Aim for one explanation that a non-specialist could understand. Different wording is fine; the important part is the causal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answers.</a:t>
            </a:r>
          </a:p>
          <a:p xmlns:a="http://schemas.openxmlformats.org/drawingml/2006/main">
            <a:r>
              <a:t/>
            </a:r>
          </a:p>
          <a:p xmlns:a="http://schemas.openxmlformats.org/drawingml/2006/main">
            <a:r>
              <a:t>One: four query positions are compared with four key positions, producing sixteen scores.</a:t>
            </a:r>
          </a:p>
          <a:p xmlns:a="http://schemas.openxmlformats.org/drawingml/2006/main">
            <a:r>
              <a:t/>
            </a:r>
          </a:p>
          <a:p xmlns:a="http://schemas.openxmlformats.org/drawingml/2006/main">
            <a:r>
              <a:t>Two: the causal mask removes access to future positions.</a:t>
            </a:r>
          </a:p>
          <a:p xmlns:a="http://schemas.openxmlformats.org/drawingml/2006/main">
            <a:r>
              <a:t/>
            </a:r>
          </a:p>
          <a:p xmlns:a="http://schemas.openxmlformats.org/drawingml/2006/main">
            <a:r>
              <a:t>Three: attention weights mix value vectors. Vocabulary probabilities appear later, after projection to logits.</a:t>
            </a:r>
          </a:p>
          <a:p xmlns:a="http://schemas.openxmlformats.org/drawingml/2006/main">
            <a:r>
              <a:t/>
            </a:r>
          </a:p>
          <a:p xmlns:a="http://schemas.openxmlformats.org/drawingml/2006/main">
            <a:r>
              <a:t>Four: the selected token becomes input to the next step, so generation repeats until a stop condition.</a:t>
            </a:r>
          </a:p>
          <a:p xmlns:a="http://schemas.openxmlformats.org/drawingml/2006/main">
            <a:r>
              <a:t/>
            </a:r>
          </a:p>
          <a:p xmlns:a="http://schemas.openxmlformats.org/drawingml/2006/main">
            <a:r>
              <a:t>These four statements are the model-side foundation for the serving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connect autoregressive generation to service behavior.</a:t>
            </a:r>
          </a:p>
          <a:p xmlns:a="http://schemas.openxmlformats.org/drawingml/2006/main">
            <a:r>
              <a:t/>
            </a:r>
          </a:p>
          <a:p xmlns:a="http://schemas.openxmlformats.org/drawingml/2006/main">
            <a:r>
              <a:t>We will trace the request lifecycle, separate training from inference, distinguish prefill from decode, and define the metrics users feel.</a:t>
            </a:r>
          </a:p>
          <a:p xmlns:a="http://schemas.openxmlformats.org/drawingml/2006/main">
            <a:r>
              <a:t/>
            </a:r>
          </a:p>
          <a:p xmlns:a="http://schemas.openxmlformats.org/drawingml/2006/main">
            <a:r>
              <a:t>The key shift is to stop treating the model as one function call. A service must accept online arrivals, organize requests of different lengths, preserve state between decode steps, stream partial output, and meet latency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capable model is like a powerful engine; a usable service also needs roads, traffic rules, and fuel. Models now support longer context, mixture-of-experts layers, multimodal input, and tool-using agents. Services also changed: chat APIs, enterprise assistants, scientific agents, and multi-tenant platforms.</a:t>
            </a:r>
          </a:p>
          <a:p xmlns:a="http://schemas.openxmlformats.org/drawingml/2006/main">
            <a:r>
              <a:t/>
            </a:r>
          </a:p>
          <a:p xmlns:a="http://schemas.openxmlformats.org/drawingml/2006/main">
            <a:r>
              <a:t>So raw throughput is no longer enough. We also care about first-token delay, tail latency, cost per request, and whether requests meet their service objective.</a:t>
            </a:r>
          </a:p>
          <a:p xmlns:a="http://schemas.openxmlformats.org/drawingml/2006/main">
            <a:r>
              <a:t/>
            </a:r>
          </a:p>
          <a:p xmlns:a="http://schemas.openxmlformats.org/drawingml/2006/main">
            <a:r>
              <a:t>A good model can still become a bad product if serving is slow, unstable, or too expensive.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A uses large batches and achieves higher average throughput, but some users wait a long time for the first token. Server B has slightly lower throughput, shorter waits, and more requests meeting the latency target.</a:t>
            </a:r>
          </a:p>
          <a:p xmlns:a="http://schemas.openxmlformats.org/drawingml/2006/main">
            <a:r>
              <a:t/>
            </a:r>
          </a:p>
          <a:p xmlns:a="http://schemas.openxmlformats.org/drawingml/2006/main">
            <a:r>
              <a:t>For offline work, Server A may be better. For an interactive assistant, Server B may provide better service.</a:t>
            </a:r>
          </a:p>
          <a:p xmlns:a="http://schemas.openxmlformats.org/drawingml/2006/main">
            <a:r>
              <a:t/>
            </a:r>
          </a:p>
          <a:p xmlns:a="http://schemas.openxmlformats.org/drawingml/2006/main">
            <a:r>
              <a:t>Throughput counts completed work. Goodput counts work that also meets the objective. Always report throughput together with first-token latency, streaming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use the same model family but face different systems constraints.</a:t>
            </a:r>
          </a:p>
          <a:p xmlns:a="http://schemas.openxmlformats.org/drawingml/2006/main">
            <a:r>
              <a:t/>
            </a:r>
          </a:p>
          <a:p xmlns:a="http://schemas.openxmlformats.org/drawingml/2006/main">
            <a:r>
              <a:t>Training favors large, stable batches and optimizes time to train. Its persistent state includes parameters, gradients, and optimizer state.</a:t>
            </a:r>
          </a:p>
          <a:p xmlns:a="http://schemas.openxmlformats.org/drawingml/2006/main">
            <a:r>
              <a:t/>
            </a:r>
          </a:p>
          <a:p xmlns:a="http://schemas.openxmlformats.org/drawingml/2006/main">
            <a:r>
              <a:t>Inference receives online arrivals with mixed lengths. It must balance first-token time, token-to-token latency, tail latency, cost, and service objectives. Its persistent state includes KV cache, queues, sessions, and logs.</a:t>
            </a:r>
          </a:p>
          <a:p xmlns:a="http://schemas.openxmlformats.org/drawingml/2006/main">
            <a:r>
              <a:t/>
            </a:r>
          </a:p>
          <a:p xmlns:a="http://schemas.openxmlformats.org/drawingml/2006/main">
            <a:r>
              <a:t>Inference serving is therefore a stateful online service, not a static model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four checks for every serving decision.</a:t>
            </a:r>
          </a:p>
          <a:p xmlns:a="http://schemas.openxmlformats.org/drawingml/2006/main">
            <a:r>
              <a:t/>
            </a:r>
          </a:p>
          <a:p xmlns:a="http://schemas.openxmlformats.org/drawingml/2006/main">
            <a:r>
              <a:t>How are requests organized? Inspect queues, batches, priorities, and objectives.</a:t>
            </a:r>
          </a:p>
          <a:p xmlns:a="http://schemas.openxmlformats.org/drawingml/2006/main">
            <a:r>
              <a:t/>
            </a:r>
          </a:p>
          <a:p xmlns:a="http://schemas.openxmlformats.org/drawingml/2006/main">
            <a:r>
              <a:t>How is state managed? Inspect KV allocation, reuse, movement, ownership, and eviction.</a:t>
            </a:r>
          </a:p>
          <a:p xmlns:a="http://schemas.openxmlformats.org/drawingml/2006/main">
            <a:r>
              <a:t/>
            </a:r>
          </a:p>
          <a:p xmlns:a="http://schemas.openxmlformats.org/drawingml/2006/main">
            <a:r>
              <a:t>Which execution path runs? Inspect kernels, graph replay, accelerator backends, and fallbacks.</a:t>
            </a:r>
          </a:p>
          <a:p xmlns:a="http://schemas.openxmlformats.org/drawingml/2006/main">
            <a:r>
              <a:t/>
            </a:r>
          </a:p>
          <a:p xmlns:a="http://schemas.openxmlformats.org/drawingml/2006/main">
            <a:r>
              <a:t>What evidence supports the result? Inspect workload, baseline, metadata, and metrics.</a:t>
            </a:r>
          </a:p>
          <a:p xmlns:a="http://schemas.openxmlformats.org/drawingml/2006/main">
            <a:r>
              <a:t/>
            </a:r>
          </a:p>
          <a:p xmlns:a="http://schemas.openxmlformats.org/drawingml/2006/main">
            <a:r>
              <a:t>Together, these checks cover request, state, execution,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lifecycle is the route one request travels from arrival to release. A request moves through six stages. One: the API receives the prompt and generation parameters. Two: the tokenizer converts text into token identifiers. Three: the scheduler admits the request into a waiting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prefill processes the prompt and creates the first KV cache. Five: decode repeatedly generates new tokens. Six: the server streams output and releases resources. This lifecycle is useful because every performance claim should name the stage it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faster tokenizer does not automatically reduce decode latency. A better scheduler may reduce queueing without changing kernel speed. A cache policy may reduce prefill work but increase memory 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response time as two waits: getting started, then producing the rest. Read the request path from left to right: API, tokenization, queue, prefill, decode, and streaming.</a:t>
            </a:r>
          </a:p>
          <a:p xmlns:a="http://schemas.openxmlformats.org/drawingml/2006/main">
            <a:r>
              <a:t/>
            </a:r>
          </a:p>
          <a:p xmlns:a="http://schemas.openxmlformats.org/drawingml/2006/main">
            <a:r>
              <a:t>KV state sits below the path. Prefill creates it, each decode iteration extends it, and completion releases it.</a:t>
            </a:r>
          </a:p>
          <a:p xmlns:a="http://schemas.openxmlformats.org/drawingml/2006/main">
            <a:r>
              <a:t/>
            </a:r>
          </a:p>
          <a:p xmlns:a="http://schemas.openxmlformats.org/drawingml/2006/main">
            <a:r>
              <a:t>Time to first token includes queueing and prefill. The later stream depends on repeated decode steps.</a:t>
            </a:r>
          </a:p>
          <a:p xmlns:a="http://schemas.openxmlformats.org/drawingml/2006/main">
            <a:r>
              <a:t/>
            </a:r>
          </a:p>
          <a:p xmlns:a="http://schemas.openxmlformats.org/drawingml/2006/main">
            <a:r>
              <a:t>That is why a request can have a fast first token but uneven streaming, or a slow first token followed by smooth output. The two phases expose different bottlenecks.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is the one-time reading phase; decode is the word-by-word writing phase. Prefill reads the whole prompt. It is relatively compute intensive, determines first-token latency, and becomes expensive with long context and retrieval-augmented generation. Decode generates one or a few tokens per iteration. Each step is smaller, but it repeats many times. Decode depends on KV cache remaining available and is sensitive to scheduling jitter.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is: prefill and decode expose different bottlenecks and need different optimization paths. An optimization that helps prefill may not help decode. For example, prefix reuse can remove repeated prompt work, while continuous batching may improve decode utilization. 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 Prefill is one relatively heavy pass over the six hundred prompt tokens. Decode is one hundred twenty smaller iterations, each extending the sequence and updating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on the right makes the asymmetry visible. Prefill happens once. Decode repeats over time. The user experiences both. The wait before the first token reflects queueing and prefill. The smoothness of the output stream reflects decode scheduling, KV residency, batch changes,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“request latency” should not be treated as one indivisible number. We need metrics that identify the part of the experience that changed. For an output of N tokens, the engine enters the decode loop 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metrics are different clocks for the same user experience. TTFT is time to first token, mainly affected by queueing and prefill. TPOT and inter-token latency describe decode behavior. Throughput counts tokens or requests per second. Goodput counts work completed within a latency target. P95 and P99 reveal slow-tail behavior.</a:t>
            </a:r>
          </a:p>
          <a:p xmlns:a="http://schemas.openxmlformats.org/drawingml/2006/main">
            <a:r>
              <a:t/>
            </a:r>
          </a:p>
          <a:p xmlns:a="http://schemas.openxmlformats.org/drawingml/2006/main">
            <a:r>
              <a:t>Report throughput, latency, tail behavior, workload, and configuration together. Otherwise the result cannot be interpreted or reproduced.</a:t>
            </a:r>
          </a:p>
          <a:p xmlns:a="http://schemas.openxmlformats.org/drawingml/2006/main">
            <a:r>
              <a:t/>
            </a:r>
          </a:p>
          <a:p xmlns:a="http://schemas.openxmlformats.org/drawingml/2006/main">
            <a:r>
              <a:t>A service can produce the first token quickly and then stream slowly, so TTFT and TPOT must remain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 After the first token, time is spent in repeated decode iterations, batch reshaping, KV-page lookup and residency, and stream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request contributes to different bottlenecks at different times. This is the final idea of the first half. If time to first token is poor, investigate queueing and prefill first. If token streaming is uneven, investigate decode scheduling, KV state,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P99 is poor while the mean looks good, investigate bursts, long requests, and resource contention. 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is the service's traffic control: who gets to use the machine next? Online serving must continuously organize requests with different lengths.</a:t>
            </a:r>
          </a:p>
          <a:p xmlns:a="http://schemas.openxmlformats.org/drawingml/2006/main">
            <a:r>
              <a:t/>
            </a:r>
          </a:p>
          <a:p xmlns:a="http://schemas.openxmlformats.org/drawingml/2006/main">
            <a:r>
              <a:t>Larger batches improve utilization but can make new users wait. Long requests keep KV state alive. Short requests still need low latency while those long requests are active.</a:t>
            </a:r>
          </a:p>
          <a:p xmlns:a="http://schemas.openxmlformats.org/drawingml/2006/main">
            <a:r>
              <a:t/>
            </a:r>
          </a:p>
          <a:p xmlns:a="http://schemas.openxmlformats.org/drawingml/2006/main">
            <a:r>
              <a:t>The scheduler therefore balances throughput, first-token latency, token-to-token latency, fairness, and service objectives while respecting hard memory limits.</a:t>
            </a:r>
          </a:p>
          <a:p xmlns:a="http://schemas.openxmlformats.org/drawingml/2006/main">
            <a:r>
              <a:t/>
            </a:r>
          </a:p>
          <a:p xmlns:a="http://schemas.openxmlformats.org/drawingml/2006/main">
            <a:r>
              <a:t>The word continuously matters: arrivals, completions, and memory use change every iteration, so the batch cannot be chosen once and left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Iteration-level scheduling means the traffic controller can reconsider the line after each generated word. There are three useful scheduling granularities. Request-level scheduling is simple, but it has poor ability to insert new work while a long generation is running. Iteration-level scheduling rebuilds the active batch after each decode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enables new requests to enter and finished requests to leave, but it requires careful state tracking and KV management. Token-level scheduling offers maximum flexibility, but the metadata and synchronization overhead can become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Orca-style intuition is the key: move the scheduling decision from the request boundary to the generation-iteration boundary. Over several iterations, finished requests can leave and new requests can enter without waiting for the original batch to finish.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batching means the line is rebuilt while people finish, rather than frozen at the beginning. Each row represents one decode iteration. At iteration zero, requests A through E are active. At the next boundary, batch membership can change. A new request may enter, a finished request may leave, and the remaining requests continue with their own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continuous batching. The engine does not wait for the whole original batch to finish before admitting new work. The benefit is better utilization and lower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is state management. Every active request must preserve its token history, KV-page mapping, finish status, sampling configuration, and execution progress across changing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scheduler must obey both a word budget and a memory budget. Let us solve a scheduling example. This iteration has two hard limits: a token budget of eight and three free KV blocks. Request A needs four tokens and two blocks. Request B needs three tokens and one block. Request C needs five tokens and three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not which pair has the smallest total or which pair arrived first. The first question is feasibility: which pairs fit both budgets at the same time? Take thirty seconds and calculate A plus B, A plus C, and B plus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 us check every candidate pair explicitly. 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 A plus C uses nine tokens and five blocks, so it exceeds both budgets. B plus C uses eight tokens and four blocks. The token budget fits, but the KV-block budget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Therefore A plus B is the only feasible pair. This example separates constraints from policy. Hard constraints define the feasible set. Priority, fairness, deadlines, or service objectives choose among feasible options. A scheduler that ignores memory can select a batch that fits compute but cannot allocate its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quantify why KV capacity becomes such a central constraint. 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is simply the request's working memory between generated words. KV cache grows with context length and concurrency. It survives across decode iterations, limits the effective batch size, and turns every active request into a stateful object. Prefix reuse can also make it shared.</a:t>
            </a:r>
          </a:p>
          <a:p xmlns:a="http://schemas.openxmlformats.org/drawingml/2006/main">
            <a:r>
              <a:t/>
            </a:r>
          </a:p>
          <a:p xmlns:a="http://schemas.openxmlformats.org/drawingml/2006/main">
            <a:r>
              <a:t>KV cache is therefore a first-class system resource. Compute may be available while memory is full. A request may be ready while its KV pages are absent. Sharing can save prefill work, but it complicates ownership and release.</a:t>
            </a:r>
          </a:p>
          <a:p xmlns:a="http://schemas.openxmlformats.org/drawingml/2006/main">
            <a:r>
              <a:t/>
            </a:r>
          </a:p>
          <a:p xmlns:a="http://schemas.openxmlformats.org/drawingml/2006/main">
            <a:r>
              <a:t>Next, we calculate the memory cost per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conversations need more working memory, so memory pressure grows with length. Assume thirty-two layers, eight KV heads, head dimension one hundred twenty-eight, and FP16 values using two bytes each. KV bytes per token equal two times the number of layers times the number of KV heads times the head dimension times the bytes per value. The first factor of two accounts for one key and one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Substituting the numbers gives one hundred thirty-one thousand seventy-two bytes, or one hundred twenty-eight KiB per token. One hundred new tokens therefore add approximately twelve point five MiB for one request. Multiply that by many concurrent requests and long contexts, and KV capacity can dominate admission and batch size. 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Paged KV splits that working memory into fixed-size pages, like a filing cabinet. Now suppose the logical block size is sixteen tokens and the sequence contains forty tokens. Tokens one through sixteen fill block zero. Tokens seventeen through thirty-two fill block one. Tokens thirty-three through forty require block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divided by sixteen rounds up to three blocks. Three blocks provide forty-eight slots, so eight slots are unused. Paging avoids the requirement for one contiguous forty-token allocation. However, capacity still grows in block-sized units, so the last block may contain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example explains why block size is a trade-off. Smaller blocks reduce wasted slots but increase mapping and metadata overhead. Larger blocks reduce metadata but may waste more capacity. The last block may contain unused token slots, which is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state says what the request is doing; physical state says where its memory currently sits. Logical request state is different from physical KV placement.</a:t>
            </a:r>
          </a:p>
          <a:p xmlns:a="http://schemas.openxmlformats.org/drawingml/2006/main">
            <a:r>
              <a:t/>
            </a:r>
          </a:p>
          <a:p xmlns:a="http://schemas.openxmlformats.org/drawingml/2006/main">
            <a:r>
              <a:t>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blocks, so a request cannot depend on one permanent device pointer. A request can also be logically finished while a device operation still reads its state.</a:t>
            </a:r>
          </a:p>
          <a:p xmlns:a="http://schemas.openxmlformats.org/drawingml/2006/main">
            <a:r>
              <a:t/>
            </a:r>
          </a:p>
          <a:p xmlns:a="http://schemas.openxmlformats.org/drawingml/2006/main">
            <a:r>
              <a:t>Separating the two forms of state enables migration, preemption, safe release, and multi-level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 If R seventeen is cancelled, the count drops to one. P three cannot return to the free list because R eighteen still reads it. When R eighteen finishes, the count drops 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then, the block is reclaimed only after in-flight device reads complete. This separates two mechanisms. Reference counting handles logical sharing. A device event or fence handles asynchronous completion. 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 This is the core PagedAttention-style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sees an ordered logical sequence, while the memory manager is free to place blocks in available physical locations. The system effect is broader than fragmentation reduction. Paging supports dynamic batching and creates handles for prefix reuse, migration, offload, and multi-level KV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treats memory like a scarce resource and continually decides what is worth keeping. The runtime can keep, reuse, move, or evict state.</a:t>
            </a:r>
          </a:p>
          <a:p xmlns:a="http://schemas.openxmlformats.org/drawingml/2006/main">
            <a:r>
              <a:t/>
            </a:r>
          </a:p>
          <a:p xmlns:a="http://schemas.openxmlformats.org/drawingml/2006/main">
            <a:r>
              <a:t>Keeping state avoids recomputation but consumes memory. Reuse saves prefill work but needs matching and ownership checks. Moving state releases device memory but adds transfer cost. Eviction admits urgent work but may force recomputation.</a:t>
            </a:r>
          </a:p>
          <a:p xmlns:a="http://schemas.openxmlformats.org/drawingml/2006/main">
            <a:r>
              <a:t/>
            </a:r>
          </a:p>
          <a:p xmlns:a="http://schemas.openxmlformats.org/drawingml/2006/main">
            <a:r>
              <a:t>Every local benefit has a system cost. The scheduler is choosing not only which request runs next, but also which intermediate state remains valuable.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needs five blocks. E plus F also needs five. Any pair containing F exceeds the block limit.</a:t>
            </a:r>
          </a:p>
          <a:p xmlns:a="http://schemas.openxmlformats.org/drawingml/2006/main">
            <a:r>
              <a:t/>
            </a:r>
          </a:p>
          <a:p xmlns:a="http://schemas.openxmlformats.org/drawingml/2006/main">
            <a:r>
              <a:t>If F has the oldest deadline, the scheduler can run F alone or free a block before pairing it. Running F alone may reduce throughput; delaying it may worsen tail latency.</a:t>
            </a:r>
          </a:p>
          <a:p xmlns:a="http://schemas.openxmlformats.org/drawingml/2006/main">
            <a:r>
              <a:t/>
            </a:r>
          </a:p>
          <a:p xmlns:a="http://schemas.openxmlformats.org/drawingml/2006/main">
            <a:r>
              <a:t>To explain the choice, record candidates, token and block demand, budgets, free blocks, ages or deadlines, the selected set, and rejection reasons.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memory is nearly full, serving becomes an admission and eviction problem. Device memory is almost full when a high-priority request arrives.</a:t>
            </a:r>
          </a:p>
          <a:p xmlns:a="http://schemas.openxmlformats.org/drawingml/2006/main">
            <a:r>
              <a:t/>
            </a:r>
          </a:p>
          <a:p xmlns:a="http://schemas.openxmlformats.org/drawingml/2006/main">
            <a:r>
              <a:t>The runtime can keep existing KV and delay the request, move one request's KV elsewhere, or discard KV and recompute it later.</a:t>
            </a:r>
          </a:p>
          <a:p xmlns:a="http://schemas.openxmlformats.org/drawingml/2006/main">
            <a:r>
              <a:t/>
            </a:r>
          </a:p>
          <a:p xmlns:a="http://schemas.openxmlformats.org/drawingml/2006/main">
            <a:r>
              <a:t>No option is always best. The choice depends on transfer cost, recomputation cost, priority, expected remaining length, and the value of existing state.</a:t>
            </a:r>
          </a:p>
          <a:p xmlns:a="http://schemas.openxmlformats.org/drawingml/2006/main">
            <a:r>
              <a:t/>
            </a:r>
          </a:p>
          <a:p xmlns:a="http://schemas.openxmlformats.org/drawingml/2006/main">
            <a:r>
              <a:t>Scheduling has become a state-utility decision: the runtime chooses both who runs and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 context and retrieval add more reading before the answer can start. 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Mixture-of-experts means different words may be routed to different specialist sub-networks. In a mixture-of-experts model, each token can activate different experts, so expert load changes from one step to the next.</a:t>
            </a:r>
          </a:p>
          <a:p xmlns:a="http://schemas.openxmlformats.org/drawingml/2006/main">
            <a:r>
              <a:t/>
            </a:r>
          </a:p>
          <a:p xmlns:a="http://schemas.openxmlformats.org/drawingml/2006/main">
            <a:r>
              <a:t>The system must handle load imbalance, communication, expert residency, and dynamic placement. This conflicts with graph replay, which prefers stable shapes, addresses, and execution paths.</a:t>
            </a:r>
          </a:p>
          <a:p xmlns:a="http://schemas.openxmlformats.org/drawingml/2006/main">
            <a:r>
              <a:t/>
            </a:r>
          </a:p>
          <a:p xmlns:a="http://schemas.openxmlformats.org/drawingml/2006/main">
            <a:r>
              <a:t>Efficient MoE serving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is a multi-step workflow: it may plan, search, use a tool, and then answer. An agent request is a workflow rather than one sequence. It may plan, search, read, call a tool, and then answer.</a:t>
            </a:r>
          </a:p>
          <a:p xmlns:a="http://schemas.openxmlformats.org/drawingml/2006/main">
            <a:r>
              <a:t/>
            </a:r>
          </a:p>
          <a:p xmlns:a="http://schemas.openxmlformats.org/drawingml/2006/main">
            <a:r>
              <a:t>Shared memory, tool results, and session state connect those steps. Some state can be reused; some must be isolated, expired, versioned, or permission-checked.</a:t>
            </a:r>
          </a:p>
          <a:p xmlns:a="http://schemas.openxmlformats.org/drawingml/2006/main">
            <a:r>
              <a:t/>
            </a:r>
          </a:p>
          <a:p xmlns:a="http://schemas.openxmlformats.org/drawingml/2006/main">
            <a:r>
              <a:t>Scheduling now spans pauses and resumptions. During a tool call, the system must decide which state to keep and how to account for the workflow's total latency and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pieces of code can do the same arithmetic while moving very different amounts of data. Both kernels perform one GFLOP, but Kernel A reads sixty-four MiB while Kernel B reads sixteen.</a:t>
            </a:r>
          </a:p>
          <a:p xmlns:a="http://schemas.openxmlformats.org/drawingml/2006/main">
            <a:r>
              <a:t/>
            </a:r>
          </a:p>
          <a:p xmlns:a="http://schemas.openxmlformats.org/drawingml/2006/main">
            <a:r>
              <a:t>Arithmetic intensity is operations divided by bytes moved. Kernel B has four times the arithmetic intensity, so under a bandwidth bottleneck it has a much lower memory-time bound.</a:t>
            </a:r>
          </a:p>
          <a:p xmlns:a="http://schemas.openxmlformats.org/drawingml/2006/main">
            <a:r>
              <a:t/>
            </a:r>
          </a:p>
          <a:p xmlns:a="http://schemas.openxmlformats.org/drawingml/2006/main">
            <a:r>
              <a:t>FLOP count alone does not determine latency. Always ask how many bytes move, where they come from, and whether the operation is limited by compute or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Amdahl's law is a common-sense limit: speeding up one small part cannot transform the whole. The optimized kernel becomes twice as fast, but it represents only forty percent of request time. The other sixty percent does not change.</a:t>
            </a:r>
          </a:p>
          <a:p xmlns:a="http://schemas.openxmlformats.org/drawingml/2006/main">
            <a:r>
              <a:t/>
            </a:r>
          </a:p>
          <a:p xmlns:a="http://schemas.openxmlformats.org/drawingml/2006/main">
            <a:r>
              <a:t>The new normalized time is zero point six plus zero point four divided by two, which equals zero point eight. End-to-end speedup is one divided by zero point eight, or one point two five times.</a:t>
            </a:r>
          </a:p>
          <a:p xmlns:a="http://schemas.openxmlformats.org/drawingml/2006/main">
            <a:r>
              <a:t/>
            </a:r>
          </a:p>
          <a:p xmlns:a="http://schemas.openxmlformats.org/drawingml/2006/main">
            <a:r>
              <a:t>This is Amdahl's law: a local two-times improvement does not imply a two-times service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 hardware may produce slightly different numbers, so correctness comes before speed. Cross-platform correctness begins with a numerical contract.</a:t>
            </a:r>
          </a:p>
          <a:p xmlns:a="http://schemas.openxmlformats.org/drawingml/2006/main">
            <a:r>
              <a:t/>
            </a:r>
          </a:p>
          <a:p xmlns:a="http://schemas.openxmlformats.org/drawingml/2006/main">
            <a:r>
              <a:t>The GPU and NPU outputs differ slightly; the maximum absolute difference is zero point zero zero two. Compare that value with a tolerance chosen in advance for the data type and operator. Also test masks, boundary shapes, fallback paths, and state updates.</a:t>
            </a:r>
          </a:p>
          <a:p xmlns:a="http://schemas.openxmlformats.org/drawingml/2006/main">
            <a:r>
              <a:t/>
            </a:r>
          </a:p>
          <a:p xmlns:a="http://schemas.openxmlformats.org/drawingml/2006/main">
            <a:r>
              <a:t>Portability means equivalent semantics and observable behavior, not necessarily bitwise identity. Correctness must be established before comparing 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benchmark is a lab report, not just one impressive number. 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A benchmark is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the full recipe so another person can repeat it. 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trial can be lucky; a distribution shows the typical result and the bad cases. Begin with a narrow hypothesis: a fused kernel reduces latency for one fixed shape.</a:t>
            </a:r>
          </a:p>
          <a:p xmlns:a="http://schemas.openxmlformats.org/drawingml/2006/main">
            <a:r>
              <a:t/>
            </a:r>
          </a:p>
          <a:p xmlns:a="http://schemas.openxmlformats.org/drawingml/2006/main">
            <a:r>
              <a:t>Hold the model, shape, data type, hardware, version, stream, and timing boundary constant. Warm up both paths and measure each thirty times.</a:t>
            </a:r>
          </a:p>
          <a:p xmlns:a="http://schemas.openxmlformats.org/drawingml/2006/main">
            <a:r>
              <a:t/>
            </a:r>
          </a:p>
          <a:p xmlns:a="http://schemas.openxmlformats.org/drawingml/2006/main">
            <a:r>
              <a:t>The baseline median is twelve point four milliseconds; the fused median is ten point two. That is about a one point two two times speedup.</a:t>
            </a:r>
          </a:p>
          <a:p xmlns:a="http://schemas.openxmlformats.org/drawingml/2006/main">
            <a:r>
              <a:t/>
            </a:r>
          </a:p>
          <a:p xmlns:a="http://schemas.openxmlformats.org/drawingml/2006/main">
            <a:r>
              <a:t>Report the distribution, not one run, because warm-up, synchronization, and noise can distort a single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microbenchmark isolates one component, while a system test includes the whole journey. Now measure the complete request on the same workload. Latency falls from one hundred milliseconds to ninety-six, which is about a four point two percent improvement.</a:t>
            </a:r>
          </a:p>
          <a:p xmlns:a="http://schemas.openxmlformats.org/drawingml/2006/main">
            <a:r>
              <a:t/>
            </a:r>
          </a:p>
          <a:p xmlns:a="http://schemas.openxmlformats.org/drawingml/2006/main">
            <a:r>
              <a:t>Both results are correct: the operator improved by one point two two times, while the user-visible request improved by about four percent. They have different scopes.</a:t>
            </a:r>
          </a:p>
          <a:p xmlns:a="http://schemas.openxmlformats.org/drawingml/2006/main">
            <a:r>
              <a:t/>
            </a:r>
          </a:p>
          <a:p xmlns:a="http://schemas.openxmlformats.org/drawingml/2006/main">
            <a:r>
              <a:t>Profile data explains the gap. Report both measurements clearly, and never turn a microbenchmark gain into an end-to-end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Performance work is a loop of observation, hypothesis, measurement, and rerun. 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measured P99 latency is one point eight seconds. Queueing contributes one point one seconds, or about sixty-one percent of the path.</a:t>
            </a:r>
          </a:p>
          <a:p xmlns:a="http://schemas.openxmlformats.org/drawingml/2006/main">
            <a:r>
              <a:t/>
            </a:r>
          </a:p>
          <a:p xmlns:a="http://schemas.openxmlformats.org/drawingml/2006/main">
            <a:r>
              <a:t>That is the fact. The inference is that admission or capacity pressure may dominate, but the trace alone does not prove it.</a:t>
            </a:r>
          </a:p>
          <a:p xmlns:a="http://schemas.openxmlformats.org/drawingml/2006/main">
            <a:r>
              <a:t/>
            </a:r>
          </a:p>
          <a:p xmlns:a="http://schemas.openxmlformats.org/drawingml/2006/main">
            <a:r>
              <a:t>The next decision is to record candidate sets, budgets, free blocks, and request ages, then compare the current scheduler with an aging-aware policy on a fixed workload.</a:t>
            </a:r>
          </a:p>
          <a:p xmlns:a="http://schemas.openxmlformats.org/drawingml/2006/main">
            <a:r>
              <a:t/>
            </a:r>
          </a:p>
          <a:p xmlns:a="http://schemas.openxmlformats.org/drawingml/2006/main">
            <a:r>
              <a:t>Keep fact, inference, decision, and experiment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six ideas are the course in plain language. Remember six ideas.</a:t>
            </a:r>
          </a:p>
          <a:p xmlns:a="http://schemas.openxmlformats.org/drawingml/2006/main">
            <a:r>
              <a:t/>
            </a:r>
          </a:p>
          <a:p xmlns:a="http://schemas.openxmlformats.org/drawingml/2006/main">
            <a:r>
              <a:t>Attention matches queries with keys and mixes visible values. Autoregression means one token unlocks the next step. Prefill and decode have different bottlenecks. Scheduling and KV management connect dynamic batches to persistent state. Hardware differences reshape the execution path. Evidence requires matched workloads and complete metadata.</a:t>
            </a:r>
          </a:p>
          <a:p xmlns:a="http://schemas.openxmlformats.org/drawingml/2006/main">
            <a:r>
              <a:t/>
            </a:r>
          </a:p>
          <a:p xmlns:a="http://schemas.openxmlformats.org/drawingml/2006/main">
            <a:r>
              <a:t>In one sentence: an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reading a paper, follow the same objects: request, memory, execution, and evidence. 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picture is a closed loop: requests create state, execution changes it, and measurements improve policy. 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What questions would you like to explore?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3d59be790342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abcdbad8db4cc4" /><Relationship Type="http://schemas.openxmlformats.org/officeDocument/2006/relationships/slideLayout" Target="/ppt/slideLayouts/slideLayout1.xml" Id="Rdfb4f1727e2548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b4f1727e2548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601fa3eb12441b" /><Relationship Type="http://schemas.openxmlformats.org/officeDocument/2006/relationships/image" Target="/ppt/media/image.png" Id="R7a693c086485427e" /><Relationship Type="http://schemas.openxmlformats.org/officeDocument/2006/relationships/notesSlide" Target="/ppt/notesSlides/notesSlide1.xml" Id="R3ab7cd52e82446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143e11ee8f40fe" /><Relationship Type="http://schemas.openxmlformats.org/officeDocument/2006/relationships/notesSlide" Target="/ppt/notesSlides/notesSlide2.xml" Id="Rea9a1e57762745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8191c2e0ff4f1e" /><Relationship Type="http://schemas.openxmlformats.org/officeDocument/2006/relationships/notesSlide" Target="/ppt/notesSlides/notesSlide3.xml" Id="R26b96c255d0a47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3f897d35ba4f82" /><Relationship Type="http://schemas.openxmlformats.org/officeDocument/2006/relationships/notesSlide" Target="/ppt/notesSlides/notesSlide4.xml" Id="R2b8acb3c7cfb48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fa9013719c4efe" /><Relationship Type="http://schemas.openxmlformats.org/officeDocument/2006/relationships/notesSlide" Target="/ppt/notesSlides/notesSlide5.xml" Id="Rdc0ccce68be04b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d7203c29654dc4" /><Relationship Type="http://schemas.openxmlformats.org/officeDocument/2006/relationships/notesSlide" Target="/ppt/notesSlides/notesSlide6.xml" Id="R783a2714516244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294b8026584caf" /><Relationship Type="http://schemas.openxmlformats.org/officeDocument/2006/relationships/notesSlide" Target="/ppt/notesSlides/notesSlide7.xml" Id="Rc277b9b4987949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78cbb6aef846c2" /><Relationship Type="http://schemas.openxmlformats.org/officeDocument/2006/relationships/notesSlide" Target="/ppt/notesSlides/notesSlide8.xml" Id="R58a875bcbb044f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b8c7dd55804f98" /><Relationship Type="http://schemas.openxmlformats.org/officeDocument/2006/relationships/notesSlide" Target="/ppt/notesSlides/notesSlide9.xml" Id="Re17dc5d9835f48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d2ba36d3934870" /><Relationship Type="http://schemas.openxmlformats.org/officeDocument/2006/relationships/notesSlide" Target="/ppt/notesSlides/notesSlide10.xml" Id="Rf0c98609a5b5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d40d805ba445ac" /><Relationship Type="http://schemas.openxmlformats.org/officeDocument/2006/relationships/notesSlide" Target="/ppt/notesSlides/notesSlide11.xml" Id="R07457935ba7d43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04bd7aed0a4450" /><Relationship Type="http://schemas.openxmlformats.org/officeDocument/2006/relationships/notesSlide" Target="/ppt/notesSlides/notesSlide12.xml" Id="R35c1e469f7734b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5e223a5ee3042fd" /><Relationship Type="http://schemas.openxmlformats.org/officeDocument/2006/relationships/image" Target="/ppt/media/image2.png" Id="R1127002127d44fdc" /><Relationship Type="http://schemas.openxmlformats.org/officeDocument/2006/relationships/notesSlide" Target="/ppt/notesSlides/notesSlide13.xml" Id="R6a59539e581749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e4c6a970674b02" /><Relationship Type="http://schemas.openxmlformats.org/officeDocument/2006/relationships/notesSlide" Target="/ppt/notesSlides/notesSlide14.xml" Id="R14553fa8660b48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0391e157f414e39" /><Relationship Type="http://schemas.openxmlformats.org/officeDocument/2006/relationships/notesSlide" Target="/ppt/notesSlides/notesSlide15.xml" Id="Rf6ae8ca4c9ed4b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cc9006b00f449c" /><Relationship Type="http://schemas.openxmlformats.org/officeDocument/2006/relationships/notesSlide" Target="/ppt/notesSlides/notesSlide16.xml" Id="R7f399b75aab543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176397762848e8" /><Relationship Type="http://schemas.openxmlformats.org/officeDocument/2006/relationships/notesSlide" Target="/ppt/notesSlides/notesSlide17.xml" Id="R82f36ee224ab42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336989e812448f0" /><Relationship Type="http://schemas.openxmlformats.org/officeDocument/2006/relationships/notesSlide" Target="/ppt/notesSlides/notesSlide18.xml" Id="R63629ad0ed4348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4a0cd8fb39468a" /><Relationship Type="http://schemas.openxmlformats.org/officeDocument/2006/relationships/notesSlide" Target="/ppt/notesSlides/notesSlide19.xml" Id="R309170192b6a44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e395134bc1b4f0d" /><Relationship Type="http://schemas.openxmlformats.org/officeDocument/2006/relationships/notesSlide" Target="/ppt/notesSlides/notesSlide20.xml" Id="R7fb7c3fbbf7544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2d8c483a2f0475d" /><Relationship Type="http://schemas.openxmlformats.org/officeDocument/2006/relationships/notesSlide" Target="/ppt/notesSlides/notesSlide21.xml" Id="Rbf332c4b99594e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3cab011e74c4a74" /><Relationship Type="http://schemas.openxmlformats.org/officeDocument/2006/relationships/notesSlide" Target="/ppt/notesSlides/notesSlide22.xml" Id="Rdc80a216ff224d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879de536e044cf6" /><Relationship Type="http://schemas.openxmlformats.org/officeDocument/2006/relationships/notesSlide" Target="/ppt/notesSlides/notesSlide23.xml" Id="R6d4b92eca8104eb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c3b1afb341e43dc" /><Relationship Type="http://schemas.openxmlformats.org/officeDocument/2006/relationships/notesSlide" Target="/ppt/notesSlides/notesSlide24.xml" Id="Re0a9f445f03944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2ccc1860ccf4965" /><Relationship Type="http://schemas.openxmlformats.org/officeDocument/2006/relationships/notesSlide" Target="/ppt/notesSlides/notesSlide25.xml" Id="R18a775f7ab60484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6bed21922854310" /><Relationship Type="http://schemas.openxmlformats.org/officeDocument/2006/relationships/notesSlide" Target="/ppt/notesSlides/notesSlide26.xml" Id="R82fb4cfca8bc415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eba379ce065479d" /><Relationship Type="http://schemas.openxmlformats.org/officeDocument/2006/relationships/notesSlide" Target="/ppt/notesSlides/notesSlide27.xml" Id="Rc0508a0e90df47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226af6c8994472a" /><Relationship Type="http://schemas.openxmlformats.org/officeDocument/2006/relationships/notesSlide" Target="/ppt/notesSlides/notesSlide28.xml" Id="Raa78be7113cc46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d3b43914f8f4aae" /><Relationship Type="http://schemas.openxmlformats.org/officeDocument/2006/relationships/notesSlide" Target="/ppt/notesSlides/notesSlide29.xml" Id="Rcef1ed3ebc3a40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a0b19f3d50e40ad" /><Relationship Type="http://schemas.openxmlformats.org/officeDocument/2006/relationships/notesSlide" Target="/ppt/notesSlides/notesSlide30.xml" Id="R1f8ff5b7ee4b462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28ee642b85d4990" /><Relationship Type="http://schemas.openxmlformats.org/officeDocument/2006/relationships/notesSlide" Target="/ppt/notesSlides/notesSlide31.xml" Id="Ra2dd180ac3e744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558ae954634afd" /><Relationship Type="http://schemas.openxmlformats.org/officeDocument/2006/relationships/notesSlide" Target="/ppt/notesSlides/notesSlide32.xml" Id="R6e168ec2f2474e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5dbc2cc79844623" /><Relationship Type="http://schemas.openxmlformats.org/officeDocument/2006/relationships/notesSlide" Target="/ppt/notesSlides/notesSlide33.xml" Id="R1e8a0e01a68b478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ffe1e17698b42f4" /><Relationship Type="http://schemas.openxmlformats.org/officeDocument/2006/relationships/notesSlide" Target="/ppt/notesSlides/notesSlide34.xml" Id="R46b9ca5da04d413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e3e920a859345e8" /><Relationship Type="http://schemas.openxmlformats.org/officeDocument/2006/relationships/image" Target="/ppt/media/image3.png" Id="Rb6bdac64943a4bff" /><Relationship Type="http://schemas.openxmlformats.org/officeDocument/2006/relationships/notesSlide" Target="/ppt/notesSlides/notesSlide35.xml" Id="R7b4f2f35a77d43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b62c5e8cf1e43ea" /><Relationship Type="http://schemas.openxmlformats.org/officeDocument/2006/relationships/notesSlide" Target="/ppt/notesSlides/notesSlide36.xml" Id="Rf0284d8b975241e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9fa40d1871d4896" /><Relationship Type="http://schemas.openxmlformats.org/officeDocument/2006/relationships/notesSlide" Target="/ppt/notesSlides/notesSlide37.xml" Id="R23fcb70aba9549c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1d86e0e5efc493d" /><Relationship Type="http://schemas.openxmlformats.org/officeDocument/2006/relationships/image" Target="/ppt/media/image4.png" Id="Rb52f6347eafe4a1c" /><Relationship Type="http://schemas.openxmlformats.org/officeDocument/2006/relationships/notesSlide" Target="/ppt/notesSlides/notesSlide38.xml" Id="R4fecb48a447c44c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1e575e6eaf44901" /><Relationship Type="http://schemas.openxmlformats.org/officeDocument/2006/relationships/notesSlide" Target="/ppt/notesSlides/notesSlide39.xml" Id="Rf2b758328010443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f853427d6bf461d" /><Relationship Type="http://schemas.openxmlformats.org/officeDocument/2006/relationships/notesSlide" Target="/ppt/notesSlides/notesSlide40.xml" Id="R6bfd1bece9d941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e3182ce2a304bca" /><Relationship Type="http://schemas.openxmlformats.org/officeDocument/2006/relationships/notesSlide" Target="/ppt/notesSlides/notesSlide41.xml" Id="R53406d2498b045e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a900c33664a44e2" /><Relationship Type="http://schemas.openxmlformats.org/officeDocument/2006/relationships/notesSlide" Target="/ppt/notesSlides/notesSlide42.xml" Id="R1a2cd6507cc04d1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b6cb2bfebd44bc3" /><Relationship Type="http://schemas.openxmlformats.org/officeDocument/2006/relationships/notesSlide" Target="/ppt/notesSlides/notesSlide43.xml" Id="Rf55d150c7930479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d8ab4a34953468e" /><Relationship Type="http://schemas.openxmlformats.org/officeDocument/2006/relationships/notesSlide" Target="/ppt/notesSlides/notesSlide44.xml" Id="R42a0b708393a4db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5becebb4697439e" /><Relationship Type="http://schemas.openxmlformats.org/officeDocument/2006/relationships/notesSlide" Target="/ppt/notesSlides/notesSlide45.xml" Id="Ra39da6b12ba744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42dc93ee9784834" /><Relationship Type="http://schemas.openxmlformats.org/officeDocument/2006/relationships/notesSlide" Target="/ppt/notesSlides/notesSlide46.xml" Id="R323929047c0c487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657bda81ff84012" /><Relationship Type="http://schemas.openxmlformats.org/officeDocument/2006/relationships/image" Target="/ppt/media/image5.png" Id="R357dd48525c44b76" /><Relationship Type="http://schemas.openxmlformats.org/officeDocument/2006/relationships/notesSlide" Target="/ppt/notesSlides/notesSlide47.xml" Id="Rd6582c44eae14db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fee536394a444bb" /><Relationship Type="http://schemas.openxmlformats.org/officeDocument/2006/relationships/notesSlide" Target="/ppt/notesSlides/notesSlide48.xml" Id="Rdc5e92466d034c6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92d0e5c47a7488b" /><Relationship Type="http://schemas.openxmlformats.org/officeDocument/2006/relationships/notesSlide" Target="/ppt/notesSlides/notesSlide49.xml" Id="R812a7d1244cc4c3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3e9cd9b170540da" /><Relationship Type="http://schemas.openxmlformats.org/officeDocument/2006/relationships/notesSlide" Target="/ppt/notesSlides/notesSlide50.xml" Id="Rd0b466dd82bb440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08d8cbb8fdc40a5" /><Relationship Type="http://schemas.openxmlformats.org/officeDocument/2006/relationships/notesSlide" Target="/ppt/notesSlides/notesSlide51.xml" Id="Rd2aa1a3a242c4fd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1165c68e903411a" /><Relationship Type="http://schemas.openxmlformats.org/officeDocument/2006/relationships/notesSlide" Target="/ppt/notesSlides/notesSlide52.xml" Id="R7a7e74a1ca004bb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7319125e83e4487" /><Relationship Type="http://schemas.openxmlformats.org/officeDocument/2006/relationships/notesSlide" Target="/ppt/notesSlides/notesSlide53.xml" Id="R1837a6fd710d439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525e0e986d4414b" /><Relationship Type="http://schemas.openxmlformats.org/officeDocument/2006/relationships/notesSlide" Target="/ppt/notesSlides/notesSlide54.xml" Id="Ra9df376f17f04b6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a4173db33f84fdb" /><Relationship Type="http://schemas.openxmlformats.org/officeDocument/2006/relationships/notesSlide" Target="/ppt/notesSlides/notesSlide55.xml" Id="Rbb10dbd90178409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32d8832cb4f4025" /><Relationship Type="http://schemas.openxmlformats.org/officeDocument/2006/relationships/notesSlide" Target="/ppt/notesSlides/notesSlide56.xml" Id="Re322bb30a02c453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c94bf6027f64b27" /><Relationship Type="http://schemas.openxmlformats.org/officeDocument/2006/relationships/notesSlide" Target="/ppt/notesSlides/notesSlide57.xml" Id="R08c072c9f30f467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28df3f5f6144a00" /><Relationship Type="http://schemas.openxmlformats.org/officeDocument/2006/relationships/notesSlide" Target="/ppt/notesSlides/notesSlide58.xml" Id="Rbe7e66d49b72427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9bf8c12c5ce417a" /><Relationship Type="http://schemas.openxmlformats.org/officeDocument/2006/relationships/notesSlide" Target="/ppt/notesSlides/notesSlide59.xml" Id="R2f79b823a0cb4c7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d22e91556f346c1" /><Relationship Type="http://schemas.openxmlformats.org/officeDocument/2006/relationships/notesSlide" Target="/ppt/notesSlides/notesSlide60.xml" Id="Rf16c3615e57942e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99b1c239a4f428f" /><Relationship Type="http://schemas.openxmlformats.org/officeDocument/2006/relationships/notesSlide" Target="/ppt/notesSlides/notesSlide61.xml" Id="Rea7767a19ab64fa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6c94a04c3f64c2c" /><Relationship Type="http://schemas.openxmlformats.org/officeDocument/2006/relationships/notesSlide" Target="/ppt/notesSlides/notesSlide62.xml" Id="Ree4901c382094f2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a8954b5f559472c" /><Relationship Type="http://schemas.openxmlformats.org/officeDocument/2006/relationships/notesSlide" Target="/ppt/notesSlides/notesSlide63.xml" Id="Rc7ce9de5f4df4f7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c584be1a24d4474" /><Relationship Type="http://schemas.openxmlformats.org/officeDocument/2006/relationships/notesSlide" Target="/ppt/notesSlides/notesSlide64.xml" Id="Rf675f7f179fb46b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240eff8429f470c" /><Relationship Type="http://schemas.openxmlformats.org/officeDocument/2006/relationships/notesSlide" Target="/ppt/notesSlides/notesSlide65.xml" Id="R052727632c4b439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6edba6b0351415c" /><Relationship Type="http://schemas.openxmlformats.org/officeDocument/2006/relationships/notesSlide" Target="/ppt/notesSlides/notesSlide66.xml" Id="Rbdb39d3e4d364b0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09787943589d458c" /><Relationship Type="http://schemas.openxmlformats.org/officeDocument/2006/relationships/notesSlide" Target="/ppt/notesSlides/notesSlide67.xml" Id="R031d531a7fd4491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fab0846b7924110" /><Relationship Type="http://schemas.openxmlformats.org/officeDocument/2006/relationships/notesSlide" Target="/ppt/notesSlides/notesSlide68.xml" Id="R4309619b623f452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f9b8b6604c14267" /><Relationship Type="http://schemas.openxmlformats.org/officeDocument/2006/relationships/image" Target="/ppt/media/image6.png" Id="Rab7b9f1062c24368" /><Relationship Type="http://schemas.openxmlformats.org/officeDocument/2006/relationships/notesSlide" Target="/ppt/notesSlides/notesSlide69.xml" Id="R4554eac9ce3f42d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89391caf0ef04e6d" /><Relationship Type="http://schemas.openxmlformats.org/officeDocument/2006/relationships/notesSlide" Target="/ppt/notesSlides/notesSlide70.xml" Id="Rfddf9ff2bd474a0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94a6b30a5fa447e" /><Relationship Type="http://schemas.openxmlformats.org/officeDocument/2006/relationships/notesSlide" Target="/ppt/notesSlides/notesSlide71.xml" Id="R978e02dab40443c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e672a6d87904450" /><Relationship Type="http://schemas.openxmlformats.org/officeDocument/2006/relationships/notesSlide" Target="/ppt/notesSlides/notesSlide72.xml" Id="R003b42a629e444c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ce5e9f510144213" /><Relationship Type="http://schemas.openxmlformats.org/officeDocument/2006/relationships/notesSlide" Target="/ppt/notesSlides/notesSlide73.xml" Id="R070d32ced5674b0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f52197b3fa504bda" /><Relationship Type="http://schemas.openxmlformats.org/officeDocument/2006/relationships/notesSlide" Target="/ppt/notesSlides/notesSlide74.xml" Id="Rf6f5946b175244c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8195cb339c2e4a66" /><Relationship Type="http://schemas.openxmlformats.org/officeDocument/2006/relationships/notesSlide" Target="/ppt/notesSlides/notesSlide75.xml" Id="Rce882d55aa3b409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4d618c3a4aa84df5" /><Relationship Type="http://schemas.openxmlformats.org/officeDocument/2006/relationships/notesSlide" Target="/ppt/notesSlides/notesSlide76.xml" Id="R4033a7adaa2c4e6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6d8bbb786464dda" /><Relationship Type="http://schemas.openxmlformats.org/officeDocument/2006/relationships/notesSlide" Target="/ppt/notesSlides/notesSlide77.xml" Id="R7351d7b34c7d404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efe2674a51a94408" /><Relationship Type="http://schemas.openxmlformats.org/officeDocument/2006/relationships/notesSlide" Target="/ppt/notesSlides/notesSlide78.xml" Id="Rbb3b83393e0f494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ca92671cdbba4491" /><Relationship Type="http://schemas.openxmlformats.org/officeDocument/2006/relationships/notesSlide" Target="/ppt/notesSlides/notesSlide79.xml" Id="R18187db388814aa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b73b7e1c34af4b23" /><Relationship Type="http://schemas.openxmlformats.org/officeDocument/2006/relationships/notesSlide" Target="/ppt/notesSlides/notesSlide80.xml" Id="R564d1841ab8d4b02"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329de5095522428b" /><Relationship Type="http://schemas.openxmlformats.org/officeDocument/2006/relationships/notesSlide" Target="/ppt/notesSlides/notesSlide81.xml" Id="R2b05ea70c07146bd"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24e5bdd1aea4c97" /><Relationship Type="http://schemas.openxmlformats.org/officeDocument/2006/relationships/notesSlide" Target="/ppt/notesSlides/notesSlide82.xml" Id="R9a2629928e5c445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f5b7e04c529c4d4c" /><Relationship Type="http://schemas.openxmlformats.org/officeDocument/2006/relationships/notesSlide" Target="/ppt/notesSlides/notesSlide83.xml" Id="R4bf6fa12023145b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224bb93dafd44d6d" /><Relationship Type="http://schemas.openxmlformats.org/officeDocument/2006/relationships/notesSlide" Target="/ppt/notesSlides/notesSlide84.xml" Id="Rc3e974dbcaf24002"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2b4387fb191e4898" /><Relationship Type="http://schemas.openxmlformats.org/officeDocument/2006/relationships/notesSlide" Target="/ppt/notesSlides/notesSlide85.xml" Id="R7615e44b9984488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dfe4c6aeba0149ad" /><Relationship Type="http://schemas.openxmlformats.org/officeDocument/2006/relationships/notesSlide" Target="/ppt/notesSlides/notesSlide86.xml" Id="R8f3e5db02862439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8f5d05dd71d4cfe" /><Relationship Type="http://schemas.openxmlformats.org/officeDocument/2006/relationships/notesSlide" Target="/ppt/notesSlides/notesSlide87.xml" Id="Rd8267c61558b42e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c485eaa8c5dc448c" /><Relationship Type="http://schemas.openxmlformats.org/officeDocument/2006/relationships/image" Target="/ppt/media/image7.png" Id="R365eff012ec047d2" /><Relationship Type="http://schemas.openxmlformats.org/officeDocument/2006/relationships/notesSlide" Target="/ppt/notesSlides/notesSlide88.xml" Id="R8f0b929659864c77"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b0dac75d23dc412d" /><Relationship Type="http://schemas.openxmlformats.org/officeDocument/2006/relationships/notesSlide" Target="/ppt/notesSlides/notesSlide89.xml" Id="Rab26becdc7444834"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925079a94683418d" /><Relationship Type="http://schemas.openxmlformats.org/officeDocument/2006/relationships/notesSlide" Target="/ppt/notesSlides/notesSlide90.xml" Id="Rbf14a8b1e9aa48e2"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cd8db09239d34bc1" /><Relationship Type="http://schemas.openxmlformats.org/officeDocument/2006/relationships/notesSlide" Target="/ppt/notesSlides/notesSlide91.xml" Id="R1586fdf638014f9f"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56c6b530f60c4ce9" /><Relationship Type="http://schemas.openxmlformats.org/officeDocument/2006/relationships/notesSlide" Target="/ppt/notesSlides/notesSlide92.xml" Id="R9b8340ce1091419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5757cc91f8504a21" /><Relationship Type="http://schemas.openxmlformats.org/officeDocument/2006/relationships/notesSlide" Target="/ppt/notesSlides/notesSlide93.xml" Id="R8fe0d823f4294fe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8a7adf153c454e5c" /><Relationship Type="http://schemas.openxmlformats.org/officeDocument/2006/relationships/notesSlide" Target="/ppt/notesSlides/notesSlide94.xml" Id="Rb250db1222a6443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17892c5e6ad040f6" /><Relationship Type="http://schemas.openxmlformats.org/officeDocument/2006/relationships/notesSlide" Target="/ppt/notesSlides/notesSlide95.xml" Id="R6325a8976a9243c7"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b99c09d38cc74dcf" /><Relationship Type="http://schemas.openxmlformats.org/officeDocument/2006/relationships/notesSlide" Target="/ppt/notesSlides/notesSlide96.xml" Id="Re2c147b494274d90"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40d21c01d9f14fbc" /><Relationship Type="http://schemas.openxmlformats.org/officeDocument/2006/relationships/notesSlide" Target="/ppt/notesSlides/notesSlide97.xml" Id="Re6b7776f107347b0"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4eaf5cc703bf45cb" /><Relationship Type="http://schemas.openxmlformats.org/officeDocument/2006/relationships/notesSlide" Target="/ppt/notesSlides/notesSlide98.xml" Id="R7a68e4c8b43c42f9"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3e3b257644a64b62" /><Relationship Type="http://schemas.openxmlformats.org/officeDocument/2006/relationships/notesSlide" Target="/ppt/notesSlides/notesSlide99.xml" Id="R4004e23287954bc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b2a714ad81524e8e" /><Relationship Type="http://schemas.openxmlformats.org/officeDocument/2006/relationships/notesSlide" Target="/ppt/notesSlides/notesSlide100.xml" Id="Rd19d7c977b8543c4"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015c69889bea40dd" /><Relationship Type="http://schemas.openxmlformats.org/officeDocument/2006/relationships/notesSlide" Target="/ppt/notesSlides/notesSlide101.xml" Id="R4a400e9ee54d413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9a4d356b576b4367" /><Relationship Type="http://schemas.openxmlformats.org/officeDocument/2006/relationships/image" Target="/ppt/media/image8.png" Id="R12d26f1e5d9049f0" /><Relationship Type="http://schemas.openxmlformats.org/officeDocument/2006/relationships/notesSlide" Target="/ppt/notesSlides/notesSlide102.xml" Id="R3f67adf3aeba47f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22bf85cac39a4385" /><Relationship Type="http://schemas.openxmlformats.org/officeDocument/2006/relationships/notesSlide" Target="/ppt/notesSlides/notesSlide103.xml" Id="R4b6b8fc9929e4a49"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3431ff6acd784d43" /><Relationship Type="http://schemas.openxmlformats.org/officeDocument/2006/relationships/notesSlide" Target="/ppt/notesSlides/notesSlide104.xml" Id="R82302ef611de426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dd51e675e6f645aa" /><Relationship Type="http://schemas.openxmlformats.org/officeDocument/2006/relationships/notesSlide" Target="/ppt/notesSlides/notesSlide105.xml" Id="R0c69837fd9194ff8"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c79d6cf6f6cb4895" /><Relationship Type="http://schemas.openxmlformats.org/officeDocument/2006/relationships/notesSlide" Target="/ppt/notesSlides/notesSlide106.xml" Id="R072994b0ea9b436f"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030bbc27e41943a8" /><Relationship Type="http://schemas.openxmlformats.org/officeDocument/2006/relationships/notesSlide" Target="/ppt/notesSlides/notesSlide107.xml" Id="R9cbeb236e87e43ea"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e5f4f0e2c4d24628" /><Relationship Type="http://schemas.openxmlformats.org/officeDocument/2006/relationships/notesSlide" Target="/ppt/notesSlides/notesSlide108.xml" Id="R0da0d63979f242e4"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71798f0bbd954932" /><Relationship Type="http://schemas.openxmlformats.org/officeDocument/2006/relationships/notesSlide" Target="/ppt/notesSlides/notesSlide109.xml" Id="Rb4185e5a88104d80"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dcf6747a33354dfc" /><Relationship Type="http://schemas.openxmlformats.org/officeDocument/2006/relationships/image" Target="/ppt/media/image9.png" Id="R0f04103a9deb4e48" /><Relationship Type="http://schemas.openxmlformats.org/officeDocument/2006/relationships/notesSlide" Target="/ppt/notesSlides/notesSlide110.xml" Id="R7ee5f936ab9a4074"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d4a4441773c94b30" /><Relationship Type="http://schemas.openxmlformats.org/officeDocument/2006/relationships/notesSlide" Target="/ppt/notesSlides/notesSlide111.xml" Id="R0f8a0f246fc546c9"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52cdb192b10c458e" /><Relationship Type="http://schemas.openxmlformats.org/officeDocument/2006/relationships/notesSlide" Target="/ppt/notesSlides/notesSlide112.xml" Id="Radf4142480c04486"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ae47807c530b4c6b" /><Relationship Type="http://schemas.openxmlformats.org/officeDocument/2006/relationships/notesSlide" Target="/ppt/notesSlides/notesSlide113.xml" Id="Rc9809fa810d8424a"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7e9692e052cc401d" /><Relationship Type="http://schemas.openxmlformats.org/officeDocument/2006/relationships/notesSlide" Target="/ppt/notesSlides/notesSlide114.xml" Id="R110ecadf05f9412c"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264b1d45f9104c98" /><Relationship Type="http://schemas.openxmlformats.org/officeDocument/2006/relationships/notesSlide" Target="/ppt/notesSlides/notesSlide115.xml" Id="R6f1b22adbd034387"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52e6f6b0168e43c6" /><Relationship Type="http://schemas.openxmlformats.org/officeDocument/2006/relationships/notesSlide" Target="/ppt/notesSlides/notesSlide116.xml" Id="Rcdc4ec3e65404a4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2ecf70ec865f4369" /><Relationship Type="http://schemas.openxmlformats.org/officeDocument/2006/relationships/notesSlide" Target="/ppt/notesSlides/notesSlide117.xml" Id="R5ba19715995f4a6b"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feed67ecdfea4559" /><Relationship Type="http://schemas.openxmlformats.org/officeDocument/2006/relationships/notesSlide" Target="/ppt/notesSlides/notesSlide118.xml" Id="Rb289360159ac4095"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29662a356be24c8e" /><Relationship Type="http://schemas.openxmlformats.org/officeDocument/2006/relationships/notesSlide" Target="/ppt/notesSlides/notesSlide119.xml" Id="R29dc899d9b4d436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b9bef74a954f47e4" /><Relationship Type="http://schemas.openxmlformats.org/officeDocument/2006/relationships/notesSlide" Target="/ppt/notesSlides/notesSlide120.xml" Id="R0defc57263df470b" /></Relationships>
</file>

<file path=ppt/slides/slide1.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666750" y="723900"/>
            <a:ext cx="4476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FFFFFF"/>
                </a:solidFill>
              </a:rPr>
              <a:t>Large Language Model</a:t>
            </a:r>
          </a:p>
          <a:p xmlns:a="http://schemas.openxmlformats.org/drawingml/2006/main">
            <a:pPr algn="l">
              <a:buNone/>
              <a:defRPr sz="4200" b="1" i="0">
                <a:solidFill>
                  <a:srgbClr val="0B4AA2"/>
                </a:solidFill>
              </a:defRPr>
            </a:pPr>
            <a:r>
              <a:rPr sz="4200" b="1" i="0">
                <a:solidFill>
                  <a:srgbClr val="FFFFFF"/>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685800" y="24288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FFFFFF"/>
                </a:solidFill>
              </a:rPr>
              <a:t>A two-hour course told through one request</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685800" y="6191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DCEBFF"/>
                </a:solidFill>
              </a:rPr>
              <a:t>Shuhao Zhang  •  2026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693c086485427e"/>
          <a:srcRect xmlns:a="http://schemas.openxmlformats.org/drawingml/2006/main" l="13418" t="0" r="13418" b="0"/>
          <a:stretch xmlns:a="http://schemas.openxmlformats.org/drawingml/2006/main">
            <a:fillRect l="0" t="0" r="0" b="0"/>
          </a:stretch>
        </p:blipFill>
        <p:spPr>
          <a:xfrm xmlns:a="http://schemas.openxmlformats.org/drawingml/2006/main">
            <a:off x="5429250" y="762000"/>
            <a:ext cx="6191250" cy="4762500"/>
          </a:xfrm>
          <a:prstGeom xmlns:a="http://schemas.openxmlformats.org/drawingml/2006/main" prst="roundRect">
            <a:avLst>
              <a:gd name="adj" fmla="val 3200"/>
            </a:avLst>
          </a:prstGeom>
        </p:spPr>
      </p:pic>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Three questions make the serving system understandable</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Follow the request from prompt to stream.</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Track the state that survives each token.</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Tie every performance claim to evidence.</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350" b="1" i="0">
                <a:solidFill>
                  <a:srgbClr val="0B4AA2"/>
                </a:solidFill>
              </a:rPr>
              <a:t>question</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350" b="1" i="0">
                <a:solidFill>
                  <a:srgbClr val="E98A15"/>
                </a:solidFill>
              </a:rPr>
              <a:t>memory</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350" b="1" i="0">
                <a:solidFill>
                  <a:srgbClr val="218739"/>
                </a:solidFill>
              </a:rPr>
              <a:t>run</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350" b="1" i="0">
                <a:solidFill>
                  <a:srgbClr val="7C3AED"/>
                </a:solidFill>
              </a:rPr>
              <a:t>proof</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Ask at every step: what moves, who owns it, and how do we know?</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762000" y="1047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FFFFFF"/>
                </a:solidFill>
              </a:rPr>
              <a:t>How a question becomes an answer</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1714500" y="2333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FFFFFF"/>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1717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42672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63627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84582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714375" y="3571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28098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49053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0008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0963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6/120</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The starts a noun phrase.</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7/120</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Tree>
    <p:extLst>
      <p:ext uri="{BB962C8B-B14F-4D97-AF65-F5344CB8AC3E}">
        <p14:creationId xmlns:p14="http://schemas.microsoft.com/office/powerpoint/2010/main" val="172873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Tree>
    <p:extLst>
      <p:ext uri="{BB962C8B-B14F-4D97-AF65-F5344CB8AC3E}">
        <p14:creationId xmlns:p14="http://schemas.microsoft.com/office/powerpoint/2010/main" val="172873377"/>
      </p:ext>
    </p:extLst>
  </p:cSld>
</p:sld>
</file>

<file path=ppt/slides/slide10.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A sentence becomes small model-readable pieces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10/120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Text becomes token IDs.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10/120</a:t>
            </a:r>
          </a:p>
        </p:txBody>
      </p:sp>
    </p:spTree>
    <p:extLst>
      <p:ext uri="{BB962C8B-B14F-4D97-AF65-F5344CB8AC3E}">
        <p14:creationId xmlns:p14="http://schemas.microsoft.com/office/powerpoint/2010/main" val="956268424"/>
      </p:ext>
    </p:extLst>
  </p:cSld>
</p:sld>
</file>

<file path=ppt/slides/slide11.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sentence becomes small model-readable pieces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Tree>
    <p:extLst>
      <p:ext uri="{BB962C8B-B14F-4D97-AF65-F5344CB8AC3E}">
        <p14:creationId xmlns:p14="http://schemas.microsoft.com/office/powerpoint/2010/main" val="9562684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sentence becomes small model-readable pieces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Tree>
    <p:extLst>
      <p:ext uri="{BB962C8B-B14F-4D97-AF65-F5344CB8AC3E}">
        <p14:creationId xmlns:p14="http://schemas.microsoft.com/office/powerpoint/2010/main" val="956268424"/>
      </p:ext>
    </p:extLst>
  </p:cSld>
</p:sld>
</file>

<file path=ppt/slides/slide13.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model decides which words matter most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FFFFFF">
              <a:alpha val="70000"/>
            </a:srgbClr>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13/120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Q asks a question.</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13/120</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127002127d44fdc"/>
          <a:srcRect xmlns:a="http://schemas.openxmlformats.org/drawingml/2006/main" l="9979" t="0" r="9979" b="0"/>
          <a:stretch xmlns:a="http://schemas.openxmlformats.org/drawingml/2006/main">
            <a:fillRect l="0" t="0" r="0" b="0"/>
          </a:stretch>
        </p:blipFill>
        <p:spPr>
          <a:xfrm xmlns:a="http://schemas.openxmlformats.org/drawingml/2006/main">
            <a:off x="5476875" y="1190625"/>
            <a:ext cx="6096000" cy="4286250"/>
          </a:xfrm>
          <a:prstGeom xmlns:a="http://schemas.openxmlformats.org/drawingml/2006/main" prst="roundRect">
            <a:avLst>
              <a:gd name="adj" fmla="val 3556"/>
            </a:avLst>
          </a:prstGeom>
        </p:spPr>
      </p:pic>
    </p:spTree>
    <p:extLst>
      <p:ext uri="{BB962C8B-B14F-4D97-AF65-F5344CB8AC3E}">
        <p14:creationId xmlns:p14="http://schemas.microsoft.com/office/powerpoint/2010/main" val="569697318"/>
      </p:ext>
    </p:extLst>
  </p:cSld>
</p:sld>
</file>

<file path=ppt/slides/slide14.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decides which words matter most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Tree>
    <p:extLst>
      <p:ext uri="{BB962C8B-B14F-4D97-AF65-F5344CB8AC3E}">
        <p14:creationId xmlns:p14="http://schemas.microsoft.com/office/powerpoint/2010/main" val="5696973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decides which words matter most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Tree>
    <p:extLst>
      <p:ext uri="{BB962C8B-B14F-4D97-AF65-F5344CB8AC3E}">
        <p14:creationId xmlns:p14="http://schemas.microsoft.com/office/powerpoint/2010/main" val="569697318"/>
      </p:ext>
    </p:extLst>
  </p:cSld>
</p:sld>
</file>

<file path=ppt/slides/slide16.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One word looks for useful clues in the sentence</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16/120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sat is an action clue.</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16/120</a:t>
            </a:r>
          </a:p>
        </p:txBody>
      </p:sp>
    </p:spTree>
    <p:extLst>
      <p:ext uri="{BB962C8B-B14F-4D97-AF65-F5344CB8AC3E}">
        <p14:creationId xmlns:p14="http://schemas.microsoft.com/office/powerpoint/2010/main" val="413608195"/>
      </p:ext>
    </p:extLst>
  </p:cSld>
</p:sld>
</file>

<file path=ppt/slides/slide17.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word looks for useful clues in the sentence</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Tree>
    <p:extLst>
      <p:ext uri="{BB962C8B-B14F-4D97-AF65-F5344CB8AC3E}">
        <p14:creationId xmlns:p14="http://schemas.microsoft.com/office/powerpoint/2010/main" val="4136081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word looks for useful clues in the sentence</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Tree>
    <p:extLst>
      <p:ext uri="{BB962C8B-B14F-4D97-AF65-F5344CB8AC3E}">
        <p14:creationId xmlns:p14="http://schemas.microsoft.com/office/powerpoint/2010/main" val="413608195"/>
      </p:ext>
    </p:extLst>
  </p:cSld>
</p:sld>
</file>

<file path=ppt/slides/slide19.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A simple score measures how well clues match</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19/120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The: no toy feature match</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19/120</a:t>
            </a:r>
          </a:p>
        </p:txBody>
      </p:sp>
    </p:spTree>
    <p:extLst>
      <p:ext uri="{BB962C8B-B14F-4D97-AF65-F5344CB8AC3E}">
        <p14:creationId xmlns:p14="http://schemas.microsoft.com/office/powerpoint/2010/main" val="312745047"/>
      </p:ext>
    </p:extLst>
  </p:cSld>
</p:sld>
</file>

<file path=ppt/slides/slide20.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simple score measures how well clues match</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simple score measures how well clues match</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2.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Generation cannot peek at future words</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22/120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Softmax turns that into zero.</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22/120</a:t>
            </a:r>
          </a:p>
        </p:txBody>
      </p:sp>
    </p:spTree>
    <p:extLst>
      <p:ext uri="{BB962C8B-B14F-4D97-AF65-F5344CB8AC3E}">
        <p14:creationId xmlns:p14="http://schemas.microsoft.com/office/powerpoint/2010/main" val="702608455"/>
      </p:ext>
    </p:extLst>
  </p:cSld>
</p:sld>
</file>

<file path=ppt/slides/slide23.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Generation cannot peek at future words</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Tree>
    <p:extLst>
      <p:ext uri="{BB962C8B-B14F-4D97-AF65-F5344CB8AC3E}">
        <p14:creationId xmlns:p14="http://schemas.microsoft.com/office/powerpoint/2010/main" val="7026084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Generation cannot peek at future words</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Tree>
    <p:extLst>
      <p:ext uri="{BB962C8B-B14F-4D97-AF65-F5344CB8AC3E}">
        <p14:creationId xmlns:p14="http://schemas.microsoft.com/office/powerpoint/2010/main" val="702608455"/>
      </p:ext>
    </p:extLst>
  </p:cSld>
</p:sld>
</file>

<file path=ppt/slides/slide25.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Relevance scores become percentages</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25/120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The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25/120</a:t>
            </a:r>
          </a:p>
        </p:txBody>
      </p:sp>
    </p:spTree>
    <p:extLst>
      <p:ext uri="{BB962C8B-B14F-4D97-AF65-F5344CB8AC3E}">
        <p14:creationId xmlns:p14="http://schemas.microsoft.com/office/powerpoint/2010/main" val="1135488241"/>
      </p:ext>
    </p:extLst>
  </p:cSld>
</p:sld>
</file>

<file path=ppt/slides/slide26.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Relevance scores become percentages</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Tree>
    <p:extLst>
      <p:ext uri="{BB962C8B-B14F-4D97-AF65-F5344CB8AC3E}">
        <p14:creationId xmlns:p14="http://schemas.microsoft.com/office/powerpoint/2010/main" val="1135488241"/>
      </p:ext>
    </p:extLst>
  </p:cSld>
</p:sld>
</file>

<file path=ppt/slides/slide27.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Relevance scores become percentages</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Relevance scores become percentages</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8905875" y="1809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890587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9.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model gathers the useful information</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29/120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sat contributes an action clue.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29/120</a:t>
            </a:r>
          </a:p>
        </p:txBody>
      </p:sp>
    </p:spTree>
    <p:extLst>
      <p:ext uri="{BB962C8B-B14F-4D97-AF65-F5344CB8AC3E}">
        <p14:creationId xmlns:p14="http://schemas.microsoft.com/office/powerpoint/2010/main" val="2074457378"/>
      </p:ext>
    </p:extLst>
  </p:cSld>
</p:sld>
</file>

<file path=ppt/slides/slide30.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gathers the useful information</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Tree>
    <p:extLst>
      <p:ext uri="{BB962C8B-B14F-4D97-AF65-F5344CB8AC3E}">
        <p14:creationId xmlns:p14="http://schemas.microsoft.com/office/powerpoint/2010/main" val="20744573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gathers the useful information</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Tree>
    <p:extLst>
      <p:ext uri="{BB962C8B-B14F-4D97-AF65-F5344CB8AC3E}">
        <p14:creationId xmlns:p14="http://schemas.microsoft.com/office/powerpoint/2010/main" val="2074457378"/>
      </p:ext>
    </p:extLst>
  </p:cSld>
</p:sld>
</file>

<file path=ppt/slides/slide32.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Several readers inspect the same sentence</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32/120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Outputs reunite at dmodel.</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32/120</a:t>
            </a:r>
          </a:p>
        </p:txBody>
      </p:sp>
    </p:spTree>
    <p:extLst>
      <p:ext uri="{BB962C8B-B14F-4D97-AF65-F5344CB8AC3E}">
        <p14:creationId xmlns:p14="http://schemas.microsoft.com/office/powerpoint/2010/main" val="1583390924"/>
      </p:ext>
    </p:extLst>
  </p:cSld>
</p:sld>
</file>

<file path=ppt/slides/slide33.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Several readers inspect the same sentence</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Tree>
    <p:extLst>
      <p:ext uri="{BB962C8B-B14F-4D97-AF65-F5344CB8AC3E}">
        <p14:creationId xmlns:p14="http://schemas.microsoft.com/office/powerpoint/2010/main" val="15833909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Several readers inspect the same sentence</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Tree>
    <p:extLst>
      <p:ext uri="{BB962C8B-B14F-4D97-AF65-F5344CB8AC3E}">
        <p14:creationId xmlns:p14="http://schemas.microsoft.com/office/powerpoint/2010/main" val="1583390924"/>
      </p:ext>
    </p:extLst>
  </p:cSld>
</p:sld>
</file>

<file path=ppt/slides/slide35.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A repeated station organizes the information</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FFFFFF">
              <a:alpha val="70000"/>
            </a:srgbClr>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35/120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Attention mixes positions.</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35/120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6bdac64943a4bff"/>
          <a:srcRect xmlns:a="http://schemas.openxmlformats.org/drawingml/2006/main" l="9979" t="0" r="9979" b="0"/>
          <a:stretch xmlns:a="http://schemas.openxmlformats.org/drawingml/2006/main">
            <a:fillRect l="0" t="0" r="0" b="0"/>
          </a:stretch>
        </p:blipFill>
        <p:spPr>
          <a:xfrm xmlns:a="http://schemas.openxmlformats.org/drawingml/2006/main">
            <a:off x="5476875" y="1190625"/>
            <a:ext cx="6096000" cy="4286250"/>
          </a:xfrm>
          <a:prstGeom xmlns:a="http://schemas.openxmlformats.org/drawingml/2006/main" prst="roundRect">
            <a:avLst>
              <a:gd name="adj" fmla="val 3556"/>
            </a:avLst>
          </a:prstGeom>
        </p:spPr>
      </p:pic>
    </p:spTree>
    <p:extLst>
      <p:ext uri="{BB962C8B-B14F-4D97-AF65-F5344CB8AC3E}">
        <p14:creationId xmlns:p14="http://schemas.microsoft.com/office/powerpoint/2010/main" val="1518408265"/>
      </p:ext>
    </p:extLst>
  </p:cSld>
</p:sld>
</file>

<file path=ppt/slides/slide36.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repeated station organizes the information</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Tree>
    <p:extLst>
      <p:ext uri="{BB962C8B-B14F-4D97-AF65-F5344CB8AC3E}">
        <p14:creationId xmlns:p14="http://schemas.microsoft.com/office/powerpoint/2010/main" val="15184082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repeated station organizes the information</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38.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model chooses the next word</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FFFFFF">
              <a:alpha val="70000"/>
            </a:srgbClr>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38/120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Sample or select one token.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38/120</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52f6347eafe4a1c"/>
          <a:srcRect xmlns:a="http://schemas.openxmlformats.org/drawingml/2006/main" l="9979" t="0" r="9979" b="0"/>
          <a:stretch xmlns:a="http://schemas.openxmlformats.org/drawingml/2006/main">
            <a:fillRect l="0" t="0" r="0" b="0"/>
          </a:stretch>
        </p:blipFill>
        <p:spPr>
          <a:xfrm xmlns:a="http://schemas.openxmlformats.org/drawingml/2006/main">
            <a:off x="5476875" y="1190625"/>
            <a:ext cx="6096000" cy="4286250"/>
          </a:xfrm>
          <a:prstGeom xmlns:a="http://schemas.openxmlformats.org/drawingml/2006/main" prst="roundRect">
            <a:avLst>
              <a:gd name="adj" fmla="val 3556"/>
            </a:avLst>
          </a:prstGeom>
        </p:spPr>
      </p:pic>
    </p:spTree>
    <p:extLst>
      <p:ext uri="{BB962C8B-B14F-4D97-AF65-F5344CB8AC3E}">
        <p14:creationId xmlns:p14="http://schemas.microsoft.com/office/powerpoint/2010/main" val="1180160783"/>
      </p:ext>
    </p:extLst>
  </p:cSld>
</p:sld>
</file>

<file path=ppt/slides/slide39.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chooses the next word</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model chooses the next word</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1.xml><?xml version="1.0" encoding="utf-8"?>
<p:sld xmlns:p="http://schemas.openxmlformats.org/presentationml/2006/main">
  <p:cSld>
    <p:bg>
      <p:bgPr>
        <a:gradFill xmlns:a="http://schemas.openxmlformats.org/drawingml/2006/main">
          <a:gsLst>
            <a:gs pos="0">
              <a:srgbClr val="061F45"/>
            </a:gs>
            <a:gs pos="100000">
              <a:srgbClr val="0B4AA2"/>
            </a:gs>
          </a:gsLst>
          <a:lin ang="8100000"/>
        </a:gra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Choose one word, add it, and repeat</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41/120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41/120</a:t>
            </a:r>
          </a:p>
        </p:txBody>
      </p:sp>
    </p:spTree>
    <p:extLst>
      <p:ext uri="{BB962C8B-B14F-4D97-AF65-F5344CB8AC3E}">
        <p14:creationId xmlns:p14="http://schemas.microsoft.com/office/powerpoint/2010/main" val="396528406"/>
      </p:ext>
    </p:extLst>
  </p:cSld>
</p:sld>
</file>

<file path=ppt/slides/slide42.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Choose one word, add it, and repeat</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Tree>
    <p:extLst>
      <p:ext uri="{BB962C8B-B14F-4D97-AF65-F5344CB8AC3E}">
        <p14:creationId xmlns:p14="http://schemas.microsoft.com/office/powerpoint/2010/main" val="396528406"/>
      </p:ext>
    </p:extLst>
  </p:cSld>
</p:sld>
</file>

<file path=ppt/slides/slide43.xml><?xml version="1.0" encoding="utf-8"?>
<p:sld xmlns:p="http://schemas.openxmlformats.org/presentationml/2006/main">
  <p:cSld>
    <p:bg>
      <p:bgPr>
        <a:solidFill xmlns:a="http://schemas.openxmlformats.org/drawingml/2006/main">
          <a:srgbClr val="EEF4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Choose one word, add it, and repeat</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Tree>
    <p:extLst>
      <p:ext uri="{BB962C8B-B14F-4D97-AF65-F5344CB8AC3E}">
        <p14:creationId xmlns:p14="http://schemas.microsoft.com/office/powerpoint/2010/main" val="39652840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Choose one word, add it, and repeat</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Tree>
    <p:extLst>
      <p:ext uri="{BB962C8B-B14F-4D97-AF65-F5344CB8AC3E}">
        <p14:creationId xmlns:p14="http://schemas.microsoft.com/office/powerpoint/2010/main" val="396528406"/>
      </p:ext>
    </p:extLst>
  </p:cSld>
</p:sld>
</file>

<file path=ppt/slides/slide45.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619125" y="1381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1476375" y="1314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619125" y="2257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1476375" y="2190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619125" y="3133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1476375" y="3067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619125" y="4010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1476375" y="3943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Tree>
    <p:extLst>
      <p:ext uri="{BB962C8B-B14F-4D97-AF65-F5344CB8AC3E}">
        <p14:creationId xmlns:p14="http://schemas.microsoft.com/office/powerpoint/2010/main" val="62106020"/>
      </p:ext>
    </p:extLst>
  </p:cSld>
</p:sld>
</file>

<file path=ppt/slides/slide4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Tree>
    <p:extLst>
      <p:ext uri="{BB962C8B-B14F-4D97-AF65-F5344CB8AC3E}">
        <p14:creationId xmlns:p14="http://schemas.microsoft.com/office/powerpoint/2010/main" val="627928674"/>
      </p:ext>
    </p:extLst>
  </p:cSld>
</p:sld>
</file>

<file path=ppt/slides/slide47.xml><?xml version="1.0" encoding="utf-8"?>
<p:sld xmlns:p="http://schemas.openxmlformats.org/presentationml/2006/main">
  <p:cSld>
    <p:bg>
      <p:bgPr>
        <a:gradFill xmlns:a="http://schemas.openxmlformats.org/drawingml/2006/main">
          <a:gsLst>
            <a:gs pos="0">
              <a:srgbClr val="082F35"/>
            </a:gs>
            <a:gs pos="100000">
              <a:srgbClr val="0F6D72"/>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666750" y="1428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600" b="1" i="0">
                <a:solidFill>
                  <a:srgbClr val="0B4AA2"/>
                </a:solidFill>
              </a:defRPr>
            </a:pPr>
            <a:r>
              <a:rPr sz="3600" b="1" i="0">
                <a:solidFill>
                  <a:srgbClr val="FFFFFF"/>
                </a:solidFill>
              </a:rPr>
              <a:t>From generated words to a working service</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685800" y="3000375"/>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5B667A"/>
                </a:solidFill>
              </a:defRPr>
            </a:pPr>
            <a:r>
              <a:rPr sz="2100" b="1" i="0">
                <a:solidFill>
                  <a:srgbClr val="FFFFFF"/>
                </a:solidFill>
              </a:rPr>
              <a:t>Connect the model loop to what the user experiences</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47/120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57dd48525c44b76"/>
          <a:srcRect xmlns:a="http://schemas.openxmlformats.org/drawingml/2006/main" l="13270" t="0" r="13270" b="0"/>
          <a:stretch xmlns:a="http://schemas.openxmlformats.org/drawingml/2006/main">
            <a:fillRect l="0" t="0" r="0" b="0"/>
          </a:stretch>
        </p:blipFill>
        <p:spPr>
          <a:xfrm xmlns:a="http://schemas.openxmlformats.org/drawingml/2006/main">
            <a:off x="5715000" y="952500"/>
            <a:ext cx="5905500" cy="4524375"/>
          </a:xfrm>
          <a:prstGeom xmlns:a="http://schemas.openxmlformats.org/drawingml/2006/main" prst="roundRect">
            <a:avLst>
              <a:gd name="adj" fmla="val 3368"/>
            </a:avLst>
          </a:prstGeom>
        </p:spPr>
      </p:pic>
    </p:spTree>
    <p:extLst>
      <p:ext uri="{BB962C8B-B14F-4D97-AF65-F5344CB8AC3E}">
        <p14:creationId xmlns:p14="http://schemas.microsoft.com/office/powerpoint/2010/main" val="143288291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powerful model still needs a usable service</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Tree>
    <p:extLst>
      <p:ext uri="{BB962C8B-B14F-4D97-AF65-F5344CB8AC3E}">
        <p14:creationId xmlns:p14="http://schemas.microsoft.com/office/powerpoint/2010/main" val="14225247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Tree>
    <p:extLst>
      <p:ext uri="{BB962C8B-B14F-4D97-AF65-F5344CB8AC3E}">
        <p14:creationId xmlns:p14="http://schemas.microsoft.com/office/powerpoint/2010/main" val="92199895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Tree>
    <p:extLst>
      <p:ext uri="{BB962C8B-B14F-4D97-AF65-F5344CB8AC3E}">
        <p14:creationId xmlns:p14="http://schemas.microsoft.com/office/powerpoint/2010/main" val="124610798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Tree>
    <p:extLst>
      <p:ext uri="{BB962C8B-B14F-4D97-AF65-F5344CB8AC3E}">
        <p14:creationId xmlns:p14="http://schemas.microsoft.com/office/powerpoint/2010/main" val="1367009626"/>
      </p:ext>
    </p:extLst>
  </p:cSld>
</p:sld>
</file>

<file path=ppt/slides/slide52.xml><?xml version="1.0" encoding="utf-8"?>
<p:sld xmlns:p="http://schemas.openxmlformats.org/presentationml/2006/main">
  <p:cSld>
    <p:bg>
      <p:bgPr>
        <a:gradFill xmlns:a="http://schemas.openxmlformats.org/drawingml/2006/main">
          <a:gsLst>
            <a:gs pos="0">
              <a:srgbClr val="082F35"/>
            </a:gs>
            <a:gs pos="100000">
              <a:srgbClr val="0F6D72"/>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One request travels through a complete service route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52/120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Receive and tokenize.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52/120</a:t>
            </a:r>
          </a:p>
        </p:txBody>
      </p:sp>
    </p:spTree>
    <p:extLst>
      <p:ext uri="{BB962C8B-B14F-4D97-AF65-F5344CB8AC3E}">
        <p14:creationId xmlns:p14="http://schemas.microsoft.com/office/powerpoint/2010/main" val="1132930992"/>
      </p:ext>
    </p:extLst>
  </p:cSld>
</p:sld>
</file>

<file path=ppt/slides/slide53.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travels through a complete service route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Tree>
    <p:extLst>
      <p:ext uri="{BB962C8B-B14F-4D97-AF65-F5344CB8AC3E}">
        <p14:creationId xmlns:p14="http://schemas.microsoft.com/office/powerpoint/2010/main" val="1132930992"/>
      </p:ext>
    </p:extLst>
  </p:cSld>
</p:sld>
</file>

<file path=ppt/slides/slide54.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travels through a complete service route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646747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76200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5810250" y="2571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6962775" y="2571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115300" y="2571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Tree>
    <p:extLst>
      <p:ext uri="{BB962C8B-B14F-4D97-AF65-F5344CB8AC3E}">
        <p14:creationId xmlns:p14="http://schemas.microsoft.com/office/powerpoint/2010/main" val="113293099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travels through a complete service route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646747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76200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87725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992505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5810250" y="2571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6962775" y="2571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115300" y="2571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9267825" y="2571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0420350" y="2571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Tree>
    <p:extLst>
      <p:ext uri="{BB962C8B-B14F-4D97-AF65-F5344CB8AC3E}">
        <p14:creationId xmlns:p14="http://schemas.microsoft.com/office/powerpoint/2010/main" val="11329309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User response time has two different waits</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Tree>
    <p:extLst>
      <p:ext uri="{BB962C8B-B14F-4D97-AF65-F5344CB8AC3E}">
        <p14:creationId xmlns:p14="http://schemas.microsoft.com/office/powerpoint/2010/main" val="941629525"/>
      </p:ext>
    </p:extLst>
  </p:cSld>
</p:sld>
</file>

<file path=ppt/slides/slide57.xml><?xml version="1.0" encoding="utf-8"?>
<p:sld xmlns:p="http://schemas.openxmlformats.org/presentationml/2006/main">
  <p:cSld>
    <p:bg>
      <p:bgPr>
        <a:gradFill xmlns:a="http://schemas.openxmlformats.org/drawingml/2006/main">
          <a:gsLst>
            <a:gs pos="0">
              <a:srgbClr val="082F35"/>
            </a:gs>
            <a:gs pos="100000">
              <a:srgbClr val="0F6D72"/>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Read the question once, then write one word at a time</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57/120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FFFFFF"/>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57/120</a:t>
            </a:r>
          </a:p>
        </p:txBody>
      </p:sp>
    </p:spTree>
    <p:extLst>
      <p:ext uri="{BB962C8B-B14F-4D97-AF65-F5344CB8AC3E}">
        <p14:creationId xmlns:p14="http://schemas.microsoft.com/office/powerpoint/2010/main" val="969518468"/>
      </p:ext>
    </p:extLst>
  </p:cSld>
</p:sld>
</file>

<file path=ppt/slides/slide58.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question once, then write one word at a time</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question once, then write one word at a time</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60.xml><?xml version="1.0" encoding="utf-8"?>
<p:sld xmlns:p="http://schemas.openxmlformats.org/presentationml/2006/main">
  <p:cSld>
    <p:bg>
      <p:bgPr>
        <a:gradFill xmlns:a="http://schemas.openxmlformats.org/drawingml/2006/main">
          <a:gsLst>
            <a:gs pos="0">
              <a:srgbClr val="082F35"/>
            </a:gs>
            <a:gs pos="100000">
              <a:srgbClr val="0F6D72"/>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One question is read once, then answered step by step</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60/120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60/120</a:t>
            </a:r>
          </a:p>
        </p:txBody>
      </p:sp>
    </p:spTree>
    <p:extLst>
      <p:ext uri="{BB962C8B-B14F-4D97-AF65-F5344CB8AC3E}">
        <p14:creationId xmlns:p14="http://schemas.microsoft.com/office/powerpoint/2010/main" val="6537731"/>
      </p:ext>
    </p:extLst>
  </p:cSld>
</p:sld>
</file>

<file path=ppt/slides/slide61.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question is read once, then answered step by step</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Tree>
    <p:extLst>
      <p:ext uri="{BB962C8B-B14F-4D97-AF65-F5344CB8AC3E}">
        <p14:creationId xmlns:p14="http://schemas.microsoft.com/office/powerpoint/2010/main" val="6537731"/>
      </p:ext>
    </p:extLst>
  </p:cSld>
</p:sld>
</file>

<file path=ppt/slides/slide62.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question is read once, then answered step by step</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question is read once, then answered step by step</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Different clocks describe the same user experience</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65.xml><?xml version="1.0" encoding="utf-8"?>
<p:sld xmlns:p="http://schemas.openxmlformats.org/presentationml/2006/main">
  <p:cSld>
    <p:bg>
      <p:bgPr>
        <a:gradFill xmlns:a="http://schemas.openxmlformats.org/drawingml/2006/main">
          <a:gsLst>
            <a:gs pos="0">
              <a:srgbClr val="082F35"/>
            </a:gs>
            <a:gs pos="100000">
              <a:srgbClr val="0F6D72"/>
            </a:gs>
          </a:gsLst>
          <a:lin ang="81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Waiting happens before and after the first word</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65/120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Tail latency may be dominated by waiting.</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65/120</a:t>
            </a:r>
          </a:p>
        </p:txBody>
      </p:sp>
    </p:spTree>
    <p:extLst>
      <p:ext uri="{BB962C8B-B14F-4D97-AF65-F5344CB8AC3E}">
        <p14:creationId xmlns:p14="http://schemas.microsoft.com/office/powerpoint/2010/main" val="1234199260"/>
      </p:ext>
    </p:extLst>
  </p:cSld>
</p:sld>
</file>

<file path=ppt/slides/slide66.xml><?xml version="1.0" encoding="utf-8"?>
<p:sld xmlns:p="http://schemas.openxmlformats.org/presentationml/2006/main">
  <p:cSld>
    <p:bg>
      <p:bgPr>
        <a:solidFill xmlns:a="http://schemas.openxmlformats.org/drawingml/2006/main">
          <a:srgbClr val="EAF8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Waiting happens before and after the first word</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646747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5810250" y="2571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6962775" y="2571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Tree>
    <p:extLst>
      <p:ext uri="{BB962C8B-B14F-4D97-AF65-F5344CB8AC3E}">
        <p14:creationId xmlns:p14="http://schemas.microsoft.com/office/powerpoint/2010/main" val="123419926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Waiting happens before and after the first word</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646747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76200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87725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992505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5810250" y="2571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6962775" y="2571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115300" y="2571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9267825" y="2571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0420350" y="2571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Tree>
    <p:extLst>
      <p:ext uri="{BB962C8B-B14F-4D97-AF65-F5344CB8AC3E}">
        <p14:creationId xmlns:p14="http://schemas.microsoft.com/office/powerpoint/2010/main" val="1234199260"/>
      </p:ext>
    </p:extLst>
  </p:cSld>
</p:sld>
</file>

<file path=ppt/slides/slide68.xml><?xml version="1.0" encoding="utf-8"?>
<p:sld xmlns:p="http://schemas.openxmlformats.org/presentationml/2006/main">
  <p:cSld>
    <p:bg>
      <p:bgPr>
        <a:gradFill xmlns:a="http://schemas.openxmlformats.org/drawingml/2006/main">
          <a:gsLst>
            <a:gs pos="0">
              <a:srgbClr val="7B3105"/>
            </a:gs>
            <a:gs pos="100000">
              <a:srgbClr val="E98A15"/>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762000" y="1047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FFFFFF"/>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1714500" y="2333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FFFFFF"/>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1717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42672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63627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8458200" y="3905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7143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28098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4905375" y="3571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0008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096375" y="3571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68/120</a:t>
            </a:r>
          </a:p>
        </p:txBody>
      </p:sp>
    </p:spTree>
    <p:extLst>
      <p:ext uri="{BB962C8B-B14F-4D97-AF65-F5344CB8AC3E}">
        <p14:creationId xmlns:p14="http://schemas.microsoft.com/office/powerpoint/2010/main" val="1777555981"/>
      </p:ext>
    </p:extLst>
  </p:cSld>
</p:sld>
</file>

<file path=ppt/slides/slide69.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666750" y="1428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600" b="1" i="0">
                <a:solidFill>
                  <a:srgbClr val="0B4AA2"/>
                </a:solidFill>
              </a:defRPr>
            </a:pPr>
            <a:r>
              <a:rPr sz="3600" b="1" i="0">
                <a:solidFill>
                  <a:srgbClr val="FFFFFF"/>
                </a:solidFill>
              </a:rPr>
              <a:t>How the service remembers and chooses</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685800" y="3000375"/>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5B667A"/>
                </a:solidFill>
              </a:defRPr>
            </a:pPr>
            <a:r>
              <a:rPr sz="2100" b="1" i="0">
                <a:solidFill>
                  <a:srgbClr val="FFFFFF"/>
                </a:solidFill>
              </a:rPr>
              <a:t>Continuous batching, KV allocation, reuse, and preemption</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69/120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b7b9f1062c24368"/>
          <a:srcRect xmlns:a="http://schemas.openxmlformats.org/drawingml/2006/main" l="13270" t="0" r="13270" b="0"/>
          <a:stretch xmlns:a="http://schemas.openxmlformats.org/drawingml/2006/main">
            <a:fillRect l="0" t="0" r="0" b="0"/>
          </a:stretch>
        </p:blipFill>
        <p:spPr>
          <a:xfrm xmlns:a="http://schemas.openxmlformats.org/drawingml/2006/main">
            <a:off x="5715000" y="952500"/>
            <a:ext cx="5905500" cy="4524375"/>
          </a:xfrm>
          <a:prstGeom xmlns:a="http://schemas.openxmlformats.org/drawingml/2006/main" prst="roundRect">
            <a:avLst>
              <a:gd name="adj" fmla="val 3368"/>
            </a:avLst>
          </a:prstGeom>
        </p:spPr>
      </p:pic>
    </p:spTree>
    <p:extLst>
      <p:ext uri="{BB962C8B-B14F-4D97-AF65-F5344CB8AC3E}">
        <p14:creationId xmlns:p14="http://schemas.microsoft.com/office/powerpoint/2010/main" val="3077983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Traffic control balances efficiency and waiting</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Tree>
    <p:extLst>
      <p:ext uri="{BB962C8B-B14F-4D97-AF65-F5344CB8AC3E}">
        <p14:creationId xmlns:p14="http://schemas.microsoft.com/office/powerpoint/2010/main" val="1556315470"/>
      </p:ext>
    </p:extLst>
  </p:cSld>
</p:sld>
</file>

<file path=ppt/slides/slide71.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line can be reconsidered after every word</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71/120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FFFFFF"/>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71/120</a:t>
            </a:r>
          </a:p>
        </p:txBody>
      </p:sp>
    </p:spTree>
    <p:extLst>
      <p:ext uri="{BB962C8B-B14F-4D97-AF65-F5344CB8AC3E}">
        <p14:creationId xmlns:p14="http://schemas.microsoft.com/office/powerpoint/2010/main" val="463854250"/>
      </p:ext>
    </p:extLst>
  </p:cSld>
</p:sld>
</file>

<file path=ppt/slides/slide72.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line can be reconsidered after every word</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Tree>
    <p:extLst>
      <p:ext uri="{BB962C8B-B14F-4D97-AF65-F5344CB8AC3E}">
        <p14:creationId xmlns:p14="http://schemas.microsoft.com/office/powerpoint/2010/main" val="46385425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line can be reconsidered after every word</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Tree>
    <p:extLst>
      <p:ext uri="{BB962C8B-B14F-4D97-AF65-F5344CB8AC3E}">
        <p14:creationId xmlns:p14="http://schemas.microsoft.com/office/powerpoint/2010/main" val="463854250"/>
      </p:ext>
    </p:extLst>
  </p:cSld>
</p:sld>
</file>

<file path=ppt/slides/slide74.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The service rebuilds its line as requests finish</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74/120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Finished requests leave.</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74/120</a:t>
            </a:r>
          </a:p>
        </p:txBody>
      </p:sp>
    </p:spTree>
    <p:extLst>
      <p:ext uri="{BB962C8B-B14F-4D97-AF65-F5344CB8AC3E}">
        <p14:creationId xmlns:p14="http://schemas.microsoft.com/office/powerpoint/2010/main" val="1918710121"/>
      </p:ext>
    </p:extLst>
  </p:cSld>
</p:sld>
</file>

<file path=ppt/slides/slide75.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service rebuilds its line as requests finish</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Tree>
    <p:extLst>
      <p:ext uri="{BB962C8B-B14F-4D97-AF65-F5344CB8AC3E}">
        <p14:creationId xmlns:p14="http://schemas.microsoft.com/office/powerpoint/2010/main" val="1918710121"/>
      </p:ext>
    </p:extLst>
  </p:cSld>
</p:sld>
</file>

<file path=ppt/slides/slide76.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service rebuilds its line as requests finish</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Tree>
    <p:extLst>
      <p:ext uri="{BB962C8B-B14F-4D97-AF65-F5344CB8AC3E}">
        <p14:creationId xmlns:p14="http://schemas.microsoft.com/office/powerpoint/2010/main" val="191871012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service rebuilds its line as requests finish</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Tree>
    <p:extLst>
      <p:ext uri="{BB962C8B-B14F-4D97-AF65-F5344CB8AC3E}">
        <p14:creationId xmlns:p14="http://schemas.microsoft.com/office/powerpoint/2010/main" val="1918710121"/>
      </p:ext>
    </p:extLst>
  </p:cSld>
</p:sld>
</file>

<file path=ppt/slides/slide78.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Every decision obeys a word budget and a memory budget</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78/120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token budget</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78/120</a:t>
            </a:r>
          </a:p>
        </p:txBody>
      </p:sp>
    </p:spTree>
    <p:extLst>
      <p:ext uri="{BB962C8B-B14F-4D97-AF65-F5344CB8AC3E}">
        <p14:creationId xmlns:p14="http://schemas.microsoft.com/office/powerpoint/2010/main" val="32228816"/>
      </p:ext>
    </p:extLst>
  </p:cSld>
</p:sld>
</file>

<file path=ppt/slides/slide79.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 decision obeys a word budget and a memory budget</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 decision obeys a word budget and a memory budget</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1.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Only requests that fit both budgets can run together</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81/120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B+C fits tokens but not KV.</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81/120</a:t>
            </a:r>
          </a:p>
        </p:txBody>
      </p:sp>
    </p:spTree>
    <p:extLst>
      <p:ext uri="{BB962C8B-B14F-4D97-AF65-F5344CB8AC3E}">
        <p14:creationId xmlns:p14="http://schemas.microsoft.com/office/powerpoint/2010/main" val="1382253123"/>
      </p:ext>
    </p:extLst>
  </p:cSld>
</p:sld>
</file>

<file path=ppt/slides/slide82.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Only requests that fit both budgets can run together</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Only requests that fit both budgets can run together</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is each request's working memory</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Tree>
    <p:extLst>
      <p:ext uri="{BB962C8B-B14F-4D97-AF65-F5344CB8AC3E}">
        <p14:creationId xmlns:p14="http://schemas.microsoft.com/office/powerpoint/2010/main" val="1532435217"/>
      </p:ext>
    </p:extLst>
  </p:cSld>
</p:sld>
</file>

<file path=ppt/slides/slide85.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Longer conversations need more working memory</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85/120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KV per token in the worked configuration</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85/120</a:t>
            </a:r>
          </a:p>
        </p:txBody>
      </p:sp>
    </p:spTree>
    <p:extLst>
      <p:ext uri="{BB962C8B-B14F-4D97-AF65-F5344CB8AC3E}">
        <p14:creationId xmlns:p14="http://schemas.microsoft.com/office/powerpoint/2010/main" val="1052668782"/>
      </p:ext>
    </p:extLst>
  </p:cSld>
</p:sld>
</file>

<file path=ppt/slides/slide86.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Longer conversations need more working memory</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Longer conversations need more working memory</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8.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Working memory is split into fixed-size pages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FFFFFF">
              <a:alpha val="70000"/>
            </a:srgbClr>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88/120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FFFFFF"/>
                </a:solidFill>
              </a:rPr>
              <a:t>tokens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88/120</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65eff012ec047d2"/>
          <a:srcRect xmlns:a="http://schemas.openxmlformats.org/drawingml/2006/main" l="9979" t="0" r="9979" b="0"/>
          <a:stretch xmlns:a="http://schemas.openxmlformats.org/drawingml/2006/main">
            <a:fillRect l="0" t="0" r="0" b="0"/>
          </a:stretch>
        </p:blipFill>
        <p:spPr>
          <a:xfrm xmlns:a="http://schemas.openxmlformats.org/drawingml/2006/main">
            <a:off x="5476875" y="1190625"/>
            <a:ext cx="6096000" cy="4286250"/>
          </a:xfrm>
          <a:prstGeom xmlns:a="http://schemas.openxmlformats.org/drawingml/2006/main" prst="roundRect">
            <a:avLst>
              <a:gd name="adj" fmla="val 3556"/>
            </a:avLst>
          </a:prstGeom>
        </p:spPr>
      </p:pic>
    </p:spTree>
    <p:extLst>
      <p:ext uri="{BB962C8B-B14F-4D97-AF65-F5344CB8AC3E}">
        <p14:creationId xmlns:p14="http://schemas.microsoft.com/office/powerpoint/2010/main" val="1433554528"/>
      </p:ext>
    </p:extLst>
  </p:cSld>
</p:sld>
</file>

<file path=ppt/slides/slide89.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Working memory is split into fixed-size pages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Tree>
    <p:extLst>
      <p:ext uri="{BB962C8B-B14F-4D97-AF65-F5344CB8AC3E}">
        <p14:creationId xmlns:p14="http://schemas.microsoft.com/office/powerpoint/2010/main" val="1433554528"/>
      </p:ext>
    </p:extLst>
  </p:cSld>
</p:sld>
</file>

<file path=ppt/slides/slide90.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Working memory is split into fixed-size pages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Working memory is split into fixed-size pages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8905875" y="1809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890587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Progress and memory location are different things</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800100" y="3705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123825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6343650" y="3705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6781800" y="3609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Tree>
    <p:extLst>
      <p:ext uri="{BB962C8B-B14F-4D97-AF65-F5344CB8AC3E}">
        <p14:creationId xmlns:p14="http://schemas.microsoft.com/office/powerpoint/2010/main" val="1988322361"/>
      </p:ext>
    </p:extLst>
  </p:cSld>
</p:sld>
</file>

<file path=ppt/slides/slide93.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Shared memories need clear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93/120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The block is freed only at zero.</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93/120</a:t>
            </a:r>
          </a:p>
        </p:txBody>
      </p:sp>
    </p:spTree>
    <p:extLst>
      <p:ext uri="{BB962C8B-B14F-4D97-AF65-F5344CB8AC3E}">
        <p14:creationId xmlns:p14="http://schemas.microsoft.com/office/powerpoint/2010/main" val="2081546430"/>
      </p:ext>
    </p:extLst>
  </p:cSld>
</p:sld>
</file>

<file path=ppt/slides/slide94.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memories need clear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memories need clear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6.xml><?xml version="1.0" encoding="utf-8"?>
<p:sld xmlns:p="http://schemas.openxmlformats.org/presentationml/2006/main">
  <p:cSld>
    <p:bg>
      <p:bgPr>
        <a:gradFill xmlns:a="http://schemas.openxmlformats.org/drawingml/2006/main">
          <a:gsLst>
            <a:gs pos="0">
              <a:srgbClr val="241B59"/>
            </a:gs>
            <a:gs pos="100000">
              <a:srgbClr val="5B3FC0"/>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A request can move without losing its place</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96/120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A page table reconnects them.</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96/120</a:t>
            </a:r>
          </a:p>
        </p:txBody>
      </p:sp>
    </p:spTree>
    <p:extLst>
      <p:ext uri="{BB962C8B-B14F-4D97-AF65-F5344CB8AC3E}">
        <p14:creationId xmlns:p14="http://schemas.microsoft.com/office/powerpoint/2010/main" val="1757707971"/>
      </p:ext>
    </p:extLst>
  </p:cSld>
</p:sld>
</file>

<file path=ppt/slides/slide97.xml><?xml version="1.0" encoding="utf-8"?>
<p:sld xmlns:p="http://schemas.openxmlformats.org/presentationml/2006/main">
  <p:cSld>
    <p:bg>
      <p:bgPr>
        <a:solidFill xmlns:a="http://schemas.openxmlformats.org/drawingml/2006/main">
          <a:srgbClr val="F3E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request can move without losing its place</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Tree>
    <p:extLst>
      <p:ext uri="{BB962C8B-B14F-4D97-AF65-F5344CB8AC3E}">
        <p14:creationId xmlns:p14="http://schemas.microsoft.com/office/powerpoint/2010/main" val="175770797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request can move without losing its place</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Tree>
    <p:extLst>
      <p:ext uri="{BB962C8B-B14F-4D97-AF65-F5344CB8AC3E}">
        <p14:creationId xmlns:p14="http://schemas.microsoft.com/office/powerpoint/2010/main" val="175770797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service decides which memories are worth keeping</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590550" y="1428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590550" y="1952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1238250" y="2047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1238250" y="2828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4286250" y="1428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4286250" y="1952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4495800" y="2143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4933950" y="2047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4495800" y="2924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4933950" y="2828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7981950" y="1428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7981950" y="1952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191500" y="2143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8629650" y="2047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191500" y="2924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8629650" y="2828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Tree>
    <p:extLst>
      <p:ext uri="{BB962C8B-B14F-4D97-AF65-F5344CB8AC3E}">
        <p14:creationId xmlns:p14="http://schemas.microsoft.com/office/powerpoint/2010/main" val="80715040"/>
      </p:ext>
    </p:extLst>
  </p:cSld>
</p:sld>
</file>

<file path=ppt/slides/slide100.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619125" y="1381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1476375" y="1314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619125" y="2257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1476375" y="2190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619125" y="3133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1476375" y="3067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619125" y="4010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1476375" y="3943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Tree>
    <p:extLst>
      <p:ext uri="{BB962C8B-B14F-4D97-AF65-F5344CB8AC3E}">
        <p14:creationId xmlns:p14="http://schemas.microsoft.com/office/powerpoint/2010/main" val="1480403047"/>
      </p:ext>
    </p:extLst>
  </p:cSld>
</p:sld>
</file>

<file path=ppt/slides/slide101.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Tree>
    <p:extLst>
      <p:ext uri="{BB962C8B-B14F-4D97-AF65-F5344CB8AC3E}">
        <p14:creationId xmlns:p14="http://schemas.microsoft.com/office/powerpoint/2010/main" val="2069422926"/>
      </p:ext>
    </p:extLst>
  </p:cSld>
</p:sld>
</file>

<file path=ppt/slides/slide102.xml><?xml version="1.0" encoding="utf-8"?>
<p:sld xmlns:p="http://schemas.openxmlformats.org/presentationml/2006/main">
  <p:cSld>
    <p:bg>
      <p:bgPr>
        <a:gradFill xmlns:a="http://schemas.openxmlformats.org/drawingml/2006/main">
          <a:gsLst>
            <a:gs pos="0">
              <a:srgbClr val="5A2B05"/>
            </a:gs>
            <a:gs pos="100000">
              <a:srgbClr val="B85C0A"/>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666750" y="1428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600" b="1" i="0">
                <a:solidFill>
                  <a:srgbClr val="0B4AA2"/>
                </a:solidFill>
              </a:defRPr>
            </a:pPr>
            <a:r>
              <a:rPr sz="3600" b="1" i="0">
                <a:solidFill>
                  <a:srgbClr val="FFFFFF"/>
                </a:solidFill>
              </a:rPr>
              <a:t>Real-world questions meet different machines</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685800" y="3000375"/>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5B667A"/>
                </a:solidFill>
              </a:defRPr>
            </a:pPr>
            <a:r>
              <a:rPr sz="2100" b="1" i="0">
                <a:solidFill>
                  <a:srgbClr val="FFFFFF"/>
                </a:solidFill>
              </a:rPr>
              <a:t>Long context, RAG, MoE, agents, kernels, and cross-platform contracts</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102/120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2d26f1e5d9049f0"/>
          <a:srcRect xmlns:a="http://schemas.openxmlformats.org/drawingml/2006/main" l="13270" t="0" r="13270" b="0"/>
          <a:stretch xmlns:a="http://schemas.openxmlformats.org/drawingml/2006/main">
            <a:fillRect l="0" t="0" r="0" b="0"/>
          </a:stretch>
        </p:blipFill>
        <p:spPr>
          <a:xfrm xmlns:a="http://schemas.openxmlformats.org/drawingml/2006/main">
            <a:off x="5715000" y="952500"/>
            <a:ext cx="5905500" cy="4524375"/>
          </a:xfrm>
          <a:prstGeom xmlns:a="http://schemas.openxmlformats.org/drawingml/2006/main" prst="roundRect">
            <a:avLst>
              <a:gd name="adj" fmla="val 3368"/>
            </a:avLst>
          </a:prstGeom>
        </p:spPr>
      </p:pic>
    </p:spTree>
    <p:extLst>
      <p:ext uri="{BB962C8B-B14F-4D97-AF65-F5344CB8AC3E}">
        <p14:creationId xmlns:p14="http://schemas.microsoft.com/office/powerpoint/2010/main" val="111450566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full memory forces a keep, move, or recompute choice</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59055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590550" y="1952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800100" y="2143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123825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800100" y="2924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123825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134100" y="1428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134100" y="1952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6343650" y="2143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6781800" y="2047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6781800" y="2828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Tree>
    <p:extLst>
      <p:ext uri="{BB962C8B-B14F-4D97-AF65-F5344CB8AC3E}">
        <p14:creationId xmlns:p14="http://schemas.microsoft.com/office/powerpoint/2010/main" val="164533778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questions and retrieved documents add more reading</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Tree>
    <p:extLst>
      <p:ext uri="{BB962C8B-B14F-4D97-AF65-F5344CB8AC3E}">
        <p14:creationId xmlns:p14="http://schemas.microsoft.com/office/powerpoint/2010/main" val="1495088114"/>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Different words may visit different specialist networks</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Tree>
    <p:extLst>
      <p:ext uri="{BB962C8B-B14F-4D97-AF65-F5344CB8AC3E}">
        <p14:creationId xmlns:p14="http://schemas.microsoft.com/office/powerpoint/2010/main" val="189178587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question can become a chain of actions</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Tree>
    <p:extLst>
      <p:ext uri="{BB962C8B-B14F-4D97-AF65-F5344CB8AC3E}">
        <p14:creationId xmlns:p14="http://schemas.microsoft.com/office/powerpoint/2010/main" val="10022226"/>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same arithmetic can move very different amounts of data</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8905875" y="1809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890587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local speedup may barely change the whole journey</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590550" y="1809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5905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4286250" y="1809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42862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7981950" y="1809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7981950" y="3381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Different machines must first produce the same answer</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110.xml><?xml version="1.0" encoding="utf-8"?>
<p:sld xmlns:p="http://schemas.openxmlformats.org/presentationml/2006/main">
  <p:cSld>
    <p:bg>
      <p:bgPr>
        <a:gradFill xmlns:a="http://schemas.openxmlformats.org/drawingml/2006/main">
          <a:gsLst>
            <a:gs pos="0">
              <a:srgbClr val="082C1B"/>
            </a:gs>
            <a:gs pos="100000">
              <a:srgbClr val="176B42"/>
            </a:gs>
          </a:gsLst>
          <a:lin ang="81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666750" y="1428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600" b="1" i="0">
                <a:solidFill>
                  <a:srgbClr val="0B4AA2"/>
                </a:solidFill>
              </a:defRPr>
            </a:pPr>
            <a:r>
              <a:rPr sz="3600" b="1" i="0">
                <a:solidFill>
                  <a:srgbClr val="FFFFFF"/>
                </a:solidFill>
              </a:rPr>
              <a:t>How we know an optimization really works</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685800" y="3000375"/>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5B667A"/>
                </a:solidFill>
              </a:defRPr>
            </a:pPr>
            <a:r>
              <a:rPr sz="2100" b="1" i="0">
                <a:solidFill>
                  <a:srgbClr val="FFFFFF"/>
                </a:solidFill>
              </a:rPr>
              <a:t>Turn observations into reproducible performance claims</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110/120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f04103a9deb4e48"/>
          <a:srcRect xmlns:a="http://schemas.openxmlformats.org/drawingml/2006/main" l="13270" t="0" r="13270" b="0"/>
          <a:stretch xmlns:a="http://schemas.openxmlformats.org/drawingml/2006/main">
            <a:fillRect l="0" t="0" r="0" b="0"/>
          </a:stretch>
        </p:blipFill>
        <p:spPr>
          <a:xfrm xmlns:a="http://schemas.openxmlformats.org/drawingml/2006/main">
            <a:off x="5715000" y="952500"/>
            <a:ext cx="5905500" cy="4524375"/>
          </a:xfrm>
          <a:prstGeom xmlns:a="http://schemas.openxmlformats.org/drawingml/2006/main" prst="roundRect">
            <a:avLst>
              <a:gd name="adj" fmla="val 3368"/>
            </a:avLst>
          </a:prstGeom>
        </p:spPr>
      </p:pic>
    </p:spTree>
    <p:extLst>
      <p:ext uri="{BB962C8B-B14F-4D97-AF65-F5344CB8AC3E}">
        <p14:creationId xmlns:p14="http://schemas.microsoft.com/office/powerpoint/2010/main" val="213586373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benchmark is a lab report, not one impressive number</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Tree>
    <p:extLst>
      <p:ext uri="{BB962C8B-B14F-4D97-AF65-F5344CB8AC3E}">
        <p14:creationId xmlns:p14="http://schemas.microsoft.com/office/powerpoint/2010/main" val="721623034"/>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recipe</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Tree>
    <p:extLst>
      <p:ext uri="{BB962C8B-B14F-4D97-AF65-F5344CB8AC3E}">
        <p14:creationId xmlns:p14="http://schemas.microsoft.com/office/powerpoint/2010/main" val="185501246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trial is not enough; look at the whole set</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local improvement may not help the whole service</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590550" y="1809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59055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3362325" y="1809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336232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134100" y="1809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134100"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8905875" y="1809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8905875" y="3381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952500" y="4619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590550" y="5238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Good performance claims come from a repeatable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Tree>
    <p:extLst>
      <p:ext uri="{BB962C8B-B14F-4D97-AF65-F5344CB8AC3E}">
        <p14:creationId xmlns:p14="http://schemas.microsoft.com/office/powerpoint/2010/main" val="544344882"/>
      </p:ext>
    </p:extLst>
  </p:cSld>
</p:sld>
</file>

<file path=ppt/slides/slide11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619125" y="1381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1476375" y="1314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619125" y="2257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1476375" y="2190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619125" y="3133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1476375" y="3067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619125" y="4010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1476375" y="3943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Tree>
    <p:extLst>
      <p:ext uri="{BB962C8B-B14F-4D97-AF65-F5344CB8AC3E}">
        <p14:creationId xmlns:p14="http://schemas.microsoft.com/office/powerpoint/2010/main" val="16667475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plain-language ideas explain the whole journey</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Tree>
    <p:extLst>
      <p:ext uri="{BB962C8B-B14F-4D97-AF65-F5344CB8AC3E}">
        <p14:creationId xmlns:p14="http://schemas.microsoft.com/office/powerpoint/2010/main" val="1279011530"/>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technical papers by following the same four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Tree>
    <p:extLst>
      <p:ext uri="{BB962C8B-B14F-4D97-AF65-F5344CB8AC3E}">
        <p14:creationId xmlns:p14="http://schemas.microsoft.com/office/powerpoint/2010/main" val="114976819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good service connects requests, memory, execution, and evidence</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219200" y="1476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590550" y="2481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219200" y="2405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590550" y="3409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219200" y="3333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590550" y="4338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219200" y="4262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6755606"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196263"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9636919"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5810250" y="2571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7250906" y="2571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8691563" y="2571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132219" y="2571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Tree>
    <p:extLst>
      <p:ext uri="{BB962C8B-B14F-4D97-AF65-F5344CB8AC3E}">
        <p14:creationId xmlns:p14="http://schemas.microsoft.com/office/powerpoint/2010/main" val="856863094"/>
      </p:ext>
    </p:extLst>
  </p:cSld>
</p:sld>
</file>

<file path=ppt/slides/slide120.xml><?xml version="1.0" encoding="utf-8"?>
<p:sld xmlns:p="http://schemas.openxmlformats.org/presentationml/2006/main">
  <p:cSld>
    <p:bg>
      <p:bgPr>
        <a:gradFill xmlns:a="http://schemas.openxmlformats.org/drawingml/2006/main">
          <a:gsLst>
            <a:gs pos="0">
              <a:srgbClr val="082C1B"/>
            </a:gs>
            <a:gs pos="100000">
              <a:srgbClr val="176B42"/>
            </a:gs>
          </a:gsLst>
          <a:lin ang="8100000"/>
        </a:gra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419100" y="209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FFFFFF"/>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0" y="895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0" y="895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120/120</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590550" y="1552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219200" y="1476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FFFFFF"/>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590550" y="2600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219200" y="2524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590550" y="3648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219200" y="3571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FFFFFF"/>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235825"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156700" y="2914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5810250" y="2571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7731125" y="2571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9652000" y="2571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5857875" y="4095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419100" y="5829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571500" y="5895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2381250" y="5867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0934700" y="6400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FFFFFF"/>
                </a:solidFill>
              </a:rPr>
              <a:t>120/120</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2026-08-08T02:42:20.7990000Z</dcterms:created>
  <dcterms:modified xsi:type="dcterms:W3CDTF">2026-08-08T02:42:20.8000000Z</dcterms:modified>
</coreProperties>
</file>