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f7612655514956" /><Relationship Type="http://schemas.openxmlformats.org/officeDocument/2006/relationships/extended-properties" Target="/docProps/app.xml" Id="Rea4cc74f575546be" /><Relationship Type="http://schemas.openxmlformats.org/officeDocument/2006/relationships/officeDocument" Target="/ppt/presentation.xml" Id="R8f81382b2b764d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7fee85b6444d9f"/>
  </p:sldMasterIdLst>
  <p:notesMasterIdLst>
    <p:notesMasterId xmlns:r="http://schemas.openxmlformats.org/officeDocument/2006/relationships" r:id="R4328b32df19b4986"/>
  </p:notesMasterIdLst>
  <p:sldIdLst>
    <p:sldId xmlns:r="http://schemas.openxmlformats.org/officeDocument/2006/relationships" id="256" r:id="Ra37679b6aaa14190"/>
    <p:sldId xmlns:r="http://schemas.openxmlformats.org/officeDocument/2006/relationships" id="257" r:id="Ra1d42d1236d44fbc"/>
    <p:sldId xmlns:r="http://schemas.openxmlformats.org/officeDocument/2006/relationships" id="258" r:id="R4434a20ee2a84f77"/>
    <p:sldId xmlns:r="http://schemas.openxmlformats.org/officeDocument/2006/relationships" id="259" r:id="R994b79dd21f2449e"/>
    <p:sldId xmlns:r="http://schemas.openxmlformats.org/officeDocument/2006/relationships" id="260" r:id="R0c1b026309dd4150"/>
    <p:sldId xmlns:r="http://schemas.openxmlformats.org/officeDocument/2006/relationships" id="261" r:id="Rf4885d7928cc4040"/>
    <p:sldId xmlns:r="http://schemas.openxmlformats.org/officeDocument/2006/relationships" id="262" r:id="Rd0e1857b1fe943eb"/>
    <p:sldId xmlns:r="http://schemas.openxmlformats.org/officeDocument/2006/relationships" id="263" r:id="R9913bfa90b0e4424"/>
    <p:sldId xmlns:r="http://schemas.openxmlformats.org/officeDocument/2006/relationships" id="264" r:id="R7b21907961be4f27"/>
    <p:sldId xmlns:r="http://schemas.openxmlformats.org/officeDocument/2006/relationships" id="265" r:id="R343e81636a5a4ffd"/>
    <p:sldId xmlns:r="http://schemas.openxmlformats.org/officeDocument/2006/relationships" id="266" r:id="Rc80f68a1131a44ad"/>
    <p:sldId xmlns:r="http://schemas.openxmlformats.org/officeDocument/2006/relationships" id="267" r:id="Rad3b38ddd95542a5"/>
    <p:sldId xmlns:r="http://schemas.openxmlformats.org/officeDocument/2006/relationships" id="268" r:id="R9fc294e5ca834780"/>
    <p:sldId xmlns:r="http://schemas.openxmlformats.org/officeDocument/2006/relationships" id="269" r:id="Rbdd6b47e8104438b"/>
    <p:sldId xmlns:r="http://schemas.openxmlformats.org/officeDocument/2006/relationships" id="270" r:id="R38b7b64fe0344b3c"/>
    <p:sldId xmlns:r="http://schemas.openxmlformats.org/officeDocument/2006/relationships" id="271" r:id="R4fe7b9d6442d4324"/>
    <p:sldId xmlns:r="http://schemas.openxmlformats.org/officeDocument/2006/relationships" id="272" r:id="Re8a01b1bab354d13"/>
    <p:sldId xmlns:r="http://schemas.openxmlformats.org/officeDocument/2006/relationships" id="273" r:id="R6bd123de76c3401d"/>
    <p:sldId xmlns:r="http://schemas.openxmlformats.org/officeDocument/2006/relationships" id="274" r:id="R7cb2d66b50fb4797"/>
    <p:sldId xmlns:r="http://schemas.openxmlformats.org/officeDocument/2006/relationships" id="275" r:id="Re5aadfd3e5cd450a"/>
    <p:sldId xmlns:r="http://schemas.openxmlformats.org/officeDocument/2006/relationships" id="276" r:id="R524660a2157f48a5"/>
    <p:sldId xmlns:r="http://schemas.openxmlformats.org/officeDocument/2006/relationships" id="277" r:id="Re73e2121d4d940be"/>
    <p:sldId xmlns:r="http://schemas.openxmlformats.org/officeDocument/2006/relationships" id="278" r:id="Rde3568628b244bc9"/>
    <p:sldId xmlns:r="http://schemas.openxmlformats.org/officeDocument/2006/relationships" id="279" r:id="R5f2d7983dec6431a"/>
    <p:sldId xmlns:r="http://schemas.openxmlformats.org/officeDocument/2006/relationships" id="280" r:id="R215269925d6d4d3d"/>
    <p:sldId xmlns:r="http://schemas.openxmlformats.org/officeDocument/2006/relationships" id="281" r:id="R746765cfb41e485d"/>
    <p:sldId xmlns:r="http://schemas.openxmlformats.org/officeDocument/2006/relationships" id="282" r:id="R3df7ae106a904c6a"/>
    <p:sldId xmlns:r="http://schemas.openxmlformats.org/officeDocument/2006/relationships" id="283" r:id="R4a3b905fbf9847ed"/>
    <p:sldId xmlns:r="http://schemas.openxmlformats.org/officeDocument/2006/relationships" id="284" r:id="R9f0b0b2247944376"/>
    <p:sldId xmlns:r="http://schemas.openxmlformats.org/officeDocument/2006/relationships" id="285" r:id="R28b841439f454f21"/>
    <p:sldId xmlns:r="http://schemas.openxmlformats.org/officeDocument/2006/relationships" id="286" r:id="R9979531afd064dd2"/>
    <p:sldId xmlns:r="http://schemas.openxmlformats.org/officeDocument/2006/relationships" id="287" r:id="Rfc8bc82140be46bd"/>
    <p:sldId xmlns:r="http://schemas.openxmlformats.org/officeDocument/2006/relationships" id="288" r:id="R77348c6b29c745b9"/>
    <p:sldId xmlns:r="http://schemas.openxmlformats.org/officeDocument/2006/relationships" id="289" r:id="R4c76887ff69a4d1b"/>
    <p:sldId xmlns:r="http://schemas.openxmlformats.org/officeDocument/2006/relationships" id="290" r:id="R576b9269abda4e4e"/>
    <p:sldId xmlns:r="http://schemas.openxmlformats.org/officeDocument/2006/relationships" id="291" r:id="R39c0bed5d5244db0"/>
    <p:sldId xmlns:r="http://schemas.openxmlformats.org/officeDocument/2006/relationships" id="292" r:id="R29ec45ae25e54c51"/>
    <p:sldId xmlns:r="http://schemas.openxmlformats.org/officeDocument/2006/relationships" id="293" r:id="R6f286b788bcc43f0"/>
    <p:sldId xmlns:r="http://schemas.openxmlformats.org/officeDocument/2006/relationships" id="294" r:id="R6faa1e7fbfe34b64"/>
    <p:sldId xmlns:r="http://schemas.openxmlformats.org/officeDocument/2006/relationships" id="295" r:id="R17f98bd81e304b65"/>
    <p:sldId xmlns:r="http://schemas.openxmlformats.org/officeDocument/2006/relationships" id="296" r:id="R9b2fe626dcff4c45"/>
    <p:sldId xmlns:r="http://schemas.openxmlformats.org/officeDocument/2006/relationships" id="297" r:id="Rd8e87a75868e49d1"/>
    <p:sldId xmlns:r="http://schemas.openxmlformats.org/officeDocument/2006/relationships" id="298" r:id="R45e11fc640a04fb2"/>
    <p:sldId xmlns:r="http://schemas.openxmlformats.org/officeDocument/2006/relationships" id="299" r:id="R0d513b4e24784e42"/>
    <p:sldId xmlns:r="http://schemas.openxmlformats.org/officeDocument/2006/relationships" id="300" r:id="R6bf87c22c7d54498"/>
    <p:sldId xmlns:r="http://schemas.openxmlformats.org/officeDocument/2006/relationships" id="301" r:id="Rb538cf2390114340"/>
    <p:sldId xmlns:r="http://schemas.openxmlformats.org/officeDocument/2006/relationships" id="302" r:id="R1d4022c707c943a6"/>
    <p:sldId xmlns:r="http://schemas.openxmlformats.org/officeDocument/2006/relationships" id="303" r:id="R4c58e6278a794a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509ba50073485b" /><Relationship Type="http://schemas.openxmlformats.org/officeDocument/2006/relationships/slideMaster" Target="/ppt/slideMasters/slideMaster1.xml" Id="Rff7fee85b6444d9f" /><Relationship Type="http://schemas.openxmlformats.org/officeDocument/2006/relationships/notesMaster" Target="/ppt/notesMasters/notesMaster1.xml" Id="R4328b32df19b4986" /><Relationship Type="http://schemas.openxmlformats.org/officeDocument/2006/relationships/presProps" Target="/ppt/presProps.xml" Id="Rcd1fbbeb9e3848e7" /><Relationship Type="http://schemas.openxmlformats.org/officeDocument/2006/relationships/viewProps" Target="/ppt/viewProps.xml" Id="Ra24692074c9a45e4" /><Relationship Type="http://schemas.openxmlformats.org/officeDocument/2006/relationships/tableStyles" Target="/ppt/tableStyles.xml" Id="R416af64f0d4f4a25" /><Relationship Type="http://schemas.openxmlformats.org/officeDocument/2006/relationships/slide" Target="/ppt/slides/slide1.xml" Id="Ra37679b6aaa14190" /><Relationship Type="http://schemas.openxmlformats.org/officeDocument/2006/relationships/slide" Target="/ppt/slides/slide2.xml" Id="Ra1d42d1236d44fbc" /><Relationship Type="http://schemas.openxmlformats.org/officeDocument/2006/relationships/slide" Target="/ppt/slides/slide3.xml" Id="R4434a20ee2a84f77" /><Relationship Type="http://schemas.openxmlformats.org/officeDocument/2006/relationships/slide" Target="/ppt/slides/slide4.xml" Id="R994b79dd21f2449e" /><Relationship Type="http://schemas.openxmlformats.org/officeDocument/2006/relationships/slide" Target="/ppt/slides/slide5.xml" Id="R0c1b026309dd4150" /><Relationship Type="http://schemas.openxmlformats.org/officeDocument/2006/relationships/slide" Target="/ppt/slides/slide6.xml" Id="Rf4885d7928cc4040" /><Relationship Type="http://schemas.openxmlformats.org/officeDocument/2006/relationships/slide" Target="/ppt/slides/slide7.xml" Id="Rd0e1857b1fe943eb" /><Relationship Type="http://schemas.openxmlformats.org/officeDocument/2006/relationships/slide" Target="/ppt/slides/slide8.xml" Id="R9913bfa90b0e4424" /><Relationship Type="http://schemas.openxmlformats.org/officeDocument/2006/relationships/slide" Target="/ppt/slides/slide9.xml" Id="R7b21907961be4f27" /><Relationship Type="http://schemas.openxmlformats.org/officeDocument/2006/relationships/slide" Target="/ppt/slides/slide10.xml" Id="R343e81636a5a4ffd" /><Relationship Type="http://schemas.openxmlformats.org/officeDocument/2006/relationships/slide" Target="/ppt/slides/slide11.xml" Id="Rc80f68a1131a44ad" /><Relationship Type="http://schemas.openxmlformats.org/officeDocument/2006/relationships/slide" Target="/ppt/slides/slide12.xml" Id="Rad3b38ddd95542a5" /><Relationship Type="http://schemas.openxmlformats.org/officeDocument/2006/relationships/slide" Target="/ppt/slides/slide13.xml" Id="R9fc294e5ca834780" /><Relationship Type="http://schemas.openxmlformats.org/officeDocument/2006/relationships/slide" Target="/ppt/slides/slide14.xml" Id="Rbdd6b47e8104438b" /><Relationship Type="http://schemas.openxmlformats.org/officeDocument/2006/relationships/slide" Target="/ppt/slides/slide15.xml" Id="R38b7b64fe0344b3c" /><Relationship Type="http://schemas.openxmlformats.org/officeDocument/2006/relationships/slide" Target="/ppt/slides/slide16.xml" Id="R4fe7b9d6442d4324" /><Relationship Type="http://schemas.openxmlformats.org/officeDocument/2006/relationships/slide" Target="/ppt/slides/slide17.xml" Id="Re8a01b1bab354d13" /><Relationship Type="http://schemas.openxmlformats.org/officeDocument/2006/relationships/slide" Target="/ppt/slides/slide18.xml" Id="R6bd123de76c3401d" /><Relationship Type="http://schemas.openxmlformats.org/officeDocument/2006/relationships/slide" Target="/ppt/slides/slide19.xml" Id="R7cb2d66b50fb4797" /><Relationship Type="http://schemas.openxmlformats.org/officeDocument/2006/relationships/slide" Target="/ppt/slides/slide20.xml" Id="Re5aadfd3e5cd450a" /><Relationship Type="http://schemas.openxmlformats.org/officeDocument/2006/relationships/slide" Target="/ppt/slides/slide21.xml" Id="R524660a2157f48a5" /><Relationship Type="http://schemas.openxmlformats.org/officeDocument/2006/relationships/slide" Target="/ppt/slides/slide22.xml" Id="Re73e2121d4d940be" /><Relationship Type="http://schemas.openxmlformats.org/officeDocument/2006/relationships/slide" Target="/ppt/slides/slide23.xml" Id="Rde3568628b244bc9" /><Relationship Type="http://schemas.openxmlformats.org/officeDocument/2006/relationships/slide" Target="/ppt/slides/slide24.xml" Id="R5f2d7983dec6431a" /><Relationship Type="http://schemas.openxmlformats.org/officeDocument/2006/relationships/slide" Target="/ppt/slides/slide25.xml" Id="R215269925d6d4d3d" /><Relationship Type="http://schemas.openxmlformats.org/officeDocument/2006/relationships/slide" Target="/ppt/slides/slide26.xml" Id="R746765cfb41e485d" /><Relationship Type="http://schemas.openxmlformats.org/officeDocument/2006/relationships/slide" Target="/ppt/slides/slide27.xml" Id="R3df7ae106a904c6a" /><Relationship Type="http://schemas.openxmlformats.org/officeDocument/2006/relationships/slide" Target="/ppt/slides/slide28.xml" Id="R4a3b905fbf9847ed" /><Relationship Type="http://schemas.openxmlformats.org/officeDocument/2006/relationships/slide" Target="/ppt/slides/slide29.xml" Id="R9f0b0b2247944376" /><Relationship Type="http://schemas.openxmlformats.org/officeDocument/2006/relationships/slide" Target="/ppt/slides/slide30.xml" Id="R28b841439f454f21" /><Relationship Type="http://schemas.openxmlformats.org/officeDocument/2006/relationships/slide" Target="/ppt/slides/slide31.xml" Id="R9979531afd064dd2" /><Relationship Type="http://schemas.openxmlformats.org/officeDocument/2006/relationships/slide" Target="/ppt/slides/slide32.xml" Id="Rfc8bc82140be46bd" /><Relationship Type="http://schemas.openxmlformats.org/officeDocument/2006/relationships/slide" Target="/ppt/slides/slide33.xml" Id="R77348c6b29c745b9" /><Relationship Type="http://schemas.openxmlformats.org/officeDocument/2006/relationships/slide" Target="/ppt/slides/slide34.xml" Id="R4c76887ff69a4d1b" /><Relationship Type="http://schemas.openxmlformats.org/officeDocument/2006/relationships/slide" Target="/ppt/slides/slide35.xml" Id="R576b9269abda4e4e" /><Relationship Type="http://schemas.openxmlformats.org/officeDocument/2006/relationships/slide" Target="/ppt/slides/slide36.xml" Id="R39c0bed5d5244db0" /><Relationship Type="http://schemas.openxmlformats.org/officeDocument/2006/relationships/slide" Target="/ppt/slides/slide37.xml" Id="R29ec45ae25e54c51" /><Relationship Type="http://schemas.openxmlformats.org/officeDocument/2006/relationships/slide" Target="/ppt/slides/slide38.xml" Id="R6f286b788bcc43f0" /><Relationship Type="http://schemas.openxmlformats.org/officeDocument/2006/relationships/slide" Target="/ppt/slides/slide39.xml" Id="R6faa1e7fbfe34b64" /><Relationship Type="http://schemas.openxmlformats.org/officeDocument/2006/relationships/slide" Target="/ppt/slides/slide40.xml" Id="R17f98bd81e304b65" /><Relationship Type="http://schemas.openxmlformats.org/officeDocument/2006/relationships/slide" Target="/ppt/slides/slide41.xml" Id="R9b2fe626dcff4c45" /><Relationship Type="http://schemas.openxmlformats.org/officeDocument/2006/relationships/slide" Target="/ppt/slides/slide42.xml" Id="Rd8e87a75868e49d1" /><Relationship Type="http://schemas.openxmlformats.org/officeDocument/2006/relationships/slide" Target="/ppt/slides/slide43.xml" Id="R45e11fc640a04fb2" /><Relationship Type="http://schemas.openxmlformats.org/officeDocument/2006/relationships/slide" Target="/ppt/slides/slide44.xml" Id="R0d513b4e24784e42" /><Relationship Type="http://schemas.openxmlformats.org/officeDocument/2006/relationships/slide" Target="/ppt/slides/slide45.xml" Id="R6bf87c22c7d54498" /><Relationship Type="http://schemas.openxmlformats.org/officeDocument/2006/relationships/slide" Target="/ppt/slides/slide46.xml" Id="Rb538cf2390114340" /><Relationship Type="http://schemas.openxmlformats.org/officeDocument/2006/relationships/slide" Target="/ppt/slides/slide47.xml" Id="R1d4022c707c943a6" /><Relationship Type="http://schemas.openxmlformats.org/officeDocument/2006/relationships/slide" Target="/ppt/slides/slide48.xml" Id="R4c58e6278a794a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f537d4816e41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d30446a4b14eb1" /><Relationship Type="http://schemas.openxmlformats.org/officeDocument/2006/relationships/notesMaster" Target="/ppt/notesMasters/notesMaster1.xml" Id="Ra2c6ed9cbc6f44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8796d68af94f4f" /><Relationship Type="http://schemas.openxmlformats.org/officeDocument/2006/relationships/notesMaster" Target="/ppt/notesMasters/notesMaster1.xml" Id="R23f7ff779a3449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496c7f025434c5e" /><Relationship Type="http://schemas.openxmlformats.org/officeDocument/2006/relationships/notesMaster" Target="/ppt/notesMasters/notesMaster1.xml" Id="Rebe3625cd70840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b49f268d7c40b1" /><Relationship Type="http://schemas.openxmlformats.org/officeDocument/2006/relationships/notesMaster" Target="/ppt/notesMasters/notesMaster1.xml" Id="Rb3488179a31949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f9fdc3d10354a30" /><Relationship Type="http://schemas.openxmlformats.org/officeDocument/2006/relationships/notesMaster" Target="/ppt/notesMasters/notesMaster1.xml" Id="R7c3e987055b840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a08226d8a6b4a7d" /><Relationship Type="http://schemas.openxmlformats.org/officeDocument/2006/relationships/notesMaster" Target="/ppt/notesMasters/notesMaster1.xml" Id="Rd221c7acce474b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8910e3b86444a7" /><Relationship Type="http://schemas.openxmlformats.org/officeDocument/2006/relationships/notesMaster" Target="/ppt/notesMasters/notesMaster1.xml" Id="R65a12b11d0c44f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6c0c1b3c38a4f18" /><Relationship Type="http://schemas.openxmlformats.org/officeDocument/2006/relationships/notesMaster" Target="/ppt/notesMasters/notesMaster1.xml" Id="R0052bf34999543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470c5151d94fd5" /><Relationship Type="http://schemas.openxmlformats.org/officeDocument/2006/relationships/notesMaster" Target="/ppt/notesMasters/notesMaster1.xml" Id="Rdd02f88dbacb45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3bc2129545b44c7" /><Relationship Type="http://schemas.openxmlformats.org/officeDocument/2006/relationships/notesMaster" Target="/ppt/notesMasters/notesMaster1.xml" Id="R1c054b476e02459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5ad1ab9bb58453f" /><Relationship Type="http://schemas.openxmlformats.org/officeDocument/2006/relationships/notesMaster" Target="/ppt/notesMasters/notesMaster1.xml" Id="Rf5e5b5ff873447a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7e1e6437a394aba" /><Relationship Type="http://schemas.openxmlformats.org/officeDocument/2006/relationships/notesMaster" Target="/ppt/notesMasters/notesMaster1.xml" Id="R551bed1164414b0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c4b4234a77a47dc" /><Relationship Type="http://schemas.openxmlformats.org/officeDocument/2006/relationships/notesMaster" Target="/ppt/notesMasters/notesMaster1.xml" Id="Rfc64f9631fbe415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2fd622a0ab0401c" /><Relationship Type="http://schemas.openxmlformats.org/officeDocument/2006/relationships/notesMaster" Target="/ppt/notesMasters/notesMaster1.xml" Id="R9ff38ae934b04d2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828f403a4e340d0" /><Relationship Type="http://schemas.openxmlformats.org/officeDocument/2006/relationships/notesMaster" Target="/ppt/notesMasters/notesMaster1.xml" Id="Re7ce3fd5f68149c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009c0ba8df24177" /><Relationship Type="http://schemas.openxmlformats.org/officeDocument/2006/relationships/notesMaster" Target="/ppt/notesMasters/notesMaster1.xml" Id="R7e2a69d318c445c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2c273b8f7864d99" /><Relationship Type="http://schemas.openxmlformats.org/officeDocument/2006/relationships/notesMaster" Target="/ppt/notesMasters/notesMaster1.xml" Id="Red64a2367dc144f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9224a4726a843aa" /><Relationship Type="http://schemas.openxmlformats.org/officeDocument/2006/relationships/notesMaster" Target="/ppt/notesMasters/notesMaster1.xml" Id="Rc8090956c8da456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49afd237f784abc" /><Relationship Type="http://schemas.openxmlformats.org/officeDocument/2006/relationships/notesMaster" Target="/ppt/notesMasters/notesMaster1.xml" Id="R6c7679ca362c44b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ddbb5cac9fd4528" /><Relationship Type="http://schemas.openxmlformats.org/officeDocument/2006/relationships/notesMaster" Target="/ppt/notesMasters/notesMaster1.xml" Id="Rdc2dc0e54cdd4bd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6112e7ec30e48c8" /><Relationship Type="http://schemas.openxmlformats.org/officeDocument/2006/relationships/notesMaster" Target="/ppt/notesMasters/notesMaster1.xml" Id="R7a3a6e3cb53840b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ed71ebd1b964aa3" /><Relationship Type="http://schemas.openxmlformats.org/officeDocument/2006/relationships/notesMaster" Target="/ppt/notesMasters/notesMaster1.xml" Id="Rd0ffd3a434824fb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6281d259ce64fd1" /><Relationship Type="http://schemas.openxmlformats.org/officeDocument/2006/relationships/notesMaster" Target="/ppt/notesMasters/notesMaster1.xml" Id="Rba7431ad0325496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4897c9e21b54527" /><Relationship Type="http://schemas.openxmlformats.org/officeDocument/2006/relationships/notesMaster" Target="/ppt/notesMasters/notesMaster1.xml" Id="Re87d7e79d61c46f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a8ef73500404572" /><Relationship Type="http://schemas.openxmlformats.org/officeDocument/2006/relationships/notesMaster" Target="/ppt/notesMasters/notesMaster1.xml" Id="R71e012b7de97428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a3703ca8fab4f40" /><Relationship Type="http://schemas.openxmlformats.org/officeDocument/2006/relationships/notesMaster" Target="/ppt/notesMasters/notesMaster1.xml" Id="Raaf1f519deae441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9f06c8ebaa24e92" /><Relationship Type="http://schemas.openxmlformats.org/officeDocument/2006/relationships/notesMaster" Target="/ppt/notesMasters/notesMaster1.xml" Id="R81bce718015e4d5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de7c06cc08d4021" /><Relationship Type="http://schemas.openxmlformats.org/officeDocument/2006/relationships/notesMaster" Target="/ppt/notesMasters/notesMaster1.xml" Id="R1c7b728c1c5740c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0af7f12e0224ba5" /><Relationship Type="http://schemas.openxmlformats.org/officeDocument/2006/relationships/notesMaster" Target="/ppt/notesMasters/notesMaster1.xml" Id="R92eeeaac0f874a3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161b897ac8a4c5e" /><Relationship Type="http://schemas.openxmlformats.org/officeDocument/2006/relationships/notesMaster" Target="/ppt/notesMasters/notesMaster1.xml" Id="R0aba44973faf48c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db99a6d76784002" /><Relationship Type="http://schemas.openxmlformats.org/officeDocument/2006/relationships/notesMaster" Target="/ppt/notesMasters/notesMaster1.xml" Id="Rd3933578f9c14cd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b37fd0791ff48ca" /><Relationship Type="http://schemas.openxmlformats.org/officeDocument/2006/relationships/notesMaster" Target="/ppt/notesMasters/notesMaster1.xml" Id="R0da5620c9cc444fa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057e6e00f2844d7" /><Relationship Type="http://schemas.openxmlformats.org/officeDocument/2006/relationships/notesMaster" Target="/ppt/notesMasters/notesMaster1.xml" Id="R189168b1ccc642b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441665614bb4194" /><Relationship Type="http://schemas.openxmlformats.org/officeDocument/2006/relationships/notesMaster" Target="/ppt/notesMasters/notesMaster1.xml" Id="Ra393d63eb9b14ac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c87d0c76f344433" /><Relationship Type="http://schemas.openxmlformats.org/officeDocument/2006/relationships/notesMaster" Target="/ppt/notesMasters/notesMaster1.xml" Id="R86543218bae443f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f4d20b9a0274b17" /><Relationship Type="http://schemas.openxmlformats.org/officeDocument/2006/relationships/notesMaster" Target="/ppt/notesMasters/notesMaster1.xml" Id="R7fb7ae3f14d04ea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57ffedf7ea44be8" /><Relationship Type="http://schemas.openxmlformats.org/officeDocument/2006/relationships/notesMaster" Target="/ppt/notesMasters/notesMaster1.xml" Id="R0e891b358f6d4764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60f28fe0f1f4acb" /><Relationship Type="http://schemas.openxmlformats.org/officeDocument/2006/relationships/notesMaster" Target="/ppt/notesMasters/notesMaster1.xml" Id="R2694e16ed7104091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ebc9b8ba6414c3e" /><Relationship Type="http://schemas.openxmlformats.org/officeDocument/2006/relationships/notesMaster" Target="/ppt/notesMasters/notesMaster1.xml" Id="Ra580440d215249c7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26e66447702140b4" /><Relationship Type="http://schemas.openxmlformats.org/officeDocument/2006/relationships/notesMaster" Target="/ppt/notesMasters/notesMaster1.xml" Id="R2d68d5e9aa614946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f9abfc25324049c5" /><Relationship Type="http://schemas.openxmlformats.org/officeDocument/2006/relationships/notesMaster" Target="/ppt/notesMasters/notesMaster1.xml" Id="R75f3d106cfe04738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1525e670f94641dc" /><Relationship Type="http://schemas.openxmlformats.org/officeDocument/2006/relationships/notesMaster" Target="/ppt/notesMasters/notesMaster1.xml" Id="R5b0647444e944148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bd7b655649b947d7" /><Relationship Type="http://schemas.openxmlformats.org/officeDocument/2006/relationships/notesMaster" Target="/ppt/notesMasters/notesMaster1.xml" Id="Rafcd318cef57435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2e76cc6afb340db" /><Relationship Type="http://schemas.openxmlformats.org/officeDocument/2006/relationships/notesMaster" Target="/ppt/notesMasters/notesMaster1.xml" Id="Re24fa1e64cdf47d7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1d92fcddd96e467d" /><Relationship Type="http://schemas.openxmlformats.org/officeDocument/2006/relationships/notesMaster" Target="/ppt/notesMasters/notesMaster1.xml" Id="R2612eace7a2a49b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d5d64e0da2a2481e" /><Relationship Type="http://schemas.openxmlformats.org/officeDocument/2006/relationships/notesMaster" Target="/ppt/notesMasters/notesMaster1.xml" Id="R1796b090b5f54ad2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8c585afb44b4232" /><Relationship Type="http://schemas.openxmlformats.org/officeDocument/2006/relationships/notesMaster" Target="/ppt/notesMasters/notesMaster1.xml" Id="Rcdc81fe79b314131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39522c1bafc84080" /><Relationship Type="http://schemas.openxmlformats.org/officeDocument/2006/relationships/notesMaster" Target="/ppt/notesMasters/notesMaster1.xml" Id="R627b8532f7ad43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扩展模块 1。先说明目标，再让学生带着三个问题进入后续内容：机制是什么、数字怎么算、何时会失效。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逐块讲解；每一块都要求学生用自己的话复述，不直接跳到术语结论。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算例不要直接揭示最后一步。停顿 2–3 分钟，让学生先写出式子和单位，再共同核对。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沿箭头完整讲一遍，再倒序追问：某一步失败时，上一步留下的状态由谁清理？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每个误区请学生举一个反例。强调这些不是措辞问题，而是会直接导致错误设计或错误结论。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不把答案直接放在屏幕上。先收集两种不同解释，再用本模块目标收束。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扩展模块 2。先说明目标，再让学生带着三个问题进入后续内容：机制是什么、数字怎么算、何时会失效。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逐块讲解；每一块都要求学生用自己的话复述，不直接跳到术语结论。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算例不要直接揭示最后一步。停顿 2–3 分钟，让学生先写出式子和单位，再共同核对。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沿箭头完整讲一遍，再倒序追问：某一步失败时，上一步留下的状态由谁清理？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每个误区请学生举一个反例。强调这些不是措辞问题，而是会直接导致错误设计或错误结论。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不把答案直接放在屏幕上。先收集两种不同解释，再用本模块目标收束。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扩展模块 3。先说明目标，再让学生带着三个问题进入后续内容：机制是什么、数字怎么算、何时会失效。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逐块讲解；每一块都要求学生用自己的话复述，不直接跳到术语结论。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算例不要直接揭示最后一步。停顿 2–3 分钟，让学生先写出式子和单位，再共同核对。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沿箭头完整讲一遍，再倒序追问：某一步失败时，上一步留下的状态由谁清理？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每个误区请学生举一个反例。强调这些不是措辞问题，而是会直接导致错误设计或错误结论。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不把答案直接放在屏幕上。先收集两种不同解释，再用本模块目标收束。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扩展模块 4。先说明目标，再让学生带着三个问题进入后续内容：机制是什么、数字怎么算、何时会失效。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逐块讲解；每一块都要求学生用自己的话复述，不直接跳到术语结论。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算例不要直接揭示最后一步。停顿 2–3 分钟，让学生先写出式子和单位，再共同核对。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沿箭头完整讲一遍，再倒序追问：某一步失败时，上一步留下的状态由谁清理？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每个误区请学生举一个反例。强调这些不是措辞问题，而是会直接导致错误设计或错误结论。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不把答案直接放在屏幕上。先收集两种不同解释，再用本模块目标收束。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c6ce04dc12422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4b835dccca4bb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c4def4858b487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5e998dfba344b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119e74401a44b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496f17ffc741c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8057de61d3482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f4824fbc264a1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23799dd94d4d2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334fc329f2496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7a7bedef984cd7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DBEC5774-9CAA-4EE2-88BC-766C2732963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98800" y="914400"/>
            <a:ext cx="9799200" cy="2570400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3816BE7A-DD0A-49F3-AC15-D277AFCBDB3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98800" y="3560400"/>
            <a:ext cx="9799200" cy="1472400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单击此处编辑母版副标题样式</a:t>
            </a:r>
            <a:endParaRPr/>
          </a:p>
        </p:txBody>
      </p:sp>
      <p:sp>
        <p:nvSpPr>
          <p:cNvPr id="16" name="日期占位符 15">
            <a:extLst xmlns:a="http://schemas.openxmlformats.org/drawingml/2006/main">
              <a:ext uri="{FF2B5EF4-FFF2-40B4-BE49-F238E27FC236}">
                <a16:creationId xmlns:a16="http://schemas.microsoft.com/office/drawing/2014/main" id="{B2E2F848-DA61-482A-B868-9405502D11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页脚占位符 16">
            <a:extLst xmlns:a="http://schemas.openxmlformats.org/drawingml/2006/main">
              <a:ext uri="{FF2B5EF4-FFF2-40B4-BE49-F238E27FC236}">
                <a16:creationId xmlns:a16="http://schemas.microsoft.com/office/drawing/2014/main" id="{B6FECC1D-69E1-4E0E-9979-0A02CC92F0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灯片编号占位符 17">
            <a:extLst xmlns:a="http://schemas.openxmlformats.org/drawingml/2006/main">
              <a:ext uri="{FF2B5EF4-FFF2-40B4-BE49-F238E27FC236}">
                <a16:creationId xmlns:a16="http://schemas.microsoft.com/office/drawing/2014/main" id="{4F63BDB5-7B81-444D-B4B6-4F0267E8AE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2403929-B992-4D52-8DCA-237D7995C7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8400" y="608400"/>
            <a:ext cx="10969200" cy="705600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9773F218-2A26-4BC8-855B-6145857CE47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8400" y="1490400"/>
            <a:ext cx="10969200" cy="4759200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6DE50029-731B-4031-A265-9DCDC1B11D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083B5B13-822D-4039-85BD-8929ECC649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A3A88234-D73F-4B43-998D-0A1843E2CC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AF5284FB-FB9F-416E-AC3B-30C47023D5EE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990800" y="3848400"/>
            <a:ext cx="7768800" cy="766800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>
              <a:buNone/>
              <a:defRPr sz="4400"/>
            </a:lvl1pPr>
          </a:lstStyle>
          <a:p xmlns:a="http://schemas.openxmlformats.org/drawingml/2006/main">
            <a:r>
              <a:t>单击此处编辑标题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40CD583E-B4BE-4391-8F22-6836D8069E8C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1990800" y="4615200"/>
            <a:ext cx="7768800" cy="867600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A69029F5-ADE3-4006-9754-8766F3BB34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597E7C22-9548-47FA-8530-E0A47550BB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A74E5B6B-B6D0-4849-8E4B-E93E15102A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0098B180-6FCA-470A-963B-4C6A60B91A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8400" y="608400"/>
            <a:ext cx="10969200" cy="705600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8D13AD12-121F-489A-9AB1-D6A389C9F3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8400" y="1501200"/>
            <a:ext cx="5176800" cy="4748400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8500752F-5BA9-462A-B414-BB1EC141E89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411600" y="1501200"/>
            <a:ext cx="5176800" cy="4748400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1A757EF0-C998-41E2-90D7-17AE3FEE21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C6C47846-F5F7-4C6F-90AA-004BB8C143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B24D902A-B145-4E0D-9D96-D13A433C10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C8926B18-FC71-4A4B-9674-9BDACC54D9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8400" y="608400"/>
            <a:ext cx="10969200" cy="705600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DACE78BC-1D0F-426D-A7DC-65362D9C5685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608400" y="1429200"/>
            <a:ext cx="5342400" cy="381600"/>
          </a:xfrm>
        </p:spPr>
        <p:txBody>
          <a:bodyPr xmlns:a="http://schemas.openxmlformats.org/drawingml/2006/main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667C3EB9-450E-44FB-BFC2-B888B2DAC3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8400" y="1854000"/>
            <a:ext cx="5342400" cy="4395600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E2E28A3F-E0BC-4A6F-9A71-BBC648155D03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6235750" y="1421729"/>
            <a:ext cx="5342400" cy="381600"/>
          </a:xfrm>
        </p:spPr>
        <p:txBody>
          <a:bodyPr xmlns:a="http://schemas.openxmlformats.org/drawingml/2006/main" vert="horz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14D9F95E-B3C1-4E04-8796-5BE97EED651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235750" y="1854000"/>
            <a:ext cx="5342400" cy="4395600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17036621-FEA6-4D01-9876-B476916FA4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EF29E9AC-7070-49CD-B892-F1CA9B610C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D8D02B0C-0C4F-4409-9619-E362BC87EEB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A9E09984-91F7-4E21-B420-7AC59D0444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8400" y="608400"/>
            <a:ext cx="10969200" cy="705600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8C29B020-5B71-4A59-983C-4D9B0E2A0B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B4D28DAF-378F-4CFF-851D-90FF64D76C7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1295ECFC-9FE5-4779-89D3-C5F029DAFD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9B451F65-B56E-4652-BCB3-9D047210AA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A3C1E36F-0E9A-4DD2-ABC6-B5980ECA97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74E859BF-E625-4D0B-8122-3380611FD2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30540B9F-6C11-445E-8E5C-945EAAFB443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608400" y="1555200"/>
            <a:ext cx="5233077" cy="4608000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600"/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E9F3E884-E853-443B-8BC9-D122026FE08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350400" y="1555200"/>
            <a:ext cx="5227200" cy="4608000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6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15BBDD68-6476-4F12-AA4C-8EEA479C80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349283D7-DBEF-42DB-92CD-3AEA0FF9C4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4EA3DF6D-6AE1-4AA5-AA89-01825CCA9C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标题 8">
            <a:extLst xmlns:a="http://schemas.openxmlformats.org/drawingml/2006/main">
              <a:ext uri="{FF2B5EF4-FFF2-40B4-BE49-F238E27FC236}">
                <a16:creationId xmlns:a16="http://schemas.microsoft.com/office/drawing/2014/main" id="{F46BF1DE-C418-4686-A3AB-C9EB10B100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A0CA02EA-FABA-49E0-BE59-05C5F8FDC3D4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234800" y="914400"/>
            <a:ext cx="1044000" cy="5029200"/>
          </a:xfrm>
        </p:spPr>
        <p:txBody>
          <a:bodyPr xmlns:a="http://schemas.openxmlformats.org/drawingml/2006/main" vert="eaVert" lIns="90000" tIns="46800" rIns="90000" bIns="46800" anchor="ctr">
            <a:normAutofit/>
          </a:bodyPr>
          <a:lstStyle xmlns:a="http://schemas.openxmlformats.org/drawingml/2006/main">
            <a:lvl1pPr>
              <a:buNone/>
              <a:defRPr sz="28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F916903C-0ADE-4ED9-B492-86DA3FDEE7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14400" y="914400"/>
            <a:ext cx="9169200" cy="5029200"/>
          </a:xfrm>
        </p:spPr>
        <p:txBody>
          <a:bodyPr xmlns:a="http://schemas.openxmlformats.org/drawingml/2006/main" vert="eaVert" lIns="46800" tIns="46800" rIns="46800" bIns="46800"/>
          <a:lstStyle xmlns:a="http://schemas.openxmlformats.org/drawingml/2006/main"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A759BF92-ED65-4E6D-A095-69725E40E1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794B1ECB-2A77-4B54-8C62-2C807FDDAA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AB2CF15-78B3-4077-93F1-79275DB52D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0050A6E5-69F2-40F7-ABAB-23252CEB98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85855F2A-45E7-4A75-A11C-7CF147820C6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3960BBD9-EC2E-43B4-938B-89FCCB2FC7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内容占位符 6">
            <a:extLst xmlns:a="http://schemas.openxmlformats.org/drawingml/2006/main">
              <a:ext uri="{FF2B5EF4-FFF2-40B4-BE49-F238E27FC236}">
                <a16:creationId xmlns:a16="http://schemas.microsoft.com/office/drawing/2014/main" id="{0163CF4D-3B9A-43FB-9D2A-593B087CC27D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08400" y="774000"/>
            <a:ext cx="10972800" cy="5482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B5208999-8584-4493-92A0-7966A53CE8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C0570FDA-ABA2-41F4-8C40-3D0D3A1582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2EEE35FC-6331-48CF-9420-AF46669B83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19718705-ADD6-498F-8EE4-13E88405AF6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98800" y="2484000"/>
            <a:ext cx="9799200" cy="1018800"/>
          </a:xfrm>
        </p:spPr>
        <p:txBody>
          <a:bodyPr xmlns:a="http://schemas.openxmlformats.org/drawingml/2006/main" vert="horz" lIns="90000" tIns="46800" rIns="90000" bIns="46800" anchor="t">
            <a:normAutofit/>
          </a:bodyPr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7" name="文本占位符 6">
            <a:extLst xmlns:a="http://schemas.openxmlformats.org/drawingml/2006/main">
              <a:ext uri="{FF2B5EF4-FFF2-40B4-BE49-F238E27FC236}">
                <a16:creationId xmlns:a16="http://schemas.microsoft.com/office/drawing/2014/main" id="{5C3327F9-3120-47D9-BA3B-9EB96A4A9FA2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198800" y="3560400"/>
            <a:ext cx="9799200" cy="471600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2400" spc="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62c661d5804a1f" /><Relationship Type="http://schemas.openxmlformats.org/officeDocument/2006/relationships/slideLayout" Target="/ppt/slideLayouts/slideLayout1.xml" Id="R6fd62946a5924d85" /><Relationship Type="http://schemas.openxmlformats.org/officeDocument/2006/relationships/slideLayout" Target="/ppt/slideLayouts/slideLayout2.xml" Id="R9f9ef1cdcf1d4a66" /><Relationship Type="http://schemas.openxmlformats.org/officeDocument/2006/relationships/slideLayout" Target="/ppt/slideLayouts/slideLayout3.xml" Id="Rcad24b7157114b6c" /><Relationship Type="http://schemas.openxmlformats.org/officeDocument/2006/relationships/slideLayout" Target="/ppt/slideLayouts/slideLayout4.xml" Id="Rd5d4051a66d949b4" /><Relationship Type="http://schemas.openxmlformats.org/officeDocument/2006/relationships/slideLayout" Target="/ppt/slideLayouts/slideLayout5.xml" Id="R02cfd2da77fd4f74" /><Relationship Type="http://schemas.openxmlformats.org/officeDocument/2006/relationships/slideLayout" Target="/ppt/slideLayouts/slideLayout6.xml" Id="R65029ead341a4a81" /><Relationship Type="http://schemas.openxmlformats.org/officeDocument/2006/relationships/slideLayout" Target="/ppt/slideLayouts/slideLayout7.xml" Id="R2ef583a3c61940aa" /><Relationship Type="http://schemas.openxmlformats.org/officeDocument/2006/relationships/slideLayout" Target="/ppt/slideLayouts/slideLayout8.xml" Id="Rf69dbd8ce8994893" /><Relationship Type="http://schemas.openxmlformats.org/officeDocument/2006/relationships/slideLayout" Target="/ppt/slideLayouts/slideLayout9.xml" Id="R4f6e003199b14002" /><Relationship Type="http://schemas.openxmlformats.org/officeDocument/2006/relationships/slideLayout" Target="/ppt/slideLayouts/slideLayout10.xml" Id="R13d9c25d2e814485" /><Relationship Type="http://schemas.openxmlformats.org/officeDocument/2006/relationships/slideLayout" Target="/ppt/slideLayouts/slideLayout11.xml" Id="Ree877c7bf360416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1396A9D6-4612-4F88-9113-6432A6C665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8400" y="608400"/>
            <a:ext cx="10969200" cy="70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170" tIns="46990" rIns="90170" bIns="4699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6EB48046-896E-418D-B16C-4ADF3D8433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8400" y="1490400"/>
            <a:ext cx="10969200" cy="475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91A44891-EE88-46A8-B840-9648B8107B6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12000" y="6314400"/>
            <a:ext cx="2700000" cy="31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>
              <a:buNone/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E1731DF1-FB36-405A-8BE9-1C1F4CB28D3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16000" y="6314400"/>
            <a:ext cx="3960000" cy="31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7330A62D-430C-4973-BDC9-B48D352707D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877600" y="6314400"/>
            <a:ext cx="2700000" cy="31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r">
              <a:buNone/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d62946a5924d85"/>
    <p:sldLayoutId xmlns:r="http://schemas.openxmlformats.org/officeDocument/2006/relationships" id="2147483650" r:id="R9f9ef1cdcf1d4a66"/>
    <p:sldLayoutId xmlns:r="http://schemas.openxmlformats.org/officeDocument/2006/relationships" id="2147483651" r:id="Rcad24b7157114b6c"/>
    <p:sldLayoutId xmlns:r="http://schemas.openxmlformats.org/officeDocument/2006/relationships" id="2147483652" r:id="Rd5d4051a66d949b4"/>
    <p:sldLayoutId xmlns:r="http://schemas.openxmlformats.org/officeDocument/2006/relationships" id="2147483653" r:id="R02cfd2da77fd4f74"/>
    <p:sldLayoutId xmlns:r="http://schemas.openxmlformats.org/officeDocument/2006/relationships" id="2147483654" r:id="R65029ead341a4a81"/>
    <p:sldLayoutId xmlns:r="http://schemas.openxmlformats.org/officeDocument/2006/relationships" id="2147483655" r:id="R2ef583a3c61940aa"/>
    <p:sldLayoutId xmlns:r="http://schemas.openxmlformats.org/officeDocument/2006/relationships" id="2147483656" r:id="Rf69dbd8ce8994893"/>
    <p:sldLayoutId xmlns:r="http://schemas.openxmlformats.org/officeDocument/2006/relationships" id="2147483657" r:id="R4f6e003199b14002"/>
    <p:sldLayoutId xmlns:r="http://schemas.openxmlformats.org/officeDocument/2006/relationships" id="2147483658" r:id="R13d9c25d2e814485"/>
    <p:sldLayoutId xmlns:r="http://schemas.openxmlformats.org/officeDocument/2006/relationships" id="2147483659" r:id="Ree877c7bf3604169"/>
  </p:sldLayoutIdLst>
  <p:txStyles>
    <p:titleStyle>
      <a:lvl1pPr xmlns:a="http://schemas.openxmlformats.org/drawingml/2006/main" algn="l" defTabSz="914400">
        <a:lnSpc>
          <a:spcPct val="100000"/>
        </a:lnSpc>
        <a:spcBef>
          <a:spcPct val="0"/>
        </a:spcBef>
        <a:buNone/>
        <a:defRPr sz="36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130000"/>
        </a:lnSpc>
        <a:spcBef>
          <a:spcPts val="0"/>
        </a:spcBef>
        <a:spcAft>
          <a:spcPts val="1000"/>
        </a:spcAft>
        <a:buFont typeface="Arial"/>
        <a:buChar char="●"/>
        <a:defRPr sz="18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tabLst>
          <a:tab pos="1609725" algn="l"/>
          <a:tab pos="1609725" algn="l"/>
          <a:tab pos="1609725" algn="l"/>
          <a:tab pos="1609725" algn="l"/>
        </a:tabLst>
        <a:defRPr sz="16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defRPr sz="16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120000"/>
        </a:lnSpc>
        <a:spcBef>
          <a:spcPts val="0"/>
        </a:spcBef>
        <a:spcAft>
          <a:spcPts val="300"/>
        </a:spcAft>
        <a:buFont typeface="Wingdings"/>
        <a:buChar char=""/>
        <a:defRPr sz="14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120000"/>
        </a:lnSpc>
        <a:spcBef>
          <a:spcPts val="0"/>
        </a:spcBef>
        <a:spcAft>
          <a:spcPts val="300"/>
        </a:spcAft>
        <a:buFont typeface="Arial"/>
        <a:buChar char="•"/>
        <a:defRPr sz="14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9e8378a0d04941" /><Relationship Type="http://schemas.openxmlformats.org/officeDocument/2006/relationships/notesSlide" Target="/ppt/notesSlides/notesSlide1.xml" Id="R70fa1b448cf444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83818b1c63414c" /><Relationship Type="http://schemas.openxmlformats.org/officeDocument/2006/relationships/notesSlide" Target="/ppt/notesSlides/notesSlide2.xml" Id="Rdec4044630a144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5a535704fb14f04" /><Relationship Type="http://schemas.openxmlformats.org/officeDocument/2006/relationships/notesSlide" Target="/ppt/notesSlides/notesSlide3.xml" Id="Rfeaa6005d5204c1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e28ef3c8104c38" /><Relationship Type="http://schemas.openxmlformats.org/officeDocument/2006/relationships/notesSlide" Target="/ppt/notesSlides/notesSlide4.xml" Id="R0a70bbfdf00142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70ff25255b4cf7" /><Relationship Type="http://schemas.openxmlformats.org/officeDocument/2006/relationships/notesSlide" Target="/ppt/notesSlides/notesSlide5.xml" Id="R452b61c4237648f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3ed248cd484909" /><Relationship Type="http://schemas.openxmlformats.org/officeDocument/2006/relationships/notesSlide" Target="/ppt/notesSlides/notesSlide6.xml" Id="R7b470f58d27e4ab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ca46a7ea930422a" /><Relationship Type="http://schemas.openxmlformats.org/officeDocument/2006/relationships/notesSlide" Target="/ppt/notesSlides/notesSlide7.xml" Id="R891d48875e8844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a29ab5271d4019" /><Relationship Type="http://schemas.openxmlformats.org/officeDocument/2006/relationships/notesSlide" Target="/ppt/notesSlides/notesSlide8.xml" Id="R3124665e3a904f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9de6db3553478a" /><Relationship Type="http://schemas.openxmlformats.org/officeDocument/2006/relationships/notesSlide" Target="/ppt/notesSlides/notesSlide9.xml" Id="R04fb9d509dd1489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1c36b4acc34a6a" /><Relationship Type="http://schemas.openxmlformats.org/officeDocument/2006/relationships/notesSlide" Target="/ppt/notesSlides/notesSlide10.xml" Id="R90bdff3bcf274de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afe8da185343fb" /><Relationship Type="http://schemas.openxmlformats.org/officeDocument/2006/relationships/notesSlide" Target="/ppt/notesSlides/notesSlide11.xml" Id="R15194e6b2e1d476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d317705fd94c64" /><Relationship Type="http://schemas.openxmlformats.org/officeDocument/2006/relationships/notesSlide" Target="/ppt/notesSlides/notesSlide12.xml" Id="R895fc968a9bf402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c2807c79a14555" /><Relationship Type="http://schemas.openxmlformats.org/officeDocument/2006/relationships/notesSlide" Target="/ppt/notesSlides/notesSlide13.xml" Id="Re5eafaf7b65242a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f047f9f9d174ef0" /><Relationship Type="http://schemas.openxmlformats.org/officeDocument/2006/relationships/notesSlide" Target="/ppt/notesSlides/notesSlide14.xml" Id="R138e5718342748f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d16ac1ebd144bc" /><Relationship Type="http://schemas.openxmlformats.org/officeDocument/2006/relationships/notesSlide" Target="/ppt/notesSlides/notesSlide15.xml" Id="Rb304cc5430924e5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32f56e236742af" /><Relationship Type="http://schemas.openxmlformats.org/officeDocument/2006/relationships/notesSlide" Target="/ppt/notesSlides/notesSlide16.xml" Id="R1d5e65b43663453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61f7a372554cd9" /><Relationship Type="http://schemas.openxmlformats.org/officeDocument/2006/relationships/notesSlide" Target="/ppt/notesSlides/notesSlide17.xml" Id="Rd61057302c304a2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685bbccbbfd4e1c" /><Relationship Type="http://schemas.openxmlformats.org/officeDocument/2006/relationships/notesSlide" Target="/ppt/notesSlides/notesSlide18.xml" Id="Rebd84554e7c6419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9a9ab2765f49cc" /><Relationship Type="http://schemas.openxmlformats.org/officeDocument/2006/relationships/notesSlide" Target="/ppt/notesSlides/notesSlide19.xml" Id="R0da49672cb21491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9f513e00714b61" /><Relationship Type="http://schemas.openxmlformats.org/officeDocument/2006/relationships/notesSlide" Target="/ppt/notesSlides/notesSlide20.xml" Id="R2da47804b0a1430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8dd90613264ea7" /><Relationship Type="http://schemas.openxmlformats.org/officeDocument/2006/relationships/notesSlide" Target="/ppt/notesSlides/notesSlide21.xml" Id="R7296c680404e4bf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a4cfb256d064706" /><Relationship Type="http://schemas.openxmlformats.org/officeDocument/2006/relationships/notesSlide" Target="/ppt/notesSlides/notesSlide22.xml" Id="R4b497d866f28465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64cc98da642ce" /><Relationship Type="http://schemas.openxmlformats.org/officeDocument/2006/relationships/notesSlide" Target="/ppt/notesSlides/notesSlide23.xml" Id="R1979a2a19aa64c9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a725fff68547fb" /><Relationship Type="http://schemas.openxmlformats.org/officeDocument/2006/relationships/notesSlide" Target="/ppt/notesSlides/notesSlide24.xml" Id="R205e2636a789485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7c34041b284c6d" /><Relationship Type="http://schemas.openxmlformats.org/officeDocument/2006/relationships/notesSlide" Target="/ppt/notesSlides/notesSlide25.xml" Id="R36f0eacc6bb044f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7843b4e1454c58" /><Relationship Type="http://schemas.openxmlformats.org/officeDocument/2006/relationships/notesSlide" Target="/ppt/notesSlides/notesSlide26.xml" Id="R4403a53d8c43475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84ab2bb8b4a8c" /><Relationship Type="http://schemas.openxmlformats.org/officeDocument/2006/relationships/notesSlide" Target="/ppt/notesSlides/notesSlide27.xml" Id="R0446b278a6364e7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0373775a342cd" /><Relationship Type="http://schemas.openxmlformats.org/officeDocument/2006/relationships/notesSlide" Target="/ppt/notesSlides/notesSlide28.xml" Id="Rac2c21b50a954da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f972e58ecb413d" /><Relationship Type="http://schemas.openxmlformats.org/officeDocument/2006/relationships/notesSlide" Target="/ppt/notesSlides/notesSlide29.xml" Id="R20fe6b9304dd4dd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ed9d740494fd4" /><Relationship Type="http://schemas.openxmlformats.org/officeDocument/2006/relationships/notesSlide" Target="/ppt/notesSlides/notesSlide30.xml" Id="Rf287b17402ae4f8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341c9bfd694684" /><Relationship Type="http://schemas.openxmlformats.org/officeDocument/2006/relationships/notesSlide" Target="/ppt/notesSlides/notesSlide31.xml" Id="Rcde4b3494af449c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dd7976bbda42b1" /><Relationship Type="http://schemas.openxmlformats.org/officeDocument/2006/relationships/notesSlide" Target="/ppt/notesSlides/notesSlide32.xml" Id="R5be6264e395c456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4206c2b46c4939" /><Relationship Type="http://schemas.openxmlformats.org/officeDocument/2006/relationships/notesSlide" Target="/ppt/notesSlides/notesSlide33.xml" Id="R3d6503182a6d472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30fe7d2704a84" /><Relationship Type="http://schemas.openxmlformats.org/officeDocument/2006/relationships/notesSlide" Target="/ppt/notesSlides/notesSlide34.xml" Id="Ra0fda970527947a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35e9d48425444e" /><Relationship Type="http://schemas.openxmlformats.org/officeDocument/2006/relationships/notesSlide" Target="/ppt/notesSlides/notesSlide35.xml" Id="R5fd1a3a9f2f1487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a75ae6fb0b4580" /><Relationship Type="http://schemas.openxmlformats.org/officeDocument/2006/relationships/notesSlide" Target="/ppt/notesSlides/notesSlide36.xml" Id="R42190143e9b6485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8c39ba138e4ad0" /><Relationship Type="http://schemas.openxmlformats.org/officeDocument/2006/relationships/notesSlide" Target="/ppt/notesSlides/notesSlide37.xml" Id="R3d655fd22ccc451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5d7ee7c6e64f4e" /><Relationship Type="http://schemas.openxmlformats.org/officeDocument/2006/relationships/notesSlide" Target="/ppt/notesSlides/notesSlide38.xml" Id="Ra72f21a49e3241d4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86f63b6f4b4f35" /><Relationship Type="http://schemas.openxmlformats.org/officeDocument/2006/relationships/notesSlide" Target="/ppt/notesSlides/notesSlide39.xml" Id="Rc3ff4cea76bb41ec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387c95a7b14718" /><Relationship Type="http://schemas.openxmlformats.org/officeDocument/2006/relationships/notesSlide" Target="/ppt/notesSlides/notesSlide40.xml" Id="Ra42fd73302f846a7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fd0da6ed54e09" /><Relationship Type="http://schemas.openxmlformats.org/officeDocument/2006/relationships/notesSlide" Target="/ppt/notesSlides/notesSlide41.xml" Id="R6024075e859f4f23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a5ffeead994b5b" /><Relationship Type="http://schemas.openxmlformats.org/officeDocument/2006/relationships/notesSlide" Target="/ppt/notesSlides/notesSlide42.xml" Id="Ra2d6f1d97d89443f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3edf93f2de4a10" /><Relationship Type="http://schemas.openxmlformats.org/officeDocument/2006/relationships/notesSlide" Target="/ppt/notesSlides/notesSlide43.xml" Id="R009916eda2d54f0e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0189b6367b4772" /><Relationship Type="http://schemas.openxmlformats.org/officeDocument/2006/relationships/notesSlide" Target="/ppt/notesSlides/notesSlide44.xml" Id="R48f4fec5695c4f7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0526d99ab546f7" /><Relationship Type="http://schemas.openxmlformats.org/officeDocument/2006/relationships/notesSlide" Target="/ppt/notesSlides/notesSlide45.xml" Id="R89b58c2fd8e14be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8aabf27064d34" /><Relationship Type="http://schemas.openxmlformats.org/officeDocument/2006/relationships/notesSlide" Target="/ppt/notesSlides/notesSlide46.xml" Id="R7b20cb1d8e574521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c8a9b703b7b4bfa" /><Relationship Type="http://schemas.openxmlformats.org/officeDocument/2006/relationships/notesSlide" Target="/ppt/notesSlides/notesSlide47.xml" Id="Rc093f13bfadd4174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d69bd65389e47f4" /><Relationship Type="http://schemas.openxmlformats.org/officeDocument/2006/relationships/notesSlide" Target="/ppt/notesSlides/notesSlide48.xml" Id="Rbfbcd17a8993468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79113AC-9F2E-49AF-A4E6-DE3B5A77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3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214F451C-7BBB-4F5F-BF52-35BED4889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685800"/>
            <a:ext cx="9652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5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5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15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D155F7A7-C896-4DFB-B8AA-0AB6B386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1600200"/>
            <a:ext cx="9906000" cy="737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2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推理系统架构与代码阅读</a:t>
            </a:r>
            <a:endParaRPr sz="42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8175B894-C94F-471A-9CD9-74884D81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3302000"/>
            <a:ext cx="8890000" cy="4298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从控制面、数据面到一次可追踪的模型执行</a:t>
            </a:r>
            <a:endParaRPr sz="22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5DC2345E-75A6-409E-8FDA-8066B741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257800"/>
            <a:ext cx="9144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每讲</a:t>
            </a:r>
            <a:r>
              <a:rPr sz="15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5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小时</a:t>
            </a:r>
            <a:r>
              <a:rPr sz="15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5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理论、代码路径、案例与练习</a:t>
            </a:r>
            <a:endParaRPr sz="15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256E3426-82C7-46E8-B6D2-B22C4496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943600"/>
            <a:ext cx="9144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华中科技大学</a:t>
            </a:r>
            <a:r>
              <a:rPr sz="1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张书豪课题组</a:t>
            </a:r>
            <a:endParaRPr sz="12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C0858394-2D3A-474B-8D02-87212AD9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3000" y="1397000"/>
            <a:ext cx="1333500" cy="133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586F8065-E3C3-4DF3-8FDA-A7A95D7B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6200" y="1701800"/>
            <a:ext cx="927100" cy="9531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2FDFAA4-245F-43F8-A9AA-B152D3DF5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076BA566-EA5D-4855-85BA-8057CE87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7200412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AEBF858-5C3C-477A-A4CF-B4310BCF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05CC348C-90EF-4D74-96BA-C0C1F75C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两小时课程地图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1EC0F89C-5E2E-4C18-827A-E6A77BCF1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B0AB4604-EA62-464D-B87D-7A1F7E3C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7950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先分层，再沿一条请求纵向阅读</a:t>
            </a:r>
            <a:endParaRPr sz="16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F4ABD845-10C9-435B-A8AB-2437FBBA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89CB2277-0575-4825-855C-24C2F92E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6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3E0E93E6-0679-4662-8434-3FC66193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00–25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分钟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架构分层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B1551989-1E34-40CB-83D1-2DF2F8E3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595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6249D603-66BA-4DFE-8CC6-7C6D4617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15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1432AC36-178A-4187-A49D-B2E13292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55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6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72073777-83C4-4764-8687-88376856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55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25–55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分钟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核心组件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EB2F3B52-937F-4C25-A38D-1D4D0F62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EF88BFAC-21FE-4C86-9846-503B6439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70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E0B6C3CA-6027-4F69-9C3F-18922AFE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6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5745D748-10FC-406C-B6E0-1E6BA3C0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65–95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分钟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代码地图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39623235-081E-42A9-982D-B39198CE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505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2EEB269B-DE04-4D50-AA68-423378E2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94F7DC56-DEB0-492B-AA8D-7D8CF38B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6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D3021CA6-432F-46E2-B799-F2314497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95–120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分钟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阅读练习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DF851CB4-9CBA-4F77-B5F3-E096E4FE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927600"/>
            <a:ext cx="106172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课后应能用组件图解释数据流，并找到一个功能应修改的最小位置。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D95089BF-5EF9-413E-A934-D084ED08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1D395032-B491-434D-A992-60817F40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1955580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EC52A5E-18BF-48F1-9385-CF6CC9DF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A7C37B5E-EAED-4966-8C57-384253D8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383BD0AB-9470-439D-83A4-E5EE91CF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进程、线程与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Worker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B32B5BB1-BEEE-4867-B9E3-6FD4780C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C43A474F-2052-4C61-A0CB-7F90FF68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6637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1AB375FF-9883-493B-AB64-4665D412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002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进程拥有独立地址空间，适合故障隔离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71FC644E-A338-4822-BB0F-6AD7C87B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5781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0F4F027B-0659-4FA4-AF29-D24C78EB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线程共享进程内存，通信便宜但需要同步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B4DBB947-6269-4BAA-95EE-91EAE33DE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4925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8BC32DC0-72BE-495F-BA6E-675CAFFF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6604000" cy="675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Worker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是系统中的执行角色，可能对应进程、线程或远端服务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3B8C7BEA-1C08-40B0-B005-DA1F2E14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4069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45964763-95B2-48CB-8BC3-4460A178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434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代码里的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worker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名称不能直接推断操作系统实现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06FA6B26-C21E-4AE1-8461-DB899CAF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1600200"/>
            <a:ext cx="3352800" cy="345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250B9355-3BB5-435B-8987-13D55646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1905000"/>
            <a:ext cx="2730500" cy="2914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先这样理解</a:t>
            </a:r>
            <a:endParaRPr sz="13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C1FECA8E-C793-455B-8B51-FFD73157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2438400"/>
            <a:ext cx="2730500" cy="706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架构图描述职责，部署图才描述进程和机器。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D4D4609-7C1D-4CC7-B41B-3ADAA11B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098240E1-211B-4455-93CB-6308F30FF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442484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478286D-7B47-4DED-B90C-846F5C7A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BF5924AD-2AC0-49B5-9EA7-01369E39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8C6F4EC9-1B61-4402-B5D7-BC11C57E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Kernel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Stream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CUDA Graph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070A1DF8-053D-4590-BBBC-7C1D1A960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9AB634E4-5444-4564-945C-4554AC6D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6637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1381895A-4F89-4E31-B08E-BBAD8B9B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002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Kernel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是在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GPU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上执行的一段并行程序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64F1D4E4-212B-4A83-92B8-510BC05E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5781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4D19AC94-DBC7-400D-B1C7-D068A544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Stream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规定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GPU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操作的先后关系并支持重叠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BEDBFDA3-898C-40F4-8F89-53696FD3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4925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43E2C6FA-D3BD-4BE0-A670-F516B23DE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Kernel launch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由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CPU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发起，会产生固定开销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CE56192B-5831-4105-98F0-69950FDF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4069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48E63970-8968-4E1A-BFEE-87F27F38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434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CUDA Graph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复用已捕获的执行图，减少重复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launch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成本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4DB8B5E2-C303-413F-9408-433034A3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1600200"/>
            <a:ext cx="3352800" cy="345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C1164E7E-7839-4762-A134-DE42C08F3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1905000"/>
            <a:ext cx="2730500" cy="2914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先这样理解</a:t>
            </a:r>
            <a:endParaRPr sz="13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63050F89-9FB0-48E7-AD98-4103CFE2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2438400"/>
            <a:ext cx="2730500" cy="1014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Decode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每步工作小且重复，固定开销更容易显现。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57D1B78-7750-4F57-9747-3B28D1BE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23437528-5208-41AA-8BED-1787F4B6A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7086167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2AFAC7E-141E-44EC-A4DE-35B2D99A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271AE114-D747-49A4-B4B0-8D9B8F61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E7916BB2-1CBC-49B5-AE4F-7BA3C3E2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一次迭代中的数据对象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590155BC-19B5-4BB7-AF82-A89538E5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4A3B6B47-2750-4DF0-99E7-93E95A05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320800"/>
            <a:ext cx="10668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从调度结果到设备执行</a:t>
            </a:r>
            <a:endParaRPr sz="15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87A1E067-8BBE-4559-B484-4FBF8123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B595497E-DCB2-440B-8EB9-5B60FB21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8F0E52CB-064D-4728-BAF4-1AE0A46F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1000"/>
            <a:ext cx="176276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Request IDs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FA34D58A-8087-4529-8192-CD157B3C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556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8A28C2C7-9CD3-46B3-A4CD-2BD517A3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336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2AE50215-78D4-47E8-B654-DE8B25C2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30D4FAE6-C0F9-4BA4-B50E-7EB628E2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921000"/>
            <a:ext cx="176276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Token IDs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9B38FE8E-0189-4602-9A0A-539EA8F2E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012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AF44F0F3-F763-46BB-B1C2-AD960DD7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792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16B3C56D-468D-4483-A28E-804485F1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53C7A5DF-BBA5-43D0-ABE1-ED29ABCC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921000"/>
            <a:ext cx="176276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Positions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9C817BE6-921B-4CD3-97CD-A1417606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468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BF0FA9AC-1F15-4403-A517-19AC07A1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248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E32D91F1-16A1-4D71-A1C7-347C9111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5952D093-7372-4A4B-8AD7-6EF435CC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921000"/>
            <a:ext cx="176276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Block tables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344EFD2C-2FB4-4C0F-B041-69EF2C72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924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圆角矩形 22">
            <a:extLst xmlns:a="http://schemas.openxmlformats.org/drawingml/2006/main">
              <a:ext uri="{FF2B5EF4-FFF2-40B4-BE49-F238E27FC236}">
                <a16:creationId xmlns:a16="http://schemas.microsoft.com/office/drawing/2014/main" id="{3F78A081-5942-4805-B2E3-1094A1CE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4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0F519C5A-CDFD-47EC-AA12-E8CC53B7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3E60131E-617A-4420-8A9C-1732D6FD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921000"/>
            <a:ext cx="1762760" cy="6140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Logits / tokens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3BF501B1-5106-4F2C-84F7-D81437A2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3600"/>
            <a:ext cx="10668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metadata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把控制面的决定编码成数据面可执行的张量和索引。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757E936F-A820-4EF0-B5A3-76AA792A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3F6C489D-084B-4217-989B-EFBD7A0B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8509979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D975D89-D22B-4065-85DF-9D91E17D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74B15DD8-BDC3-4631-86EE-4A0D1F7D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D3DE377C-7FA5-40D9-9B7A-C1D79AAA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TP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PP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DP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的直觉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55ECA7B8-ACCD-4151-8A50-AA0F5804A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48A0A185-99D8-4CC5-8AF3-773A6992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473200"/>
            <a:ext cx="51054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模型切分</a:t>
            </a:r>
            <a:endParaRPr sz="20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92029CA2-A1ED-4882-A6FF-43DCC666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057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TP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：一层矩阵分到多卡，需要频繁集合通信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E436C167-B7C6-4BC5-8059-76DFB4D7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819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PP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：不同层分到不同卡，请求经过流水线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17581244-0405-4F2E-8935-4FBA6608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6800" y="1473200"/>
            <a:ext cx="51054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请求切分</a:t>
            </a:r>
            <a:endParaRPr sz="20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F6076892-AD3B-4D8D-A992-4CE57AA4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6800" y="2057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DP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：每组设备有完整模型，不同请求分流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DD510BD5-1B5A-42F2-8A1D-54FA19F1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6800" y="2819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容量扩展更直接，但每个副本需要完整权重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B64F1171-CDFE-47BC-8750-D9EEF7BEC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5435600"/>
            <a:ext cx="10668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并行方式决定通信位置，也决定调度器能看到哪些资源。</a:t>
            </a:r>
            <a:endParaRPr sz="1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8B126303-4B86-460C-A234-FB19C81C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31C87123-5CC6-44F4-ACDD-FCC96ACF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0814480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0819C7E-F350-4335-B281-7F9F8F30D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F8D1068A-5322-4CB8-A962-1A2C1A04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系统分层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FC9E1C52-BC6D-4246-BA0C-FB862DAE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93CB1080-AA29-4B26-84F5-12341D43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DF417931-ADA9-4D0D-A08B-2689E774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服务层：协议、流式返回、限流和多租户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EDF7526D-2121-42AF-84A8-CF008D0D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F3A5A27F-E636-405E-9369-09E62C39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引擎层：请求状态、调度、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KV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管理与指标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58C1ED63-F026-4784-9848-F06A6E3F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94F3AE8A-8564-47DB-9EF3-93380DC6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执行层：模型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runner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、并行通信和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kernel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4356C1E2-4E51-48E1-A2D6-0410CF6B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5A407AD2-47C3-4CC2-A63C-4D40F207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平台层：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GPU/NPU runtime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、编译器和驱动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4AE9491C-5481-4285-9A67-95B709CD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9001274A-0B4D-4695-BF6B-F642E2C4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E9A04ADE-F0B3-47C7-8EB5-D9585ED8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1060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分层用于定位职责，不代表实现必须拆成独立进程。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6B7554F5-C7F0-4AA8-A790-7EAA6F1C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200F7FEE-906B-4D83-B182-65C7018C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7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3390648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AF766EC-B22E-4C74-9A72-1C1B7DA5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EE1DAC01-52A9-423F-B97E-51163101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控制面与数据面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B307283D-F3D6-4742-AA9E-D0E79E49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4B24B05B-7395-476A-BCC4-0E34D1D2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8400"/>
            <a:ext cx="5143500" cy="414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控制面</a:t>
            </a:r>
            <a:endParaRPr sz="21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A849F87B-5A0D-4701-9192-F8E9EF4B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796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调度请求与资源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B3D1F238-978C-43CD-BA6B-4CFA0B14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维护状态和元数据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F88C847F-907F-4236-9223-BBB42B7B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44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决定何时、在哪里执行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C7FD303F-DE40-41B1-A26D-D233383D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1168400"/>
            <a:ext cx="5143500" cy="414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数据面</a:t>
            </a:r>
            <a:endParaRPr sz="21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FD6494B8-5D82-4476-BAA8-671F38D4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18796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搬运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token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、权重和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16E5F785-AD75-4E8D-B04F-412B9851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6670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执行算子与通信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1FFD3C4F-C7FF-4491-A021-EB0AC580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4544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返回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logits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和采样结果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2081B71D-A40F-46C6-89BC-E657E2AD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10200"/>
            <a:ext cx="106426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控制面决定路径，数据面承担主要计算与传输。</a:t>
            </a:r>
            <a:endParaRPr sz="16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CFFC816-19D3-4F21-BF45-0720976AA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FFFB7F75-46BB-406A-B194-6BC36B3DB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8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6700130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597D003-2F3C-4F48-B44B-89DE19FF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DC625A70-D9DA-49C6-804E-E5F138819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核心组件关系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8F80BB52-E840-4669-9DF3-D0657DB3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3C023C3C-F840-431A-B279-E658F76A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7950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一次迭代跨越四个职责域</a:t>
            </a:r>
            <a:endParaRPr sz="16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A25788BE-AA78-400C-9739-AE04B8DF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802537A1-BDD7-4B75-A6DF-3BB67404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6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ED7FAEA5-7F4B-4ACD-8F7E-8AEB0751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Scheduler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选择请求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30D79CC7-AD6E-42A6-AEAF-AE429A1F1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595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F16A3BC8-EE5F-4370-9757-87B9F4B6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15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1661C61A-5808-42FB-ABA8-2EBBC334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55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6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1E0DC9E8-422C-47CD-9219-F0676CE2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55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Block manager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准备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FEB54684-E3F6-40D2-BE0D-5C555607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FA3AA1FF-80F7-4743-96CE-9C777953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70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E4561068-D5B7-4418-A319-BBEAF78F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6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36FFF24D-2BB8-483E-B611-F33AAB8B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Model runner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执行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forward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B0C66B90-3FA3-45F9-BA52-D1F86E97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505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7259927D-8F8A-4F42-977A-0C2CC1E2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0B6B4AC3-069D-4551-821A-2BCE30B5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6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65AAE729-D162-41AA-B101-EC8D682A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Output processor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采样与结束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6FECF128-54A4-406B-ACF9-4088D729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927600"/>
            <a:ext cx="106172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组件边界应与可测试的数据结构边界一致。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92C6FB-5C35-46DE-B4C7-B3AB6789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DF97DA1E-FCC9-4D07-8FF0-FD59B01B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9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1038601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645DCC1-859F-4BCC-820D-7ABA47C0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F4BF9C6C-89E8-4F18-BAFC-7EA9787D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单机架构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8192EBD3-E319-40A8-8641-D7A1F784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C4919908-CF8C-44A8-8B21-EA05317D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140EBC96-3ED5-40F5-8965-4A06AD83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API server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engine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可同进程或多进程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88A6E05E-00C1-4EC1-85FA-A0F1787F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6D732507-3ACD-4BE2-8E3D-138E62B8B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调度器维护全局运行集合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3D49E5D6-82AA-4491-9D0D-5029D6F3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B2746718-6385-4006-B5E4-627DB1ED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模型执行器绑定一个或多个设备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F43F4A5F-1247-4489-86E6-B6E99AF1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6533007B-E20D-40B9-A604-475D8B0F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共享内存或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IPC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连接控制面与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worker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33D2D7F4-6771-4EFE-A2CC-0BC2CD77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F30EE098-27E3-426A-B047-0EA460999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03472689-D520-41AE-8285-2C0CF3BD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737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先理解单机闭环，再扩展到多机。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E6B480C-3DBE-4990-BCA9-01EFB867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FE726E0B-4651-4553-AC53-89777C69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10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4958671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075AF99-6090-4925-B1BD-088CAE23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24957AB0-D0FB-4D28-892F-80D164DBA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多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GPU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并行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51BBC860-961D-45D5-A06C-02BE48BE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0479D1CB-3766-4639-9778-6887C495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2646AA22-5532-4900-881D-77A08505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Tensor Parallel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切分层内矩阵并引入集合通信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06309A02-D924-4077-AFD6-313D247A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1752A0EB-10C6-4824-938E-9323FC74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Pipeline Parallel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切分层并引入阶段气泡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398DFB58-706B-4C79-8E47-9DD87ED1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4DB14D13-B188-402A-8409-D38B05A6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Data Parallel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复制模型并分散请求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E7DB1348-F07A-4AEF-9F4B-6B479934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B8B4725E-FCD3-4FE0-A389-AC527FE8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并行方式改变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所有权和调度可见性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3449968A-3B28-4917-BB39-21B1A9FA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ECC1D26F-DE9F-4EE9-A90A-AF692377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370EFAAA-9269-4749-9C3D-3962B5B8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1060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并行策略不仅影响算子，也重塑运行时状态。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0CCBDBC4-5A98-41E4-A750-3B9334F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B60906C8-DC22-446D-9843-F2E5E5C0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11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9706208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1C74F1-087F-4A6E-BD4B-44B23CC9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664BD354-BC74-4B22-B518-92FA47CA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近期研究</a:t>
            </a:r>
            <a:endParaRPr sz="12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70779A6C-FAFF-4DAF-97E3-0367FCF7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近期研究：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Prefill/Decode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分离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2025D9A5-9C87-4839-88D8-4CF60508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185041BE-7FE6-40A2-B7B0-2A795FEF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346200"/>
            <a:ext cx="10795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DistServe</a:t>
            </a:r>
            <a:r>
              <a:rPr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OSDI 2024</a:t>
            </a:r>
            <a:endParaRPr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65BC403A-DF9D-4772-B27A-169D3DA5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2082800"/>
            <a:ext cx="673100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问题：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Prefill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偏计算密集，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Decode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偏带宽和延迟敏感，混部会互相干扰。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35C976F6-F9F8-4E2B-A71D-6C12F849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2946400"/>
            <a:ext cx="6731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方法：把两个阶段放在不同设备池，并独立配置并行策略和资源。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6D319344-95F1-46F8-8375-C0910F56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4013200"/>
            <a:ext cx="6731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论文报告：论文在其工作负载和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SLO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下报告更高可服务请求数。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7D7DB9C7-E00E-408A-9A11-4ADF6A28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06600"/>
            <a:ext cx="3454400" cy="2895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CF3E8341-876F-4E0C-9F7C-DA494DDB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286000"/>
            <a:ext cx="2794000" cy="2914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课堂怎么读</a:t>
            </a:r>
            <a:endParaRPr sz="13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E46A5730-B50A-490E-8742-D76378B9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794000"/>
            <a:ext cx="2794000" cy="922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KV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必须跨池传输，低负载或传输慢时，分离未必获益。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6DB06E51-9E14-4956-B5EE-273A8D48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5689600"/>
            <a:ext cx="10795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来源：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https://www.usenix.org/conference/osdi24/presentation/zhong-yinmin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590B194C-EC53-4422-8665-C9DF31C8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18342278-25D2-47B9-AC94-462D5C17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12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02585591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8ED09DE-58DA-4E0D-81A4-CCA8B7CD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2368527D-7092-4236-BC17-29176425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集中式与分离式架构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E837A238-6344-4971-B332-1A3E755E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1D19E13F-90AB-46A8-A848-748BC68A6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8400"/>
            <a:ext cx="5143500" cy="414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集中式</a:t>
            </a:r>
            <a:r>
              <a:rPr sz="21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 Prefill/Decode</a:t>
            </a:r>
            <a:endParaRPr sz="21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F98907D4-83DC-4CF2-A239-D7377F97B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796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同一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worker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处理两个阶段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93E92E4E-EB38-40DB-9CE3-004A1DC1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状态无需跨节点迁移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BE076FE-5B66-412D-9FF1-8EFA358B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44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资源干扰更直接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5AD7CFE1-D5B9-4152-9FC6-CB1BDD75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1168400"/>
            <a:ext cx="5143500" cy="414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PD </a:t>
            </a:r>
            <a:r>
              <a:rPr sz="21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分离</a:t>
            </a:r>
            <a:endParaRPr sz="21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0B1A66BB-399E-4AE8-B60C-97012E86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18796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为两个阶段选择不同资源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C8B5C39A-E177-436C-8E31-36C022EF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6670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独立扩缩容和调度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385F06D2-A9BE-46AB-A1AD-6772B5EA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4544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需要传输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并处理一致性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695E23AA-8245-49CB-9947-4E33A202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10200"/>
            <a:ext cx="106426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PD </a:t>
            </a:r>
            <a:r>
              <a:rPr sz="16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分离只有在资源匹配收益超过</a:t>
            </a:r>
            <a:r>
              <a:rPr sz="16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KV </a:t>
            </a:r>
            <a:r>
              <a:rPr sz="16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传输成本时成立。</a:t>
            </a:r>
            <a:endParaRPr sz="16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2A5763A1-3E79-4BF7-891D-F388A7EA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6C907170-6AAA-42A3-9971-774F4839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13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7881303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B11DAC3-CF03-4A2F-8087-85B921D6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F735BA08-F1AD-49BB-B5F4-5651A4835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代码地图的四条线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8A6EC525-DA0E-412A-A6C3-508F8560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EF7C1DE1-FB39-4C08-BF07-B017DC6E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2FC54EED-0CB9-4FB6-8691-844269761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入口线：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API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到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engine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请求对象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A23DCB36-4428-4B5A-9D73-828B6C68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EDA66B39-8913-4DDC-88A9-D38BB9CC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调度线：队列到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batch metadata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0F8123BB-83CF-4EA6-AFFC-73302291C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FD34306B-BDD1-4EB8-8F65-3EE9E73E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状态线：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block table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到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 tensor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B333147B-8FC9-499F-AF31-A9847244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180D8E60-B4CB-4338-8DB7-ADAB7DE3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执行线：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model runner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到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kernel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sampler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9393C15B-4D20-43A2-9546-52B14980A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59295D43-F898-4749-8673-CA5CA328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143A156E-E6AD-4FE8-91E3-C0E6FC55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1060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不要按目录顺序读仓库，要按一条运行路径读。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2DBC80AC-D742-4CCD-85B4-399060A3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A8E4B3D8-7A7E-4B1B-9C88-691373ED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14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86661473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F9A7103-A4C2-4AA7-87FB-0BDCE41C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6CB6ED6F-FF17-438A-852F-310242C4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建议的阅读顺序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2999A32D-2A4B-47E8-A061-540A0FB1A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2A6B18BC-0B92-40C0-AA4A-F5AC94C6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16000"/>
            <a:ext cx="10795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以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nano-vLLM 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或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vLLM-HUST 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为例</a:t>
            </a:r>
            <a:endParaRPr sz="15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3DE65D18-3F64-4AFA-B548-0A42F587C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795000" cy="353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50C1B"/>
          </a:solidFill>
          <a:ln xmlns:a="http://schemas.openxmlformats.org/drawingml/2006/main" w="12700">
            <a:solidFill>
              <a:srgbClr val="364B6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B3D62284-F389-43A6-BEF0-B25C1BC5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55800"/>
            <a:ext cx="10185400" cy="16605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1. 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找到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generate / add_request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2. 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找到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scheduler.schedule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3. 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识别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Sequence / Request 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数据结构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4. 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找到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block manager 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的分配接口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5. 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跟进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model_runner.execute_model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6. 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回到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output 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与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finish </a:t>
            </a:r>
            <a:r>
              <a:rPr sz="1700"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路径</a:t>
            </a:r>
            <a:endParaRPr sz="1700"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699DDEE0-8CC6-4F1D-8B82-DCB64AAD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86400"/>
            <a:ext cx="106426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每读一个函数，记录输入、输出、状态副作用和日志点。</a:t>
            </a:r>
            <a:endParaRPr sz="16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CB99D11-55FF-4E7C-977A-D37EBF99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9A2CEAF5-F559-4AE8-9282-8AA1BEED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15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99958651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F26432A-ACF7-438C-84E5-094C5F65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2B0C1CF7-401B-4E0F-9E0B-1B959AEC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近期研究</a:t>
            </a:r>
            <a:endParaRPr sz="12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347615C2-D1D0-46A1-B29C-F2CC8D9C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近期研究：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KV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中心的解耦架构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9891C570-5BA7-4994-ABEA-ADFB4675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96918790-71AB-4F8C-B1E8-FE1C577A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346200"/>
            <a:ext cx="10795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Mooncake</a:t>
            </a:r>
            <a:r>
              <a:rPr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FAST 2025 Best Paper</a:t>
            </a:r>
            <a:endParaRPr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4ED1D3BA-A4DF-4E8A-8CAB-DCAF7CD9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2082800"/>
            <a:ext cx="6731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问题：长上下文服务既受计算约束，也受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容量和复用限制。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A8854E2A-76C1-484E-A660-A5E17A61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2946400"/>
            <a:ext cx="673100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方法：将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Prefill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池、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Decode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池和分布式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存储连接，由全局调度器协调。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1FA60A49-79C5-471D-ADFB-FEEDECC3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4013200"/>
            <a:ext cx="6731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论文报告：论文报告在真实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trace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和生产部署中的容量提升。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B836DA58-C30B-4953-A7B9-F2E28A4E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06600"/>
            <a:ext cx="3454400" cy="2895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205FABB2-FA96-4347-A48F-3606B0E5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286000"/>
            <a:ext cx="2794000" cy="2914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课堂怎么读</a:t>
            </a:r>
            <a:endParaRPr sz="13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1883BC39-7F26-4A6A-A539-4317956E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794000"/>
            <a:ext cx="2794000" cy="922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课堂重点是三条数据流：请求、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KV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、控制决策，生产数字不可脱离配置引用。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7A776732-672C-4D19-8278-2577A991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5689600"/>
            <a:ext cx="10795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来源：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https://www.usenix.org/conference/fast25/presentation/qin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C6E39456-A310-4A22-AC63-02030270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B3A9414D-D83D-41F4-A740-8F991747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16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146271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2B0AD0-714E-4E82-95E3-5A0A24B3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4E72C626-5A8A-49B1-B4DA-24882708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最小可运行基线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661F8718-12A1-4644-B36C-C6CC03F4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152A342A-24DD-42C1-9724-F7BA00ED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996C7EC8-9C63-44FC-9033-A696B75E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固定模型、输入和随机种子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E66E95F8-E434-41C0-903F-542BC40E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D31AFE3B-C04D-4EF8-9209-936FE103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保存环境、版本和启动命令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9C0C3071-905D-4750-AE76-D78FCFA1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8C54F61F-F159-4C6A-B3AA-072B4EEC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先验证结果正确，再采集性能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69F3B0DC-A993-4200-8FA3-C83E309E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9FD46ADF-1B1A-4464-A762-D5A5AD36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记录一次请求的完整日志作为黄金轨迹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3EBC7057-1E86-470A-98F8-2A3B8C41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6E82925D-BFE6-4EF6-84EE-6E6B9AD9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DDAE99BF-2F9F-4A8C-8273-EC5852CC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737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没有稳定基线，后续补丁无法归因。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C9E3927-2902-4394-B782-2D9ADB66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3801D4EE-C387-4CE4-921D-8B013617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17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57984755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6C774A1-524A-40C5-ABCA-A115871A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3F551682-0E1E-48D0-91C8-D8BDCEA4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vLLM-HUST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维护案例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E1A6C26A-8A48-45FC-A838-27C52FB2A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034A5080-F328-4537-83E0-8BE421E8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A0BE8F8F-0CEB-477C-80EE-D964FF10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先对齐上游基线，再引入平台差异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8153126C-B47E-4FCA-98EF-3D326279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C1EE19D8-B22A-4BFB-B097-0AC2FCDC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把环境和硬件信息写入复现说明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D8DF884A-9B00-492B-A71E-7A65B68E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56D91904-5E59-4877-822A-951C07EA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小补丁配套最小测试，避免大范围改写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17777975-A01F-4174-872B-BEB5D4B7C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0A7C1CF4-CD02-4B8B-A730-4FDE4468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CI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覆盖公共逻辑，硬件测试覆盖设备路径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94C39213-4670-4025-9A5E-C851DEF8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1E2ADD36-DC4F-4464-BCCD-7E25EF2C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395404E1-9774-4BD6-8E2E-34ED4C0F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1060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维护经验可以直接转化为代码阅读与实验规范。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367941E-1441-48E9-9225-3D4BE68F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3702C68E-CAE6-4DCD-8305-5F656900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18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836630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79E61DD-334C-4474-9F89-138DF6D16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E5E5C9EA-F0C2-4A0F-BDE3-8F94B49D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功能修改的放置位置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8A5D6B90-1F59-4898-9EDE-87AC6992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21349A70-7ED2-4DDF-89AF-5B9E836C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8400"/>
            <a:ext cx="5143500" cy="414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常见误区</a:t>
            </a:r>
            <a:endParaRPr sz="21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C5C54734-3344-4D33-AD05-69FED60F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796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在入口层绕过调度器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ED0BE862-F7B3-46A5-A4BD-C0B063B3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在多个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worker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复制策略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BF4C6149-A91E-4915-B6C0-D6DD7C87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44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把平台分支散落到公共路径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4F7FC830-85D6-4BBD-8429-C4097E27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1168400"/>
            <a:ext cx="5143500" cy="414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更稳妥的方法</a:t>
            </a:r>
            <a:endParaRPr sz="21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25179121-E539-4EF5-9C84-92BC53E6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18796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在职责所属模块形成单一决策点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780150E7-6796-4FBC-8F1C-0EED607A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6670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用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metadata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传递结果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63DA6A4E-198E-4D10-925F-51ED961F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4544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通过适配层隔离平台差异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75B03F91-04AD-47E8-8746-040260F3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10200"/>
            <a:ext cx="106426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修改位置决定长期可维护性。</a:t>
            </a:r>
            <a:endParaRPr sz="16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74C95A22-81F4-4731-B3FA-AC25F1AA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514C192D-C6D9-4984-99B6-68F95554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19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89459033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B82CFF-688F-41C3-89D2-295DD4B5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9B34542C-165D-41BE-BF27-DB45A639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DED67F66-E576-4E38-90FE-ECA109060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All-Reduce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在哪里出现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97D482C6-2659-401E-B8DA-9B67632F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18A145DF-C256-450D-8875-F57F10F6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320800"/>
            <a:ext cx="10668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Tensor Parallel 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将一次矩阵计算分到多卡</a:t>
            </a:r>
            <a:endParaRPr sz="15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47CB223C-9715-472F-8EAD-E6E99029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209800"/>
            <a:ext cx="256540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FA86B9D2-17A0-4C74-A0C0-2B832CBD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23114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2A644FB4-4C54-4672-B819-5BC6DA47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1000"/>
            <a:ext cx="23114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每卡计算局部结果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6CEF334A-1254-4AB7-B6E0-79490959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7378D6DE-0715-4462-A0F1-00A98D90F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2000" y="2209800"/>
            <a:ext cx="256540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D19937D3-38A2-407D-A956-E2EB29B8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38400"/>
            <a:ext cx="23114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93A0741F-C922-4510-96B5-6345083A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21000"/>
            <a:ext cx="23114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进入集合通信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052DB4EF-626B-40D0-93D8-0EC7726C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C0A09B22-8FB2-4B7A-A65F-2F50D366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5200" y="2209800"/>
            <a:ext cx="256540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4B344DB7-6098-4662-B111-B25A843F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38400"/>
            <a:ext cx="23114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C6EFDD0F-4154-4BAF-8C45-3734F929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21000"/>
            <a:ext cx="23114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汇总或规约结果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1D1BC325-B6F0-457F-81FB-C7979955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FFB31784-75A4-4C23-9B65-639B2F42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8400" y="2209800"/>
            <a:ext cx="256540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31893CEF-0947-4D82-922E-CE4227AC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438400"/>
            <a:ext cx="23114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043A34A4-CC86-477D-8071-D99BBBD4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921000"/>
            <a:ext cx="23114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同步后继续下一算子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4D580231-FC5C-42D5-A267-E49D914D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3600"/>
            <a:ext cx="10668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通信无法被完全隐藏时，增加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GPU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可能反而降低单请求效率。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7C994A4D-E10F-4F60-BE56-B8601ED0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9E502B42-AA49-4D2E-9276-FEB3B77F6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20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86594537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FBFB61A-97F3-44CB-AB11-AF5B7B0E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15CD65BE-D83F-40FB-B2C6-37738107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可观测性接口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701118DC-CC96-4852-AD9C-43231782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43279095-9330-46ED-8659-E3C03F6D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2F22BEAE-AC16-4B78-9059-4B602A22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请求级事件支持用户体验诊断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1BA0CFA4-7F4E-4A87-AEC7-CFAFAFC0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13DB265D-2C44-4073-9F49-5CCDE1B8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迭代级事件解释批次和调度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441F992E-4127-46A5-A3B7-4F404ECB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7448C489-6AC5-4E01-AFA2-F0BF7EE7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资源级事件解释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、通信与设备占用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C20013B7-2366-4FB9-8FA2-02F926DC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7023DFF9-2A8C-4104-9657-15C643DE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统一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request_id/step_id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连接三类日志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6290C965-CFEA-4043-A3E2-2209BCB5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D125E077-E0D5-4D17-A49C-441E0256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1DA570EB-D0DD-4587-A735-6CB64F17F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737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架构图中的每条关键边都应有观测点。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38F81C4-1BC8-4EE7-B70E-B7E43AE0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EC869C52-0220-4D6F-959D-CD6386FA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21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53009114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DC36A87-2AD7-4AB6-A28C-58A8CE21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F8254737-61FA-43BC-A91F-60E6C771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A2EB30C6-D7D3-4D34-823A-D509D877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代码阅读中的易错判断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A9692667-6000-4ED6-8709-0B7349C6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FCE365FA-FE3D-48E7-B2F3-11258AA3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6637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57E06A83-448F-4280-AB82-205EB069A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002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函数名相似不代表处在同一请求阶段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90ADFEB6-9F12-469D-A7D7-6FA6E7CD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5781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A7521E6A-9B28-4CA8-A16B-34ED90F4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数据结构中的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shape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比变量名更可靠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A67C8A4D-14E3-48F7-B2D6-34D663D4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4925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5150EE13-55D0-47FE-88CB-7900B712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异步调用返回不代表设备已经完成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0AD955B-6126-40E7-AE1F-8F23D88C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4069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CBDB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718E8568-F438-42FC-933F-70D5265D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434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日志顺序可能受多进程缓冲影响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0B03FBEB-548F-4060-9CD0-3E0267F86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1600200"/>
            <a:ext cx="3352800" cy="345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28CBDB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A4A938DC-7F6B-4E89-8EF2-1ACCE417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1905000"/>
            <a:ext cx="2730500" cy="2914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28CBDB"/>
                </a:solidFill>
                <a:latin typeface="微软雅黑"/>
                <a:ea typeface="微软雅黑"/>
                <a:cs typeface="微软雅黑"/>
              </a:rPr>
              <a:t>先这样理解</a:t>
            </a:r>
            <a:endParaRPr sz="1300" b="1">
              <a:solidFill>
                <a:srgbClr val="28CBD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F7BAC901-2FF6-4283-A1E0-4EBD4B80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2438400"/>
            <a:ext cx="2730500" cy="13220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用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request_id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step_id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tensor shape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和同步点交叉验证路径。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BC5B0D9-AC74-4CFC-89D0-1426E0E5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2C134545-5A2F-48FA-9BA8-6B271BE0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22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163052514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1152B9-BC43-441F-B178-18B19F1BE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52FC50-355F-49A9-A5B8-084867CB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A4E0E8-B39F-466A-8C96-A9F2F25D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扩展模块 1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7A0EC6-57BC-46F8-8C50-AD611691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用组件边界建立代码地图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B2BD8E-B4AB-4F58-B9B3-080A4EC4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BCD7D0-7DD5-4CBA-9D0F-CFB877B4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80EE3-57C7-4E21-8F4B-7D733E25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248263-0116-42D9-ABEB-112983CC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635196-0A68-4FFA-9DB7-E8260A7F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defRPr>
            </a:pPr>
            <a:r>
              <a: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C89481-32A5-4A35-92DC-5543B309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本模块目标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0D8A6F-E3A6-4E22-B514-1E06BB52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43125"/>
            <a:ext cx="781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从职责和数据流出发，而不是从目录名猜系统架构。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5A3DB1-A128-4880-BDF7-9A0C4D06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33750"/>
            <a:ext cx="7429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31C500-58F6-4ADD-9882-0CC3ED71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学习完成后，你应能独立解释机制、完成一个算例，并指出至少两个常见误区。</a:t>
            </a:r>
          </a:p>
        </p:txBody>
      </p:sp>
    </p:spTree>
    <p:extLst>
      <p:ext uri="{BB962C8B-B14F-4D97-AF65-F5344CB8AC3E}">
        <p14:creationId xmlns:p14="http://schemas.microsoft.com/office/powerpoint/2010/main" val="68573824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B3ED74-7EEF-4C4F-A9A1-F1BA0D5E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996052-06A6-4BDA-BC5C-22EC57AB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D57CD8-1651-45EE-8A5A-A7D090EC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概念展开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2E4F44-A177-4AB4-98BE-A8A29691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用组件边界建立代码地图：四个必须说清的点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E08560-947C-4498-A7B7-AB96386A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EC980E-3BDD-449C-ADD0-3F43C1A5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E2C242-F246-443B-89BC-894D9776A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6D9172-1CF1-4552-8673-17880730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F0D7F5-B7C9-4E22-8FA6-613DAC561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77D67E-6C95-4764-9F8B-F4745496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599644-FCE7-461D-97FA-38C2F6CF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1. 对象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2BDAE2-FCBF-42E7-8A7F-5D5AE4E5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API server 处理协议；engine 管生命周期；scheduler 作资源决策。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45D7EC-C68C-478D-AE8A-3CF48A5F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F4E7DA-199E-4B23-A6C5-2E9B58E2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C1A517-8A3F-4625-BE1A-3066A47E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2. 机制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2DEDDF-F351-4EE3-998D-FCA61C9F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model runner 组织张量与执行，worker 管设备与并行通信。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9F2365-C6B4-44C9-9A93-87ABB697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45B15F-D94A-485D-96E1-376E03DB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E9DE08-CF74-4BFF-8F0F-CAA421821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3. 约束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EEF68D-6224-4604-B6F5-877D0C41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边界应以输入、输出和不变量描述。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1C3ED8-8D12-4F85-B9CF-5F97FC394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79533A-8397-4B7F-B6F9-2D0A64713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34A91F-A23D-4C3C-BAE2-C9CE6B9B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4. 方法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808B58-53F9-4298-8AFB-CF4DA6C8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同一职责在不同框架中可能使用不同类名。</a:t>
            </a:r>
          </a:p>
        </p:txBody>
      </p:sp>
    </p:spTree>
    <p:extLst>
      <p:ext uri="{BB962C8B-B14F-4D97-AF65-F5344CB8AC3E}">
        <p14:creationId xmlns:p14="http://schemas.microsoft.com/office/powerpoint/2010/main" val="190427414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F2E0CF-9379-468B-930B-D6D2AC3F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484680-59F6-4F2B-85F8-2DC40702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F9AF4B-00C1-45C9-B365-E33D7C43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逐步算例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B14799-ED68-4711-825F-68F5026D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用组件边界建立代码地图：把结论算出来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0A5E70-B4B1-4967-890E-A89B16A4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CFE9F-5598-4398-960E-56D42FA5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956703-CFE3-4587-AF85-5088BAEE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211CE6-D602-4A9D-BC1D-4B4A97DB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3A1F55-FA05-45EB-82A2-466DD9F1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71318D-E326-4DBD-BECD-CD259A3C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8A2D9D-6850-4399-B517-19D28C65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1AA96E-5F56-487F-8E70-4C41C5C2B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907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收到请求后，API 层不应直接调用某个 attention kernel。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D34B62-AFBA-45FB-9C53-C6DE92FC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479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6BC3D6-2A5D-40CF-AD8A-92B01D4A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A086D9-A5DA-4F2B-B60D-5786CBB2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53D14F-DDD8-4869-96DD-DC52D9E1A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289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它先创建内部请求并交给 engine。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1F88CF-E94B-454A-BF59-F2995D6C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861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BA2DD7-277E-4A4F-92B3-85294912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627B83-7519-4151-9E56-F3370E20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7C2609-88F0-4DE9-84A3-C590A96F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4671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scheduler 选出本轮工作，model runner 才构造执行张量。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8C10C7-47F9-4A9A-B66E-DF7C40CE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243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5EB9D5-ABB0-402C-A072-C6C3B7C8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936703-5EE0-4BCB-BBC0-DF4E89DD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3A73C3-20FC-4E1C-B075-FE9B909E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053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分层让协议变化与 kernel 变化可以独立演进。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90F8D5-C733-423E-91EA-B1464617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课堂要求：先独立估算，再核对单位、数量级与隐含假设。</a:t>
            </a:r>
          </a:p>
        </p:txBody>
      </p:sp>
    </p:spTree>
    <p:extLst>
      <p:ext uri="{BB962C8B-B14F-4D97-AF65-F5344CB8AC3E}">
        <p14:creationId xmlns:p14="http://schemas.microsoft.com/office/powerpoint/2010/main" val="47478208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06B300-9420-4755-B8E9-4BAAD067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D4A276-3EC2-4FCF-975F-08F99CF3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809FAF-415D-4917-9312-4BE3851A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全过程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4520F7-EF56-4944-B75C-3BD79D44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用组件边界建立代码地图：五步走通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0C1BBF-B020-4C95-B58B-5261E796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5843F0-6932-49F5-A0C1-EC167B62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346A31-FA8E-4021-BDA7-A6785359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29561A-1F0A-44A1-9B4C-C4BAC2C0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367AE1-252B-4BD0-B53B-E0F4CC33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4E246F-2DA9-41AC-AFAB-AD32AD5D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AD70E1-D8C3-4154-9F9D-B77B6799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从入口函数定位请求对象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85949B-61B8-488A-8C1F-B6A2AFA5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45AAFD-37F8-46B6-8A34-2C956696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A0E36B-A978-4BC5-B006-DE3A0808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37B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DCCA78-3C25-481E-A4E6-B7B6DEAC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跟踪队列与状态迁移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2F8C81-866E-4EA1-AEE1-5C498B9E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46E594-E22D-424A-A606-16F1EB77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96EA41-59EF-40C4-8EC8-A134158B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758B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36EEC9-C09D-4FE6-A685-A12A07BCC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找到调度输出结构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D03095-CDEC-4465-B97A-9D1128D8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2D7937-EB7A-49D0-9FB4-D2756D5C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D402A1-2DF5-4DC3-BFA7-E61CF567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F9B8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B0D9C8-2DB0-47CF-8C82-579E242A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追踪 runner 输入到 kernel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999F61-872E-410C-9BD3-1405690B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6F3936-DA5B-4CCC-B1E5-817BD007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E56925-4E8F-4C3D-BF93-84C02C06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6856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C9292D-06C1-401F-84C8-BE8B51FF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沿结果回到流式响应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64858A-E038-4994-B61F-3E84F75F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76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检查点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CDA200-F0B5-4A99-81CC-C9E7242B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每一步都要说明：输入是什么、输出是什么、谁拥有状态、失败后如何恢复。</a:t>
            </a:r>
          </a:p>
        </p:txBody>
      </p:sp>
    </p:spTree>
    <p:extLst>
      <p:ext uri="{BB962C8B-B14F-4D97-AF65-F5344CB8AC3E}">
        <p14:creationId xmlns:p14="http://schemas.microsoft.com/office/powerpoint/2010/main" val="107434300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28E2A5-4B1D-42EF-8799-7BA8B80F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C38DE-A95F-4BE5-94E2-5D3D28D2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BA47E-C8E1-4D66-8B69-6902910E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易错点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8F9B61-65FE-4EBC-9345-59D5BD4B4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用组件边界建立代码地图：四个看似合理的误区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78FEE-651C-4974-8AE2-BE525566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881A99-182C-464E-915D-E4C7D5DD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E6B445-8DA6-4993-BD9B-0F498ADE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95A349-DA5E-48D0-A593-379DCAAA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F2A787-B7E4-4866-8737-FA3A9102B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92159F-4F37-4365-AADA-79595219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9EDBEC-B438-4C1F-9D62-C55B8CB6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6478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按文件名线性阅读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ACF716-4E1D-4A0C-8965-88FABEB4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BB4E56-464C-48E0-8DF2-646CABF4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026675-0DAC-4CBA-8AD2-CAA97599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6479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一开始陷入 kernel 细节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10971A-8488-45CE-837D-C96156D1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7662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03409C-AEEF-420B-9CDA-7A4A2B61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D1AEED-E91B-426A-B6A3-91EBA53E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480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忽略异步队列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9AD508-BE06-4BF8-9508-6FAC2FC3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F2B99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11C310-CF49-4A51-A556-E39551E9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F17CBF-7ECF-40DF-B564-B99EE343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把控制流和数据流混为一谈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2B5194-4AAF-47DD-8D47-C7A87FA7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遇到这些表述时，不急于接受：先追问条件、单位、基线和证据。</a:t>
            </a:r>
          </a:p>
        </p:txBody>
      </p:sp>
    </p:spTree>
    <p:extLst>
      <p:ext uri="{BB962C8B-B14F-4D97-AF65-F5344CB8AC3E}">
        <p14:creationId xmlns:p14="http://schemas.microsoft.com/office/powerpoint/2010/main" val="8127940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95DCF7-1391-4B6B-8612-297D6F09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82CAFB-BA6C-4039-A4F2-B24D5F8E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DECB1-5A8B-40C6-A99C-6C41D890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课堂检查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E0C55C-72FC-4F9B-B3AA-1E0633C7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用组件边界建立代码地图：10 分钟闭环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D414C3-3897-4423-817E-B38244FA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EB1499-2C7D-495D-A865-D1673FAF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4A72D9-9F78-47A0-AF27-EBA2B018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4A98F7-EED7-4D91-9456-05D1AF24D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B10BD7-45CB-479C-BA2A-0A1CF623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2A6D29-D5D0-40DF-BCB8-6BD935BE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632614-E2A5-42BD-9717-7C911F45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CEDF01-04ED-4E52-A310-47FD74EFE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scheduler 的输出应包含什么？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66E79E-BDED-4DB4-95F8-7D02E911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6CDF88-39B2-485D-89C9-C1DBB4BB3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30A38D-A091-4D08-A43F-C143761B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BF00DE-38DB-47AC-A67A-F533D4BD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worker 与 model runner 如何分工？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8D7C9C-CF83-411A-B344-00EE6539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7F61DB-E41F-4ED9-AB87-AD92ABB7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D5475C-4665-4B12-B4CB-E49F93E1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问题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0DDDCB-0B2A-4187-91B8-B89DE44E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为什么先画边界再读实现？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5E7162-499B-4CDD-9E5B-6DF4DDE3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9625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先个人作答 3 分钟 → 两人互讲 3 分钟 → 全班核对 4 分钟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8DF2EC-D9B2-4506-A337-A9F7B980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带走一句话：从职责和数据流出发，而不是从目录名猜系统架构。</a:t>
            </a:r>
          </a:p>
        </p:txBody>
      </p:sp>
    </p:spTree>
    <p:extLst>
      <p:ext uri="{BB962C8B-B14F-4D97-AF65-F5344CB8AC3E}">
        <p14:creationId xmlns:p14="http://schemas.microsoft.com/office/powerpoint/2010/main" val="1051597812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761F4A-F5DE-47F7-878A-A6BFD3220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A64172-AD56-4418-9403-FB3D077C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995E68-61D1-48A3-A600-35C67FCD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扩展模块 2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A19B79-76B7-4A5D-B105-280AE98A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追踪一次 iteration 的数据结构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16C672-045F-49C0-B398-C51E4F48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BF5FE-BE76-4742-B3B3-90BDE18F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C1D020-35B1-4B84-B9C9-229845B65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DEB898-4649-489B-9011-6B807D1FF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07901E-9A68-462E-B5EA-30D79ECA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defRPr>
            </a:pPr>
            <a:r>
              <a: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F9A9ED-4F2B-4E59-B1C4-381CCCCD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本模块目标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FCE8D8-28D6-445D-A23F-544E9D38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43125"/>
            <a:ext cx="781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看懂调度输出如何变成 GPU 可执行的批次。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1CABF-1F3C-45F6-847F-E12235E4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33750"/>
            <a:ext cx="7429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425241-4091-4BB7-A207-30BBEFC0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学习完成后，你应能独立解释机制、完成一个算例，并指出至少两个常见误区。</a:t>
            </a:r>
          </a:p>
        </p:txBody>
      </p:sp>
    </p:spTree>
    <p:extLst>
      <p:ext uri="{BB962C8B-B14F-4D97-AF65-F5344CB8AC3E}">
        <p14:creationId xmlns:p14="http://schemas.microsoft.com/office/powerpoint/2010/main" val="2469439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6E23A6-CBA2-409C-9D29-FE260838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3864A7-661C-4D9D-BAC7-07472F5F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120C0D-69E2-4B2B-BFA6-69E729EC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概念展开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27E85-4CE2-484E-AB54-628D1BF8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追踪一次 iteration 的数据结构：四个必须说清的点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E6F9E7-D39E-4C5C-92A3-CBE48EA9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62328C-1E50-4CEA-A9FA-76E4193A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AD9E86-352B-4337-97CF-898BEEA4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1D6757-5D78-48F1-A0FF-2DC2EBDC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980944-B8C6-4747-8E32-571044EF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468079-1FC2-491A-9E10-8820F35B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28357F-D89C-446A-BA3A-5C32C32F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1. 对象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0C9F64-66A9-4018-93F7-5E02EF86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iteration 输入包含活动请求、token 数、槽位和 KV 映射。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8949A4-660C-4C97-8B80-E4A7DB17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D8B34E-C130-4B96-9A84-8F8A72ED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CF6B24-A7BF-4DFD-88D4-5E5AE095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2. 机制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6C4F6A-1765-461B-B588-89971369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CPU 控制面准备元数据，GPU 数据面执行张量计算。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776879-1C8F-467C-BC31-542497AA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AD7176-4973-46BA-8527-3BE260A2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06D6A1-668E-4C02-89B7-899765BA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3. 约束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63340F-03AD-4282-94CA-03E37E88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稳定形状更利于 CUDA Graph 等复用。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E000A8-7865-4C1B-9985-83249468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ED24C2-7055-4596-909B-FA2127DE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C52BCA-C2B5-495A-899E-27D9A55A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4. 方法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3F404E-C6A8-4F5A-90FB-855CF62C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执行后必须把新 token 与状态原子地写回。</a:t>
            </a:r>
          </a:p>
        </p:txBody>
      </p:sp>
    </p:spTree>
    <p:extLst>
      <p:ext uri="{BB962C8B-B14F-4D97-AF65-F5344CB8AC3E}">
        <p14:creationId xmlns:p14="http://schemas.microsoft.com/office/powerpoint/2010/main" val="18630299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B2EA74-9690-4FED-81ED-D91E1C76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4144A1-AD13-44C0-B8E1-E2BFC978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967C65-3CED-47D8-93D2-EB75CF1F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逐步算例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385FA9-518A-4806-A9EF-3E4728C2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追踪一次 iteration 的数据结构：把结论算出来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DD723A-69CE-4BF9-B8BB-04E0EA76B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2978E7-F49E-4C80-B81D-30CB7441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6558F-F5E7-4DEB-A6CC-BF90EA39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E04E31-C244-444A-B582-931D8352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FDAEB-106C-4813-8A66-433E9E0EC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583BF-2BD9-47D9-A45A-351DEB376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12F49A-549C-4FCF-8EED-C84B7793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9B782-D64D-487C-8716-E961C749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907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本轮包含 6 个 decode token 和 10 个 prefill token。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226E5B-1CAB-46C0-8678-A6052017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479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708D81-CF5D-4E17-BC5F-6E53CB1D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8460D2-C4D7-41EF-9069-DA221B62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A52278-A329-4F0C-BD18-C0D283A3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289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调度结果记录每条序列的 query 长度与上下文长度。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C3495D-0377-42C2-BA47-523C4ACE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861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63A6CF-D765-45A0-9780-4BE98143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5AF0BB-2BF3-489B-976B-BABBB5A7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41E903-47B0-4208-B646-9D6E44FE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4671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runner 生成 slot mapping，attention kernel 据此寻址 KV。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8DF82F-D3E9-40CA-B3A0-EBBA8895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243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BA2515-FEDB-4331-9367-05A568BE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2BFDC5-0D7C-43E2-ABAD-030A3388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EF7804-43E1-45CA-AFB6-76EA9D03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053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采样结果返回后，请求长度和 block table 同步增长。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014CF3-B4D5-4D3D-AAD6-2BF53950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课堂要求：先独立估算，再核对单位、数量级与隐含假设。</a:t>
            </a:r>
          </a:p>
        </p:txBody>
      </p:sp>
    </p:spTree>
    <p:extLst>
      <p:ext uri="{BB962C8B-B14F-4D97-AF65-F5344CB8AC3E}">
        <p14:creationId xmlns:p14="http://schemas.microsoft.com/office/powerpoint/2010/main" val="57544154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82056F-7AFA-424C-A85D-F6F2B63BD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F2095-5AD1-40FF-8536-766FEB63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11739F-FAED-4770-85F1-527C97024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全过程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A6EF10-E3FB-4F8F-88D3-97BAC587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追踪一次 iteration 的数据结构：五步走通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138C00-C0E0-4375-91DE-0C493A59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A1309E-020B-4C24-84D0-B0BEE5B9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D27143-8D72-4C8D-B226-D63881F5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AD0E83-9A40-4F75-A6C9-5B1B002D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048305-0500-4604-9F04-75E5E29E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6F3996-570D-4756-A391-E09078B2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29DBCE-0E9B-413B-B170-57A9983D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调度器生成 sequence group 元数据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A8B995-DC57-446E-AB6D-0182BE89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81B185-D3D2-4D67-9138-4B2BA671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D617B0-941F-433E-8CBB-CDBEFC6F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37B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B30304-1C7F-4CED-92F4-8FABC323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runner 打包 token/position/slot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0A715B-B60D-405B-B6C9-B5802B3B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A83363-D29B-4A4D-969F-521A09AB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90CF31-7243-40BB-8311-DEA812D3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758B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88D53B-A1D0-4574-BD61-CAEB51CA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选择 eager 或 graph 路径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86E2FF-DC56-4B98-863F-092F6DB9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10A93D-E02A-44EA-8048-22E69CE6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500E3-1C8C-48EE-BE4F-D8CD98B1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F9B8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11F9B8-3A58-45A7-84FC-85377417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执行模型与采样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908DE6-6D41-46D3-967F-398786C1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D86F38-A9F0-4C2A-89E9-1DC671594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C0CB36-A9FD-4E0F-8278-A7679149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6856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DC2AC9-E2FB-473A-A2EF-66EF357C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更新请求、KV 与输出队列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854671-0539-46DC-AAA2-830208DE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76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检查点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379D24-527A-4792-8C67-7356D1443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每一步都要说明：输入是什么、输出是什么、谁拥有状态、失败后如何恢复。</a:t>
            </a:r>
          </a:p>
        </p:txBody>
      </p:sp>
    </p:spTree>
    <p:extLst>
      <p:ext uri="{BB962C8B-B14F-4D97-AF65-F5344CB8AC3E}">
        <p14:creationId xmlns:p14="http://schemas.microsoft.com/office/powerpoint/2010/main" val="1464771189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917736-E606-4837-901E-1E1BC4D6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A08E66-BE1A-4F86-802C-A7DC505D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C9B6C8-306D-4433-BFE2-F5B9B239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易错点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F6B58-981D-4FFE-97EC-C87F0DC2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追踪一次 iteration 的数据结构：四个看似合理的误区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3ECB97-F5DC-4655-A1E7-00C0A70B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D9449F-AE7E-4B89-BA48-6BC4200B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3D4166-6CEC-4DA5-8226-0C0C5999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085DC9-EBE4-4B6B-9376-F5608D648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75AE4C-0D18-4654-94E5-251FFAFDB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E94D0E-43E3-47A2-9AB1-51444E2F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FE83D-EC78-4A7A-9C77-E01CE30F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6478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元数据顺序与张量顺序不一致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7E9A72-68C2-4C1C-BD0F-9E530266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D0C575-3FCC-48F4-B0C8-744C50FE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FF6029-C466-4F0E-B0FF-B3A4062E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6479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图捕获形状不匹配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A180CB-4404-43E3-8CAC-6A520132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7662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9D68EA-73A1-4892-B47E-70688B93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126B8B-A80B-4501-B675-95C7B560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480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结果写回发生竞态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49EA9C-5A0E-46E2-936E-F03FAF28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F2B99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E03158-3B2A-411F-A491-4F4FF934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353709-4BE3-4520-9366-C3B0E5EF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异常后部分状态已更新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2E0381-7743-44D5-AD90-B2B5F424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遇到这些表述时，不急于接受：先追问条件、单位、基线和证据。</a:t>
            </a:r>
          </a:p>
        </p:txBody>
      </p:sp>
    </p:spTree>
    <p:extLst>
      <p:ext uri="{BB962C8B-B14F-4D97-AF65-F5344CB8AC3E}">
        <p14:creationId xmlns:p14="http://schemas.microsoft.com/office/powerpoint/2010/main" val="269883016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2A03F0-11AE-4CDE-8E4D-94D01608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5766F7-D14A-4AC9-A18F-116F4AEF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7C945B-F4FC-4694-81F7-9F39E152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课堂检查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F83CB7-6FAC-4F37-90EB-92989235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追踪一次 iteration 的数据结构：10 分钟闭环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07DB42-1FEC-4CAD-AF14-5349A018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D9ED0B-1AF8-4909-AF27-D5A19E48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411ADF-4E66-4AB9-A9D5-4D6804A6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6E54CA-EE54-40AA-A930-50C696CFC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09ADAE-D5C8-4DB2-A80F-3FE02785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DBB7E0-1218-440F-98A1-52264256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4D3E07-71A1-4BBD-9827-6AD5553F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251E37-EBFC-4A7E-9410-2325DDFF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slot mapping 解决什么问题？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CE35AA-CDD7-414B-BC14-3C83BF3E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AADD1C-295A-44FE-8D5C-E899E8BA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763D77-9347-4888-ADE6-DD5221F1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EFA463-1EE3-4C0F-AE0D-8463B4F9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为何动态批处理挑战图捕获？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A8111B-F9E8-44E3-B84C-DFABE84D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01BC34-6EC7-4B58-B8E4-EA7F67D4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26CD5E-EB1D-44F7-9EF3-0E7958F3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问题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92D341-B43B-4CB3-A8D9-CB1BFA33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执行后至少更新哪三类状态？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01FF01-9CA3-4AB4-BC83-484BD872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9625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先个人作答 3 分钟 → 两人互讲 3 分钟 → 全班核对 4 分钟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188FC0-1400-4A67-85CD-119F8876A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带走一句话：看懂调度输出如何变成 GPU 可执行的批次。</a:t>
            </a:r>
          </a:p>
        </p:txBody>
      </p:sp>
    </p:spTree>
    <p:extLst>
      <p:ext uri="{BB962C8B-B14F-4D97-AF65-F5344CB8AC3E}">
        <p14:creationId xmlns:p14="http://schemas.microsoft.com/office/powerpoint/2010/main" val="1164180995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B384C9-EF04-4A04-A066-E0CD0257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30C90F-8A82-466D-A7CF-CA187A253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63EA6C-A522-41B3-808E-69CF5821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扩展模块 3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9C1CF3-38AA-4EC5-BB7C-CF1037B9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并行与 P/D 分离的通信边界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4A56C5-4957-4ABD-BC66-E1D1923D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2DE130-3B4C-4C3C-BD40-9407AB4A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8002B9-61DA-4563-8829-6E5EDDF9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3EDA85-B62E-4911-928B-4F0A62B2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2CB33B-A855-4142-9A0B-6E416A30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defRPr>
            </a:pPr>
            <a:r>
              <a: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C91216-E55E-4EFF-B959-345BC966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本模块目标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8A8493-0D0A-48B8-96F7-6C21BA5A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43125"/>
            <a:ext cx="781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判断 TP、PP、DP 和 prefill/decode 分离各自交换什么。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541E74-D3A0-459E-9565-7423ECC1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33750"/>
            <a:ext cx="7429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1DB83D-ABD2-443C-8883-93FAF37C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学习完成后，你应能独立解释机制、完成一个算例，并指出至少两个常见误区。</a:t>
            </a:r>
          </a:p>
        </p:txBody>
      </p:sp>
    </p:spTree>
    <p:extLst>
      <p:ext uri="{BB962C8B-B14F-4D97-AF65-F5344CB8AC3E}">
        <p14:creationId xmlns:p14="http://schemas.microsoft.com/office/powerpoint/2010/main" val="1802047099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EA14E0-9300-4D2A-8EB1-B956A9DD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8036FE-B4BA-42B4-8317-939576E5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9A0C3C-4808-4A57-BFEE-A53D0A3A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概念展开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CEA915-A848-4D11-8010-DBA31CD5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并行与 P/D 分离的通信边界：四个必须说清的点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E24893-E0FA-405E-9A70-7E17A73D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DE79C8-67C3-42B4-99C7-B88CA89D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F22FF9-E245-42E4-821F-6AF0D92B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D6B4ED-F937-4E2C-B432-0DBF12AF2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213448-170D-411B-93F0-8541834A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0AB0D1-A96C-4619-8BF6-BD538892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AEE103-AACD-473E-B4D4-B918CA7C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1. 对象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AD5F72-4C94-4EF7-A127-CEE5CE9E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TP 在层内切分计算并频繁通信；PP 在层间传激活。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1D7E8E-F59A-4BAC-8CC1-ED98BB09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7B3ADB-2905-4EEF-AD2B-97957060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5E1292-4E08-4FAC-999D-CD232E92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2. 机制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0DD336-1B42-4A49-9093-D22675CD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DP 复制模型并分散请求，通信模式取决于训练/推理形态。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4C4247-239D-4E28-812C-4E1FC864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7A18B4-63E0-4A3F-818A-1B683202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C8AF0C-5C07-4DF0-9E29-2433041D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3. 约束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C8F4F9-1915-4549-B09A-7A98C8B3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P/D 分离按阶段配置资源，却需要传输 KV。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473AAC-A8E1-432A-93E9-D5000289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8DEFF1-CE69-4B53-9B7E-90776BF2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7EEA4C-4442-4C6E-8709-7388AA4F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4. 方法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F6360E-78E2-4735-965F-EAE94FDB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优化前先确认通信是否位于关键路径。</a:t>
            </a:r>
          </a:p>
        </p:txBody>
      </p:sp>
    </p:spTree>
    <p:extLst>
      <p:ext uri="{BB962C8B-B14F-4D97-AF65-F5344CB8AC3E}">
        <p14:creationId xmlns:p14="http://schemas.microsoft.com/office/powerpoint/2010/main" val="35740248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95AAE3-519D-4323-B5F5-02034FAC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FC4679-997B-4085-8A06-59109627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770160-254E-46B8-A263-4B2D466E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逐步算例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1D5C0-2A36-46FD-8D3A-598C14E4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并行与 P/D 分离的通信边界：把结论算出来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CC65A6-C3F9-4AFC-938B-A4D7E328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9950F2-71E9-4628-86ED-BAAB1858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B94BAF-613D-4296-A3C6-08030714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186B46-FC2E-4EFA-A3D8-EFCFDB5D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A4C633-E5F9-4D02-BAD9-172E13AC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10B89C-CA71-4515-90F5-3A6FD3F3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2BF173-C711-4750-B291-857B9060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0E79AB-CF92-4ADE-BFAA-5069722E2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907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两卡 TP 每层可能需要 all-reduce。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76A0DD-084E-4A46-9B5C-91D5D6AD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479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F8EED3-8F3B-4886-B787-AB320824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B79AA8-EB67-4AC9-815C-119C2D7E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389DA9-C286-4223-9504-9E9224F4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289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若单步 decode 计算很短，通信延迟占比会升高。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F42B5E-DB28-40B2-BAF9-36CB3F7E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861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5CAD14-2FC7-4561-A679-83B6C315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DF19B9-B8ED-4722-9140-8D8704FE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250A2F-B777-4156-9853-AC95C58BE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4671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P/D 分离减少阶段干扰，但新增 KV 传输。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24E9DB-C7F0-40C9-9C5C-E055079CD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243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FA748D-BDD6-4C6C-AD71-91B53C98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2316DB-4F06-4D58-860B-E5021D86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182645-A123-404C-91CF-AC1A9C4D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053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系统收益取决于计算、网络与负载三者的平衡。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23A4BB-7D17-44E3-ADA4-5F05756D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课堂要求：先独立估算，再核对单位、数量级与隐含假设。</a:t>
            </a:r>
          </a:p>
        </p:txBody>
      </p:sp>
    </p:spTree>
    <p:extLst>
      <p:ext uri="{BB962C8B-B14F-4D97-AF65-F5344CB8AC3E}">
        <p14:creationId xmlns:p14="http://schemas.microsoft.com/office/powerpoint/2010/main" val="611179162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B2C410-A6A7-4042-B2B6-2EEA68D7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4ED275-344E-417D-8D27-CE339155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A737E5-C361-47D9-A70E-D8C4A7CF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全过程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36A1B5-E733-4C3D-96E5-48DC91EB4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并行与 P/D 分离的通信边界：五步走通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771333-210F-4B10-87B0-8E3DEBE0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71F4D2-7159-4FCB-B3BA-22D6FF25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651661-FDD4-4431-9BE2-5FA539BEC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F8FE33-196B-447D-BB9E-E7E23462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8536FE-FA93-45D3-B3F4-7479A129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D2F090-3025-447D-B4DC-B210C3FF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1A4D5C-80B5-4746-AD08-FB7E718F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画出模型和请求切分方式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60234B-1FF2-47FA-B437-76D2A745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742744-358B-4BBA-846D-F25D3281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F9C5B0-70DC-4B3A-99A9-42D4D42A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37B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D65DC4-1036-44DE-B963-45A5A634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标记每次通信的数据类型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F13491-CB42-4256-8F20-B740289E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17921D-E6B9-48C2-9294-9CC4A79A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595185-E6BA-46C1-B3BA-B9F3DB12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758B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C8DEEE-AA87-4ADA-A76F-DDC74D57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测量消息大小与频率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81ACF6-64C7-4EA4-B5EF-5249C35B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06BD97-180A-474A-876B-C072714D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B956B6-4F11-4CE2-B434-95BC6A48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F9B8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FBEF5E-81E3-4E84-A0B3-A9C967D75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判断是否位于关键路径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DDBF68-4FB4-4CF2-AC08-8B1D2001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20A9C2-CF35-44F9-A485-F12E1A28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92C1B5-140E-4EEE-B348-C3FB8F795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6856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60AE85-7ACD-4B8C-B7EC-14461829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比较扩展效率与尾延迟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6837ED-027B-4A92-8C25-5B5CEFAE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76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检查点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AA6D10-774F-457A-B665-96BA7F48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每一步都要说明：输入是什么、输出是什么、谁拥有状态、失败后如何恢复。</a:t>
            </a:r>
          </a:p>
        </p:txBody>
      </p:sp>
    </p:spTree>
    <p:extLst>
      <p:ext uri="{BB962C8B-B14F-4D97-AF65-F5344CB8AC3E}">
        <p14:creationId xmlns:p14="http://schemas.microsoft.com/office/powerpoint/2010/main" val="1107858632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48DFF4-5B95-403A-9DA4-06540A1B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E7B5CC-0978-451E-B1AD-B9416CE9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CEB518-DE3F-4635-9B2C-66A3598D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易错点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5DA81C-CCC9-4B54-A90A-FF8B79A1E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并行与 P/D 分离的通信边界：四个看似合理的误区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E256E6-84E2-42B1-9F2A-240F783F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C1A4E5-FC39-40FB-B734-9E21ACA43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6459D0-A26A-4EAD-901F-6E4A651F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C8B30E-CB1C-435B-A3FC-DFAFC58D3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0F2ED4-5B48-45AF-9709-49D92CE2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9FE24B-7369-414C-A913-9335FBB3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97CB2D-B73F-4B76-801F-93C5A35F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6478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卡数翻倍性能必翻倍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456328-FBD5-4390-91C9-F45FA195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42135B-BD19-48F4-BCB7-438E69B31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81AEAD-8A3D-4786-B748-E4692938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6479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只报链路峰值带宽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A31F75-1B57-458B-BFC7-8A07F795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7662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604C11-8A5E-42DF-993C-8BB71B94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14990C-E5C4-4524-847E-4269A69F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480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忽略小消息延迟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9603FE-5FB7-4687-BED3-1C332B62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F2B99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33F4D2-D967-4B3D-A0E2-3354324C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01C42E-C81A-4568-A28A-229410A8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P/D 分离默认更快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716947-3677-449E-974C-6ED63942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遇到这些表述时，不急于接受：先追问条件、单位、基线和证据。</a:t>
            </a:r>
          </a:p>
        </p:txBody>
      </p:sp>
    </p:spTree>
    <p:extLst>
      <p:ext uri="{BB962C8B-B14F-4D97-AF65-F5344CB8AC3E}">
        <p14:creationId xmlns:p14="http://schemas.microsoft.com/office/powerpoint/2010/main" val="314797801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A47111-6876-4DA2-88C5-8485D7B8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19BFA4-33F3-4F25-B715-DF0A848DF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38010C-4C27-47F2-B77B-FDDD4CB6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课堂检查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F2E2BB-A697-4DD0-950B-7862496E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并行与 P/D 分离的通信边界：10 分钟闭环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9E05A5-491E-47FF-9A4F-3AA1451B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21911-79E2-4F76-AE83-DD71BA89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139FEF-DBED-4093-8E8A-CF269C0F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328C43-40E0-476A-AC6B-8E1BB9B1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3E65EC-F0D8-4B66-8820-3767BEFF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0027F4-3DF2-41FA-B187-D808F509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3C9220-FBEC-4422-99F5-56BBC615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8CDA3D-DB85-41EA-A0A3-D1B9762E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TP 为什么在 decode 更敏感？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18813B-4F66-4DA8-B51B-14745B06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965049-4230-4612-BE71-800B9465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0CD236-05B4-4401-947C-E8C6F9DB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889A76-0BC5-430A-8D8D-E61E420C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P/D 传输的主要状态是什么？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6A08FF-9A9D-4510-9FEA-3F6924A0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C1EA67-F37D-4CEC-90A9-10E9F171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0563D2-1504-4042-A5B1-9D907E5C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问题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BBC150-823E-4E5B-9956-6AFE0685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何时 DP 是最简单的扩展方式？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8E466F-D56F-4505-81E9-6F76FB1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9625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先个人作答 3 分钟 → 两人互讲 3 分钟 → 全班核对 4 分钟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8C72DC-A749-4352-A94A-7C284EA5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带走一句话：判断 TP、PP、DP 和 prefill/decode 分离各自交换什么。</a:t>
            </a:r>
          </a:p>
        </p:txBody>
      </p:sp>
    </p:spTree>
    <p:extLst>
      <p:ext uri="{BB962C8B-B14F-4D97-AF65-F5344CB8AC3E}">
        <p14:creationId xmlns:p14="http://schemas.microsoft.com/office/powerpoint/2010/main" val="1402018566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DC0C92-BA78-4A2E-BABC-8AD3A59E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8936B3-1134-4A69-A276-61B7A2F8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40FF46-3EAC-459D-A4A8-B1493352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扩展模块 4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53F150-34D5-4AFD-827D-8523F01A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从源码阅读走向可验证修改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F19EE6-D6B7-4CD9-B07A-DF9F2A9C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9FB61D-A6E4-43E7-920B-46FCE08B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85F318-CE2E-4DEA-AA47-B3EF98B8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5B9F6A-B577-4E7D-82A9-397FF64FD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9D9C64-8AC6-4EFB-BC66-298D0567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defRPr>
            </a:pPr>
            <a:r>
              <a: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F343A5-7596-471E-A439-EBFA3F5A8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本模块目标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1E3723-0460-4261-B195-F3002FDD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43125"/>
            <a:ext cx="781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建立定位、插桩、小改动、回归验证的完整闭环。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4AC727-899A-4A6B-8807-777D70A6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33750"/>
            <a:ext cx="7429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9305D-DF93-4BE6-BEB8-BFD46F9C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学习完成后，你应能独立解释机制、完成一个算例，并指出至少两个常见误区。</a:t>
            </a:r>
          </a:p>
        </p:txBody>
      </p:sp>
    </p:spTree>
    <p:extLst>
      <p:ext uri="{BB962C8B-B14F-4D97-AF65-F5344CB8AC3E}">
        <p14:creationId xmlns:p14="http://schemas.microsoft.com/office/powerpoint/2010/main" val="1896101983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7A0768-D090-42D9-94A4-8D0D62CE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6ECB6F-D993-445A-BDA8-67C51CB6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CA571E-BC5C-4A2F-9EFE-14822BF3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概念展开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49B74F-DC45-4F65-BBA8-F74B8BC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从源码阅读走向可验证修改：四个必须说清的点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24429E-1C81-4C46-B342-FC0C0427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DCECE7-35F5-4E3D-9377-4BAD1DD0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F4520E-1079-4C5F-87A3-DAF4DBCD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2BC577-D894-4541-854D-61C10732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18BA29-F15E-4390-9075-94B7BE0C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07FADD-C40D-4CAE-B694-4728D8EC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B251E9-DFAF-4D2E-A9C5-0B3DBE4D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1. 对象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45C03A-4B9A-4953-BFB5-EF8EC07B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先用最小请求跑通，再增加并发和长度。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B835E1-C448-47C9-A522-6E5297F28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AD1CF4-EF81-4EB9-A40A-39F61E59C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46EE31-0788-4759-858E-5B42B99F9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2. 机制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EFE528-8A41-4F86-A0C2-30851A94A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插桩点应对应假设，不是到处打印。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085277-2242-447B-BEEF-67CAD847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02EAEF-3710-41C7-A7CC-DA27BA66D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FA94D0-1655-4208-99EC-59797CCA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3. 约束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C5FBF7-DC14-4D1F-8DD0-0DB63A52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改动前保存基线配置、日志和随机种子。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053110-8F53-406B-996E-DB035764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825C55-1A0C-4864-9735-D90C315A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EF02FF-680F-41F9-BB43-92097D59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4. 方法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BE0A59-939A-44AC-815B-D2890902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代码理解最终要落到可预测、可验证的行为变化。</a:t>
            </a:r>
          </a:p>
        </p:txBody>
      </p:sp>
    </p:spTree>
    <p:extLst>
      <p:ext uri="{BB962C8B-B14F-4D97-AF65-F5344CB8AC3E}">
        <p14:creationId xmlns:p14="http://schemas.microsoft.com/office/powerpoint/2010/main" val="512589175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A0F0B6-FA39-420C-8977-F845A4D4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0D641B-D9C0-443B-9E39-544B4089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9D5891-1D81-4B6C-8FE7-796F0A07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逐步算例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E56B4F-ED34-498E-91ED-8F0D20142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从源码阅读走向可验证修改：把结论算出来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029790-A758-4E1B-9168-655A412EA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5AE9D6-CCB8-414A-8E78-2798852A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4056D2-C2E6-447B-8822-11E8359A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857E31-6518-4386-AD2B-BB94F5F4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4F3324-71BF-4C16-B33F-E7593243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0AD234-5B31-4D48-A2B0-FEF887E5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18C747-A7B4-4678-8EF0-B4712847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055AB1-3421-46AE-A5D6-4A7210FF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907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假设调度器因 token 预算导致 decode 延迟。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F9CF5E-05FA-4AAC-A600-F331A6D0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479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AAB92F-99C7-4E12-8024-A38E3602E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CBEB86-085D-412C-999F-E17E0874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BFA12C-88B8-411F-A4FF-B434444A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289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在调度入口记录候选请求、预算和最终选择。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891AC2-0C21-459D-9DB3-2A5EA873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861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817BC0-2A55-4E82-A0FC-C6D6C80F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509D91-5ED0-4F68-A97F-8E6CF14D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46891F-5812-406C-8B83-0A220730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4671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调整单一预算参数后重跑相同 workload。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5397A4-DD07-4BD4-B64D-63D7E2F3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243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65E382-CD2C-482C-847A-24C81A95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B36EAB-9FF6-4651-BB49-64D6F9BB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F5DC57-D04A-4D62-ACAB-12DB4709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053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若选择集合和 TPOT 同时按预期变化，证据链才闭合。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A762B1-1644-4E2A-97FF-576DBA51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课堂要求：先独立估算，再核对单位、数量级与隐含假设。</a:t>
            </a:r>
          </a:p>
        </p:txBody>
      </p:sp>
    </p:spTree>
    <p:extLst>
      <p:ext uri="{BB962C8B-B14F-4D97-AF65-F5344CB8AC3E}">
        <p14:creationId xmlns:p14="http://schemas.microsoft.com/office/powerpoint/2010/main" val="405973487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F5A238-0B8B-4253-91C1-95F2FED4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B92665-362D-4301-AB4A-8F748C72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6B341-9DAF-42D6-B778-C7E10695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全过程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025A0D-A801-4376-BDE6-B91807B4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从源码阅读走向可验证修改：五步走通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F164B-95B4-4582-B499-FA3D946D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82B89-D300-4592-8F4F-DF4BF091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9B14B6-14AD-49A8-B41E-6E46815A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B72CED-9A04-4712-87AB-0F9C91C5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C6EDBB-95C4-49DF-A364-0EE1AE26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A754E-9F88-43CE-958F-1324C68F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B7B9DD-8680-4617-AEA2-7E2B4679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提出具体行为问题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77B0C7-8554-4A2D-ABD5-943A0B85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57C955-3F72-4A82-B0A7-A9C6780D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624D65-A681-4ED5-A726-F4D11239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37B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17B281-9EC8-4409-A36E-5E677FF6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定位最短调用链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E46712-DB3A-42E6-B9FD-83D06C73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D4BBEB-E6D3-47B3-80B4-109B6E35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8591D8-EBC2-40DE-8007-E1D44BDA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758B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920122-AE64-474B-9141-0BF3DF843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添加结构化观测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F2EC0A-A649-47B8-8800-301D08A0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E1077B-6834-4737-8B87-AF86A73B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203063-CFDD-42C0-B452-F2234EA0B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F9B8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5C24E4-0AD1-4E66-A0D8-01FEDCD5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做最小代码或配置改动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295DB6-F756-4D54-BF90-C67FBD39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A7BC9B-AA27-44DD-8711-A4D4727B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50E44C-A688-4FC2-9509-1C7A1EE42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6856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FFFA44-C388-4E63-B3DE-A411BD83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运行测试并解释差异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76CA46-B9B1-42BA-96EC-8D8AC6F2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76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检查点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748F4D-8732-49E0-8747-C26771F7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每一步都要说明：输入是什么、输出是什么、谁拥有状态、失败后如何恢复。</a:t>
            </a:r>
          </a:p>
        </p:txBody>
      </p:sp>
    </p:spTree>
    <p:extLst>
      <p:ext uri="{BB962C8B-B14F-4D97-AF65-F5344CB8AC3E}">
        <p14:creationId xmlns:p14="http://schemas.microsoft.com/office/powerpoint/2010/main" val="353641767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A3AE91-9037-4859-8236-86FA8718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821542-5D80-4BB6-8721-853C1B19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D291AC-3839-4FE5-A34D-C82CC42C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易错点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DF2F98-14A2-4A5B-AF5C-EC3223E7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从源码阅读走向可验证修改：四个看似合理的误区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D25DA-0D94-4FF8-BD63-D47F4214B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C3C98D-C6EF-4485-A62A-C6D6C8CB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06D264-E588-49D5-AFAE-A275A5643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4D60A7-01E7-4E21-AE01-BE2FBE87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305F40-9518-496E-91DD-72BDF988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C8A21E-0DD7-465E-8068-7CA2A8C2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6D2E8B-B652-4746-A3B5-FFBECC0C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6478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直接大规模重构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DF81A4-BD12-4F7F-B91D-5CB0B2CF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20ADD6-8A28-44FC-9690-41733CBA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33AB4-20A5-4048-A4AA-AE7BFA53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6479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日志改变时序却未察觉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829972-AE71-4E1A-BCE1-A33ECAF0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7662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2209B7-5A30-461C-B4D2-1BF22BAA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54D7B0-99C7-44CE-BA8D-A34884AA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480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基线与修改版配置不同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74D0B-B1B6-40EC-9055-03B34C7D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F2B99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C0EC3D-B8C9-412E-B39E-1231843A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41875A-6F80-4119-9022-E58189CC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只验证性能不验证正确性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1CEDE0-8E09-4AFB-AF9E-846A23AD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遇到这些表述时，不急于接受：先追问条件、单位、基线和证据。</a:t>
            </a:r>
          </a:p>
        </p:txBody>
      </p:sp>
    </p:spTree>
    <p:extLst>
      <p:ext uri="{BB962C8B-B14F-4D97-AF65-F5344CB8AC3E}">
        <p14:creationId xmlns:p14="http://schemas.microsoft.com/office/powerpoint/2010/main" val="1523470511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AD47A4-0B39-4D1E-BDD9-B7EFF9A72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0CF904-F13B-4749-A74D-4B8F7792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BE0A44-3099-4B5E-A1F6-07B6DDDC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课堂检查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245720-6344-442C-99BF-FF2DFFE0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从源码阅读走向可验证修改：10 分钟闭环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17FF7-F29B-405B-AA8F-AFF9DFD5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71DE53-BB20-4DB9-A73A-98BADD82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5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903F55-648C-402D-AA11-E71E91A71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B2B76A-BD67-437A-A801-BA2E324A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AB0B7-E364-4FFA-A4C2-11CBE0C5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96040-8EF0-498B-914F-A3D1FC41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DF1DF3-3249-4873-9737-0148A122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5E83E2-B680-44EC-B24F-B38432AE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一个好插桩点应回答什么？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A3BC6B-2268-4F76-A566-ED1CD5A7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8DBD63-766A-4D7D-A668-ACD8F1E6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CB3F47-AD07-458C-917D-8AF755C4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F64DEF-9AA0-4B52-A41D-E56AD5B1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为什么先做最小请求？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C4FF73-A4FB-411B-8B3C-B5CBE7211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E6BD96-4B0A-4517-A053-835AAC8F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36C3C1-C1DD-489F-990B-BE534020B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问题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D53DAF-3E03-4592-A0DC-3BC578D2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代码改动后至少比较哪两类结果？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3441FE-70F0-4456-9FEA-353ABEF5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9625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先个人作答 3 分钟 → 两人互讲 3 分钟 → 全班核对 4 分钟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8E8022-69AA-495E-9227-C0DEFBD3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带走一句话：建立定位、插桩、小改动、回归验证的完整闭环。</a:t>
            </a:r>
          </a:p>
        </p:txBody>
      </p:sp>
    </p:spTree>
    <p:extLst>
      <p:ext uri="{BB962C8B-B14F-4D97-AF65-F5344CB8AC3E}">
        <p14:creationId xmlns:p14="http://schemas.microsoft.com/office/powerpoint/2010/main" val="32228472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FA367ED-34A6-4CAE-9E4E-2F5D1B4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AB4A"/>
          </a:solidFill>
          <a:ln xmlns:a="http://schemas.openxmlformats.org/drawingml/2006/main" w="12700">
            <a:solidFill>
              <a:srgbClr val="FFAB4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94976A0F-56C3-462E-9A3B-FEBCB4D8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课堂练习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FBA9426E-6BEB-40C7-B6E7-921519F1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4F21086B-E743-46C9-AFF9-9A96DCAA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1092200"/>
            <a:ext cx="10414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课堂练习</a:t>
            </a:r>
            <a:r>
              <a:rPr sz="15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5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建议</a:t>
            </a:r>
            <a:r>
              <a:rPr sz="15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 15–20 </a:t>
            </a:r>
            <a:r>
              <a:rPr sz="15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分钟</a:t>
            </a:r>
            <a:endParaRPr sz="1500" b="1">
              <a:solidFill>
                <a:srgbClr val="FFAB4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A06D85B4-7FE6-436E-9A8E-F474A77D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803400"/>
            <a:ext cx="685800" cy="4914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6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2600" b="1">
              <a:solidFill>
                <a:srgbClr val="FFAB4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AE8BD0DC-6BAF-4BFD-99C2-EA11ED25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400" y="1803400"/>
            <a:ext cx="95758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选一个请求，在仓库中找出入口、调度、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KV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、执行和输出五处代码位置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BFC1CCAB-9658-4C29-92AA-E0A33643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844800"/>
            <a:ext cx="685800" cy="4914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6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2600" b="1">
              <a:solidFill>
                <a:srgbClr val="FFAB4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92BB6B68-E5C0-4228-9F41-60A8EB32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400" y="2844800"/>
            <a:ext cx="95758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给每处写出输入、输出和状态副作用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55A1BBB8-2A1F-42C4-A237-4E73078F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886200"/>
            <a:ext cx="685800" cy="4914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6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2600" b="1">
              <a:solidFill>
                <a:srgbClr val="FFAB4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32C02462-E9A0-484C-B4C1-4E6A7624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400" y="3886200"/>
            <a:ext cx="95758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提出一个不侵入公共路径的日志补丁位置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BF287A6E-E312-4980-8EE6-1319A61C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5461000"/>
            <a:ext cx="104140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练习产出：一张代码地图和一个最小补丁说明。</a:t>
            </a:r>
            <a:endParaRPr sz="16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CE5C52A8-E347-4EF1-B187-FA535F3C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52DA220F-5DE1-4AFC-B120-D97CBB37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47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3378385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F96E99CF-FF81-4DE5-B8CF-5EF2BA4E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3F64C44F-A941-4960-ABB3-6AAC1F9E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本讲总结与延伸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430D9B00-F784-4875-BDCF-605476CD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5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A7B6F780-C8BE-4EF2-9DEA-E9E276EC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117600"/>
            <a:ext cx="10414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带走四句话</a:t>
            </a:r>
            <a:endParaRPr sz="15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9FD8FA3A-C7C8-40A8-9A58-25D5FE3F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803400"/>
            <a:ext cx="10414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架构分层用于定位职责与数据所有权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7FFB210D-C950-4B9D-AD70-21B73868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641600"/>
            <a:ext cx="10414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控制面决策必须通过明确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metadata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驱动数据面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9AC99E2-F5E8-44F5-A8BA-478F26C7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479800"/>
            <a:ext cx="10414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代码阅读应沿请求、调度、状态和执行四条线展开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45BD77C0-14AD-41F8-BCD6-42D82DB2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318000"/>
            <a:ext cx="10414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可复现基线是理解和修改系统的起点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96036E92-327A-4F8C-9B75-9CE2B8C18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5410200"/>
            <a:ext cx="10414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延伸阅读：本讲引用论文与课程资料见相关页面。</a:t>
            </a:r>
            <a:endParaRPr sz="12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B492F45-0932-4ADE-AEAE-94979FB62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D274D9A3-7D1B-4F71-AD86-8E32E26D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48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726945235"/>
      </p:ext>
    </p:extLst>
  </p:cSld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2026-09-07T10:50:11.0020000Z</dcterms:created>
  <dcterms:modified xsi:type="dcterms:W3CDTF">2026-09-07T10:50:11.0020000Z</dcterms:modified>
</coreProperties>
</file>