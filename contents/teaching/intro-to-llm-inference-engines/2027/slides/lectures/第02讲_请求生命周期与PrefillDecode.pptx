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bfc687d004486a" /><Relationship Type="http://schemas.openxmlformats.org/officeDocument/2006/relationships/extended-properties" Target="/docProps/app.xml" Id="R354668d83e304915" /><Relationship Type="http://schemas.openxmlformats.org/officeDocument/2006/relationships/officeDocument" Target="/ppt/presentation.xml" Id="Rb818aa8774e746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08048919114e7f"/>
  </p:sldMasterIdLst>
  <p:notesMasterIdLst>
    <p:notesMasterId xmlns:r="http://schemas.openxmlformats.org/officeDocument/2006/relationships" r:id="R3c6ddb597a91453d"/>
  </p:notesMasterIdLst>
  <p:sldIdLst>
    <p:sldId xmlns:r="http://schemas.openxmlformats.org/officeDocument/2006/relationships" id="256" r:id="R33e1daf8252a4bca"/>
    <p:sldId xmlns:r="http://schemas.openxmlformats.org/officeDocument/2006/relationships" id="257" r:id="R796b3836616e4d45"/>
    <p:sldId xmlns:r="http://schemas.openxmlformats.org/officeDocument/2006/relationships" id="258" r:id="R8c6ca80499224fc5"/>
    <p:sldId xmlns:r="http://schemas.openxmlformats.org/officeDocument/2006/relationships" id="259" r:id="R3380687b55b84ffc"/>
    <p:sldId xmlns:r="http://schemas.openxmlformats.org/officeDocument/2006/relationships" id="260" r:id="Rf01a6523d69e420a"/>
    <p:sldId xmlns:r="http://schemas.openxmlformats.org/officeDocument/2006/relationships" id="261" r:id="Rfdb4704b922f4f5c"/>
    <p:sldId xmlns:r="http://schemas.openxmlformats.org/officeDocument/2006/relationships" id="262" r:id="Rc830e603e6f94440"/>
    <p:sldId xmlns:r="http://schemas.openxmlformats.org/officeDocument/2006/relationships" id="263" r:id="R96d229ce05c9406d"/>
    <p:sldId xmlns:r="http://schemas.openxmlformats.org/officeDocument/2006/relationships" id="264" r:id="Rfdf527277e9947c0"/>
    <p:sldId xmlns:r="http://schemas.openxmlformats.org/officeDocument/2006/relationships" id="265" r:id="Re44dd1af432148de"/>
    <p:sldId xmlns:r="http://schemas.openxmlformats.org/officeDocument/2006/relationships" id="266" r:id="Ra4f0a5c2eb2d4ced"/>
    <p:sldId xmlns:r="http://schemas.openxmlformats.org/officeDocument/2006/relationships" id="267" r:id="R3354e4b204504b3e"/>
    <p:sldId xmlns:r="http://schemas.openxmlformats.org/officeDocument/2006/relationships" id="268" r:id="Rd381e774dfaa4be2"/>
    <p:sldId xmlns:r="http://schemas.openxmlformats.org/officeDocument/2006/relationships" id="269" r:id="R474d96e952a34a9c"/>
    <p:sldId xmlns:r="http://schemas.openxmlformats.org/officeDocument/2006/relationships" id="270" r:id="R423da3755db245cc"/>
    <p:sldId xmlns:r="http://schemas.openxmlformats.org/officeDocument/2006/relationships" id="271" r:id="R7a3d671faf7a4866"/>
    <p:sldId xmlns:r="http://schemas.openxmlformats.org/officeDocument/2006/relationships" id="272" r:id="R26e9420c9383459f"/>
    <p:sldId xmlns:r="http://schemas.openxmlformats.org/officeDocument/2006/relationships" id="273" r:id="Rc19d0b7971bd44c4"/>
    <p:sldId xmlns:r="http://schemas.openxmlformats.org/officeDocument/2006/relationships" id="274" r:id="Rdedfd3ab0a8a47be"/>
    <p:sldId xmlns:r="http://schemas.openxmlformats.org/officeDocument/2006/relationships" id="275" r:id="R6168b50a029e4cc7"/>
    <p:sldId xmlns:r="http://schemas.openxmlformats.org/officeDocument/2006/relationships" id="276" r:id="R5f079d7b20de44df"/>
    <p:sldId xmlns:r="http://schemas.openxmlformats.org/officeDocument/2006/relationships" id="277" r:id="Rb0bce4fb61f84ee0"/>
    <p:sldId xmlns:r="http://schemas.openxmlformats.org/officeDocument/2006/relationships" id="278" r:id="Rf2fe6434fb2b4e65"/>
    <p:sldId xmlns:r="http://schemas.openxmlformats.org/officeDocument/2006/relationships" id="279" r:id="R3ba490a14e054efa"/>
    <p:sldId xmlns:r="http://schemas.openxmlformats.org/officeDocument/2006/relationships" id="280" r:id="R5d2999e72a194c8c"/>
    <p:sldId xmlns:r="http://schemas.openxmlformats.org/officeDocument/2006/relationships" id="281" r:id="R32ea3bd4434d4c22"/>
    <p:sldId xmlns:r="http://schemas.openxmlformats.org/officeDocument/2006/relationships" id="282" r:id="Ref005b89f146456d"/>
    <p:sldId xmlns:r="http://schemas.openxmlformats.org/officeDocument/2006/relationships" id="283" r:id="R53266a1006954076"/>
    <p:sldId xmlns:r="http://schemas.openxmlformats.org/officeDocument/2006/relationships" id="284" r:id="R92bb667b31544f43"/>
    <p:sldId xmlns:r="http://schemas.openxmlformats.org/officeDocument/2006/relationships" id="285" r:id="Rfa9b69aaedc84cc6"/>
    <p:sldId xmlns:r="http://schemas.openxmlformats.org/officeDocument/2006/relationships" id="286" r:id="R688b6572ae7641fd"/>
    <p:sldId xmlns:r="http://schemas.openxmlformats.org/officeDocument/2006/relationships" id="287" r:id="Rdb56a17bf3d349f4"/>
    <p:sldId xmlns:r="http://schemas.openxmlformats.org/officeDocument/2006/relationships" id="288" r:id="Rb1145919160a4e83"/>
    <p:sldId xmlns:r="http://schemas.openxmlformats.org/officeDocument/2006/relationships" id="289" r:id="Rb90df26e34474721"/>
    <p:sldId xmlns:r="http://schemas.openxmlformats.org/officeDocument/2006/relationships" id="290" r:id="Rae11874c7050482b"/>
    <p:sldId xmlns:r="http://schemas.openxmlformats.org/officeDocument/2006/relationships" id="291" r:id="R730a38747a6f4611"/>
    <p:sldId xmlns:r="http://schemas.openxmlformats.org/officeDocument/2006/relationships" id="292" r:id="R6674697555cf407e"/>
    <p:sldId xmlns:r="http://schemas.openxmlformats.org/officeDocument/2006/relationships" id="293" r:id="R59e2f6e1983f40f9"/>
    <p:sldId xmlns:r="http://schemas.openxmlformats.org/officeDocument/2006/relationships" id="294" r:id="Rb96748e241604f3b"/>
    <p:sldId xmlns:r="http://schemas.openxmlformats.org/officeDocument/2006/relationships" id="295" r:id="Rcdba06418ced414d"/>
    <p:sldId xmlns:r="http://schemas.openxmlformats.org/officeDocument/2006/relationships" id="296" r:id="R8de86c3cd0914502"/>
    <p:sldId xmlns:r="http://schemas.openxmlformats.org/officeDocument/2006/relationships" id="297" r:id="Rc7216091055d44eb"/>
    <p:sldId xmlns:r="http://schemas.openxmlformats.org/officeDocument/2006/relationships" id="298" r:id="Rc10b32bbef7f4886"/>
    <p:sldId xmlns:r="http://schemas.openxmlformats.org/officeDocument/2006/relationships" id="299" r:id="Rff0bf82686204611"/>
    <p:sldId xmlns:r="http://schemas.openxmlformats.org/officeDocument/2006/relationships" id="300" r:id="Ra4e2ddc137eb49ff"/>
    <p:sldId xmlns:r="http://schemas.openxmlformats.org/officeDocument/2006/relationships" id="301" r:id="Rf34140f56b644fff"/>
    <p:sldId xmlns:r="http://schemas.openxmlformats.org/officeDocument/2006/relationships" id="302" r:id="R0cf20ec32397476f"/>
    <p:sldId xmlns:r="http://schemas.openxmlformats.org/officeDocument/2006/relationships" id="303" r:id="R7bd5773b292e4d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22d40ff4604a68" /><Relationship Type="http://schemas.openxmlformats.org/officeDocument/2006/relationships/slideMaster" Target="/ppt/slideMasters/slideMaster1.xml" Id="R1a08048919114e7f" /><Relationship Type="http://schemas.openxmlformats.org/officeDocument/2006/relationships/notesMaster" Target="/ppt/notesMasters/notesMaster1.xml" Id="R3c6ddb597a91453d" /><Relationship Type="http://schemas.openxmlformats.org/officeDocument/2006/relationships/presProps" Target="/ppt/presProps.xml" Id="R71f90ae31703409e" /><Relationship Type="http://schemas.openxmlformats.org/officeDocument/2006/relationships/viewProps" Target="/ppt/viewProps.xml" Id="R56a63adf272940c5" /><Relationship Type="http://schemas.openxmlformats.org/officeDocument/2006/relationships/tableStyles" Target="/ppt/tableStyles.xml" Id="Ref19b116adc64300" /><Relationship Type="http://schemas.openxmlformats.org/officeDocument/2006/relationships/slide" Target="/ppt/slides/slide1.xml" Id="R33e1daf8252a4bca" /><Relationship Type="http://schemas.openxmlformats.org/officeDocument/2006/relationships/slide" Target="/ppt/slides/slide2.xml" Id="R796b3836616e4d45" /><Relationship Type="http://schemas.openxmlformats.org/officeDocument/2006/relationships/slide" Target="/ppt/slides/slide3.xml" Id="R8c6ca80499224fc5" /><Relationship Type="http://schemas.openxmlformats.org/officeDocument/2006/relationships/slide" Target="/ppt/slides/slide4.xml" Id="R3380687b55b84ffc" /><Relationship Type="http://schemas.openxmlformats.org/officeDocument/2006/relationships/slide" Target="/ppt/slides/slide5.xml" Id="Rf01a6523d69e420a" /><Relationship Type="http://schemas.openxmlformats.org/officeDocument/2006/relationships/slide" Target="/ppt/slides/slide6.xml" Id="Rfdb4704b922f4f5c" /><Relationship Type="http://schemas.openxmlformats.org/officeDocument/2006/relationships/slide" Target="/ppt/slides/slide7.xml" Id="Rc830e603e6f94440" /><Relationship Type="http://schemas.openxmlformats.org/officeDocument/2006/relationships/slide" Target="/ppt/slides/slide8.xml" Id="R96d229ce05c9406d" /><Relationship Type="http://schemas.openxmlformats.org/officeDocument/2006/relationships/slide" Target="/ppt/slides/slide9.xml" Id="Rfdf527277e9947c0" /><Relationship Type="http://schemas.openxmlformats.org/officeDocument/2006/relationships/slide" Target="/ppt/slides/slide10.xml" Id="Re44dd1af432148de" /><Relationship Type="http://schemas.openxmlformats.org/officeDocument/2006/relationships/slide" Target="/ppt/slides/slide11.xml" Id="Ra4f0a5c2eb2d4ced" /><Relationship Type="http://schemas.openxmlformats.org/officeDocument/2006/relationships/slide" Target="/ppt/slides/slide12.xml" Id="R3354e4b204504b3e" /><Relationship Type="http://schemas.openxmlformats.org/officeDocument/2006/relationships/slide" Target="/ppt/slides/slide13.xml" Id="Rd381e774dfaa4be2" /><Relationship Type="http://schemas.openxmlformats.org/officeDocument/2006/relationships/slide" Target="/ppt/slides/slide14.xml" Id="R474d96e952a34a9c" /><Relationship Type="http://schemas.openxmlformats.org/officeDocument/2006/relationships/slide" Target="/ppt/slides/slide15.xml" Id="R423da3755db245cc" /><Relationship Type="http://schemas.openxmlformats.org/officeDocument/2006/relationships/slide" Target="/ppt/slides/slide16.xml" Id="R7a3d671faf7a4866" /><Relationship Type="http://schemas.openxmlformats.org/officeDocument/2006/relationships/slide" Target="/ppt/slides/slide17.xml" Id="R26e9420c9383459f" /><Relationship Type="http://schemas.openxmlformats.org/officeDocument/2006/relationships/slide" Target="/ppt/slides/slide18.xml" Id="Rc19d0b7971bd44c4" /><Relationship Type="http://schemas.openxmlformats.org/officeDocument/2006/relationships/slide" Target="/ppt/slides/slide19.xml" Id="Rdedfd3ab0a8a47be" /><Relationship Type="http://schemas.openxmlformats.org/officeDocument/2006/relationships/slide" Target="/ppt/slides/slide20.xml" Id="R6168b50a029e4cc7" /><Relationship Type="http://schemas.openxmlformats.org/officeDocument/2006/relationships/slide" Target="/ppt/slides/slide21.xml" Id="R5f079d7b20de44df" /><Relationship Type="http://schemas.openxmlformats.org/officeDocument/2006/relationships/slide" Target="/ppt/slides/slide22.xml" Id="Rb0bce4fb61f84ee0" /><Relationship Type="http://schemas.openxmlformats.org/officeDocument/2006/relationships/slide" Target="/ppt/slides/slide23.xml" Id="Rf2fe6434fb2b4e65" /><Relationship Type="http://schemas.openxmlformats.org/officeDocument/2006/relationships/slide" Target="/ppt/slides/slide24.xml" Id="R3ba490a14e054efa" /><Relationship Type="http://schemas.openxmlformats.org/officeDocument/2006/relationships/slide" Target="/ppt/slides/slide25.xml" Id="R5d2999e72a194c8c" /><Relationship Type="http://schemas.openxmlformats.org/officeDocument/2006/relationships/slide" Target="/ppt/slides/slide26.xml" Id="R32ea3bd4434d4c22" /><Relationship Type="http://schemas.openxmlformats.org/officeDocument/2006/relationships/slide" Target="/ppt/slides/slide27.xml" Id="Ref005b89f146456d" /><Relationship Type="http://schemas.openxmlformats.org/officeDocument/2006/relationships/slide" Target="/ppt/slides/slide28.xml" Id="R53266a1006954076" /><Relationship Type="http://schemas.openxmlformats.org/officeDocument/2006/relationships/slide" Target="/ppt/slides/slide29.xml" Id="R92bb667b31544f43" /><Relationship Type="http://schemas.openxmlformats.org/officeDocument/2006/relationships/slide" Target="/ppt/slides/slide30.xml" Id="Rfa9b69aaedc84cc6" /><Relationship Type="http://schemas.openxmlformats.org/officeDocument/2006/relationships/slide" Target="/ppt/slides/slide31.xml" Id="R688b6572ae7641fd" /><Relationship Type="http://schemas.openxmlformats.org/officeDocument/2006/relationships/slide" Target="/ppt/slides/slide32.xml" Id="Rdb56a17bf3d349f4" /><Relationship Type="http://schemas.openxmlformats.org/officeDocument/2006/relationships/slide" Target="/ppt/slides/slide33.xml" Id="Rb1145919160a4e83" /><Relationship Type="http://schemas.openxmlformats.org/officeDocument/2006/relationships/slide" Target="/ppt/slides/slide34.xml" Id="Rb90df26e34474721" /><Relationship Type="http://schemas.openxmlformats.org/officeDocument/2006/relationships/slide" Target="/ppt/slides/slide35.xml" Id="Rae11874c7050482b" /><Relationship Type="http://schemas.openxmlformats.org/officeDocument/2006/relationships/slide" Target="/ppt/slides/slide36.xml" Id="R730a38747a6f4611" /><Relationship Type="http://schemas.openxmlformats.org/officeDocument/2006/relationships/slide" Target="/ppt/slides/slide37.xml" Id="R6674697555cf407e" /><Relationship Type="http://schemas.openxmlformats.org/officeDocument/2006/relationships/slide" Target="/ppt/slides/slide38.xml" Id="R59e2f6e1983f40f9" /><Relationship Type="http://schemas.openxmlformats.org/officeDocument/2006/relationships/slide" Target="/ppt/slides/slide39.xml" Id="Rb96748e241604f3b" /><Relationship Type="http://schemas.openxmlformats.org/officeDocument/2006/relationships/slide" Target="/ppt/slides/slide40.xml" Id="Rcdba06418ced414d" /><Relationship Type="http://schemas.openxmlformats.org/officeDocument/2006/relationships/slide" Target="/ppt/slides/slide41.xml" Id="R8de86c3cd0914502" /><Relationship Type="http://schemas.openxmlformats.org/officeDocument/2006/relationships/slide" Target="/ppt/slides/slide42.xml" Id="Rc7216091055d44eb" /><Relationship Type="http://schemas.openxmlformats.org/officeDocument/2006/relationships/slide" Target="/ppt/slides/slide43.xml" Id="Rc10b32bbef7f4886" /><Relationship Type="http://schemas.openxmlformats.org/officeDocument/2006/relationships/slide" Target="/ppt/slides/slide44.xml" Id="Rff0bf82686204611" /><Relationship Type="http://schemas.openxmlformats.org/officeDocument/2006/relationships/slide" Target="/ppt/slides/slide45.xml" Id="Ra4e2ddc137eb49ff" /><Relationship Type="http://schemas.openxmlformats.org/officeDocument/2006/relationships/slide" Target="/ppt/slides/slide46.xml" Id="Rf34140f56b644fff" /><Relationship Type="http://schemas.openxmlformats.org/officeDocument/2006/relationships/slide" Target="/ppt/slides/slide47.xml" Id="R0cf20ec32397476f" /><Relationship Type="http://schemas.openxmlformats.org/officeDocument/2006/relationships/slide" Target="/ppt/slides/slide48.xml" Id="R7bd5773b292e4d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66e6de9d504c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536c932af6481b" /><Relationship Type="http://schemas.openxmlformats.org/officeDocument/2006/relationships/notesMaster" Target="/ppt/notesMasters/notesMaster1.xml" Id="R1ef1d0b6a4c34f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e1d9b9799c4bda" /><Relationship Type="http://schemas.openxmlformats.org/officeDocument/2006/relationships/notesMaster" Target="/ppt/notesMasters/notesMaster1.xml" Id="Rc4e587e91ddf4a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d627e731ba4c5c" /><Relationship Type="http://schemas.openxmlformats.org/officeDocument/2006/relationships/notesMaster" Target="/ppt/notesMasters/notesMaster1.xml" Id="R7233b4fed1a840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95693247824d24" /><Relationship Type="http://schemas.openxmlformats.org/officeDocument/2006/relationships/notesMaster" Target="/ppt/notesMasters/notesMaster1.xml" Id="R6424d6d6382145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7d3a5995fa4deb" /><Relationship Type="http://schemas.openxmlformats.org/officeDocument/2006/relationships/notesMaster" Target="/ppt/notesMasters/notesMaster1.xml" Id="Rfe58f09cfe5845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04aceae5954407" /><Relationship Type="http://schemas.openxmlformats.org/officeDocument/2006/relationships/notesMaster" Target="/ppt/notesMasters/notesMaster1.xml" Id="R579d28d83e6240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8a8cecd80e498e" /><Relationship Type="http://schemas.openxmlformats.org/officeDocument/2006/relationships/notesMaster" Target="/ppt/notesMasters/notesMaster1.xml" Id="R6e3e0ab2363941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a2f3d8edce4966" /><Relationship Type="http://schemas.openxmlformats.org/officeDocument/2006/relationships/notesMaster" Target="/ppt/notesMasters/notesMaster1.xml" Id="Racebed8e0dc54b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a5109a67f240f6" /><Relationship Type="http://schemas.openxmlformats.org/officeDocument/2006/relationships/notesMaster" Target="/ppt/notesMasters/notesMaster1.xml" Id="Rf93e48bb458644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ae312f0bc74f4c" /><Relationship Type="http://schemas.openxmlformats.org/officeDocument/2006/relationships/notesMaster" Target="/ppt/notesMasters/notesMaster1.xml" Id="R2a3df6c5aa0144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01f84a99c7436e" /><Relationship Type="http://schemas.openxmlformats.org/officeDocument/2006/relationships/notesMaster" Target="/ppt/notesMasters/notesMaster1.xml" Id="R1851931ca05446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d6e7a04e614cf7" /><Relationship Type="http://schemas.openxmlformats.org/officeDocument/2006/relationships/notesMaster" Target="/ppt/notesMasters/notesMaster1.xml" Id="R7b0b5c405dce46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947eeb78ad42eb" /><Relationship Type="http://schemas.openxmlformats.org/officeDocument/2006/relationships/notesMaster" Target="/ppt/notesMasters/notesMaster1.xml" Id="Rdc4bb978af5b42a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8c5d10661242c7" /><Relationship Type="http://schemas.openxmlformats.org/officeDocument/2006/relationships/notesMaster" Target="/ppt/notesMasters/notesMaster1.xml" Id="Rcd7f70a50fe245f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94d1f8f3d4422d" /><Relationship Type="http://schemas.openxmlformats.org/officeDocument/2006/relationships/notesMaster" Target="/ppt/notesMasters/notesMaster1.xml" Id="Re840c8b691e64d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2c84ee5f0b4c53" /><Relationship Type="http://schemas.openxmlformats.org/officeDocument/2006/relationships/notesMaster" Target="/ppt/notesMasters/notesMaster1.xml" Id="R16209e56f2a8407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2b4c58d82347f4" /><Relationship Type="http://schemas.openxmlformats.org/officeDocument/2006/relationships/notesMaster" Target="/ppt/notesMasters/notesMaster1.xml" Id="Rccc36475a72948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9c7a01d64fe4d52" /><Relationship Type="http://schemas.openxmlformats.org/officeDocument/2006/relationships/notesMaster" Target="/ppt/notesMasters/notesMaster1.xml" Id="R5e9be2acd2474a5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13fa7a07d64437" /><Relationship Type="http://schemas.openxmlformats.org/officeDocument/2006/relationships/notesMaster" Target="/ppt/notesMasters/notesMaster1.xml" Id="R4a8eeb2f35e646f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c1d1747ef614030" /><Relationship Type="http://schemas.openxmlformats.org/officeDocument/2006/relationships/notesMaster" Target="/ppt/notesMasters/notesMaster1.xml" Id="R7129b3cec181456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139377994c84d35" /><Relationship Type="http://schemas.openxmlformats.org/officeDocument/2006/relationships/notesMaster" Target="/ppt/notesMasters/notesMaster1.xml" Id="R02a8d422b41f4f7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27d9bdc89c44446" /><Relationship Type="http://schemas.openxmlformats.org/officeDocument/2006/relationships/notesMaster" Target="/ppt/notesMasters/notesMaster1.xml" Id="Rd7a4f06a81b44bc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a137efa5664e55" /><Relationship Type="http://schemas.openxmlformats.org/officeDocument/2006/relationships/notesMaster" Target="/ppt/notesMasters/notesMaster1.xml" Id="R1c500931e47f46b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3968bca67e14f8f" /><Relationship Type="http://schemas.openxmlformats.org/officeDocument/2006/relationships/notesMaster" Target="/ppt/notesMasters/notesMaster1.xml" Id="R53436cdda9f445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6d5dd1a6bf0437a" /><Relationship Type="http://schemas.openxmlformats.org/officeDocument/2006/relationships/notesMaster" Target="/ppt/notesMasters/notesMaster1.xml" Id="Rfd9a970ef0cc414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3dcb94bdc4847e7" /><Relationship Type="http://schemas.openxmlformats.org/officeDocument/2006/relationships/notesMaster" Target="/ppt/notesMasters/notesMaster1.xml" Id="R4593ce7b5fd4472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dd81af2f1a54ce3" /><Relationship Type="http://schemas.openxmlformats.org/officeDocument/2006/relationships/notesMaster" Target="/ppt/notesMasters/notesMaster1.xml" Id="R5a62821fc015423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2e7cdb9541f46fc" /><Relationship Type="http://schemas.openxmlformats.org/officeDocument/2006/relationships/notesMaster" Target="/ppt/notesMasters/notesMaster1.xml" Id="R491a5869d8bb4ae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b062eef96d7418e" /><Relationship Type="http://schemas.openxmlformats.org/officeDocument/2006/relationships/notesMaster" Target="/ppt/notesMasters/notesMaster1.xml" Id="Rcea1a97f0898499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edd7b72923d4ee7" /><Relationship Type="http://schemas.openxmlformats.org/officeDocument/2006/relationships/notesMaster" Target="/ppt/notesMasters/notesMaster1.xml" Id="R1fa0c3f8aada4c0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29ad922df6d4a81" /><Relationship Type="http://schemas.openxmlformats.org/officeDocument/2006/relationships/notesMaster" Target="/ppt/notesMasters/notesMaster1.xml" Id="Rd20d8a5fd915414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cf717d0e4d84dab" /><Relationship Type="http://schemas.openxmlformats.org/officeDocument/2006/relationships/notesMaster" Target="/ppt/notesMasters/notesMaster1.xml" Id="R243c13964d424ac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23a6bd86d534139" /><Relationship Type="http://schemas.openxmlformats.org/officeDocument/2006/relationships/notesMaster" Target="/ppt/notesMasters/notesMaster1.xml" Id="R9e57d871a8a24fb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73717ecdd044504" /><Relationship Type="http://schemas.openxmlformats.org/officeDocument/2006/relationships/notesMaster" Target="/ppt/notesMasters/notesMaster1.xml" Id="Rad16bc4a3e54479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3d69e2f381a49e8" /><Relationship Type="http://schemas.openxmlformats.org/officeDocument/2006/relationships/notesMaster" Target="/ppt/notesMasters/notesMaster1.xml" Id="R2cc1a4d79a464af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d22040a87f146d1" /><Relationship Type="http://schemas.openxmlformats.org/officeDocument/2006/relationships/notesMaster" Target="/ppt/notesMasters/notesMaster1.xml" Id="R4f0179b576a643e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3ea76eb6f0746d3" /><Relationship Type="http://schemas.openxmlformats.org/officeDocument/2006/relationships/notesMaster" Target="/ppt/notesMasters/notesMaster1.xml" Id="R4724b3dd4a4d423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af56ca46822444a" /><Relationship Type="http://schemas.openxmlformats.org/officeDocument/2006/relationships/notesMaster" Target="/ppt/notesMasters/notesMaster1.xml" Id="R56152b55de984c1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60cddf47538427c" /><Relationship Type="http://schemas.openxmlformats.org/officeDocument/2006/relationships/notesMaster" Target="/ppt/notesMasters/notesMaster1.xml" Id="R4cf353bb1b5b486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1a9071301af4a06" /><Relationship Type="http://schemas.openxmlformats.org/officeDocument/2006/relationships/notesMaster" Target="/ppt/notesMasters/notesMaster1.xml" Id="Reb29df61d8d5454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b1ef6499c174004" /><Relationship Type="http://schemas.openxmlformats.org/officeDocument/2006/relationships/notesMaster" Target="/ppt/notesMasters/notesMaster1.xml" Id="Ree9aba57f289498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05ed38a682e4dbe" /><Relationship Type="http://schemas.openxmlformats.org/officeDocument/2006/relationships/notesMaster" Target="/ppt/notesMasters/notesMaster1.xml" Id="Re18a5d6da85c457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90f761bd009436d" /><Relationship Type="http://schemas.openxmlformats.org/officeDocument/2006/relationships/notesMaster" Target="/ppt/notesMasters/notesMaster1.xml" Id="R51186b7680cf4ba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f5201b82b764e6b" /><Relationship Type="http://schemas.openxmlformats.org/officeDocument/2006/relationships/notesMaster" Target="/ppt/notesMasters/notesMaster1.xml" Id="R703c43b0c26f41e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91bcbd8a7204bf9" /><Relationship Type="http://schemas.openxmlformats.org/officeDocument/2006/relationships/notesMaster" Target="/ppt/notesMasters/notesMaster1.xml" Id="R06df4053dda84c1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505537197824c3e" /><Relationship Type="http://schemas.openxmlformats.org/officeDocument/2006/relationships/notesMaster" Target="/ppt/notesMasters/notesMaster1.xml" Id="R4e2c58bbbed44cc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39982a2459a49a7" /><Relationship Type="http://schemas.openxmlformats.org/officeDocument/2006/relationships/notesMaster" Target="/ppt/notesMasters/notesMaster1.xml" Id="Rb8d8155f6002444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c1d7d36f2ac4e7e" /><Relationship Type="http://schemas.openxmlformats.org/officeDocument/2006/relationships/notesMaster" Target="/ppt/notesMasters/notesMaster1.xml" Id="Re45f0243704243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1。先说明目标，再让学生带着三个问题进入后续内容：机制是什么、数字怎么算、何时会失效。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2。先说明目标，再让学生带着三个问题进入后续内容：机制是什么、数字怎么算、何时会失效。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3。先说明目标，再让学生带着三个问题进入后续内容：机制是什么、数字怎么算、何时会失效。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4。先说明目标，再让学生带着三个问题进入后续内容：机制是什么、数字怎么算、何时会失效。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296582efa419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f6e5e4c1942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b7d83a78ee4eb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fb643a913348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843dac90743c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b649ed54a46e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d99fb8e6ca443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d48a14277943d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47134b2064c9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509dc6f8445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9d1491ccb8473a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086BEE4-E930-4C61-86BB-C2D2873F71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98800" y="914400"/>
            <a:ext cx="9799200" cy="25704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F3F68C80-8362-4188-86A9-BD0013DF6C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98800" y="3560400"/>
            <a:ext cx="9799200" cy="1472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342B2E9F-8ABC-42A8-A000-8BFC0C964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E329E9CB-E5BE-4D73-B3B0-B6879B77EB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B383E8CB-560F-48AF-942E-D4D6E0A8CC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EA1D32B-B1D5-4507-8D42-BD4C30408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C0655B5-A775-4C81-B2F0-FD8191748AD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490400"/>
            <a:ext cx="10969200" cy="47592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0A1D98B0-278A-4AA2-8156-F6955B6D68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BEEAE8B-4CFA-457E-A9A4-4D2B95ED20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4404F54-40DB-4772-A9B2-87B75DB438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E53A0C0-492F-4560-8D36-F0B7CC46FBF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990800" y="3848400"/>
            <a:ext cx="7768800" cy="7668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44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AF02EAF-A1BC-44BF-953F-6BEF5F59A2A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990800" y="4615200"/>
            <a:ext cx="7768800" cy="867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03DC33E-22CB-4F60-A6BC-E586059726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053DB8F-4684-4DAE-92AC-7D2ACEF4FA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A983B30-F29A-4514-B664-042E2B7688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D5DB0F8-80A5-4829-BEFE-0F98674864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2A2DAE7-9EDC-452B-9C83-CBB1AACAB2D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501200"/>
            <a:ext cx="5176800" cy="47484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4C7DDB-1F96-4B08-A6CE-D45BC0E151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411600" y="1501200"/>
            <a:ext cx="5176800" cy="4748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7F1E7827-5FCD-441E-9029-B545929C06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1045288-2693-49FB-BA36-C234B4B3B8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383AB91-DCB2-4777-B00B-A5DDD20780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780CECD-CB96-4BE9-9C06-07A6DDC4D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D32BA8F-B351-4F30-8257-A767A589F14A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08400" y="1429200"/>
            <a:ext cx="5342400" cy="381600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2377DFCA-367D-4B95-B85E-0CD7CF583B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840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FCB3255D-964B-4342-BAD4-921B95E7AF2B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235750" y="1421729"/>
            <a:ext cx="5342400" cy="381600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D9EA1C35-21A1-42D9-9262-A1BDBDF10ED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23575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3623B397-204C-4920-94CF-F40E71C7F2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DA8358EB-0958-4445-B188-7EF38C2AD6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DC82D4C6-F013-402E-BEFE-75D3AA49D0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F39C032-211D-4CB6-AC4A-AACD895147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E1FD24B-993B-4B22-A0F9-53EDDAE37B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C5E686C-1A05-458F-841F-3494FF1416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30FE019-E199-4139-B088-8EF97C205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DCE547A7-D93D-40BF-A30E-A693BA0568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6E76B742-0B3A-4A47-B2E6-3B4EA49C4A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38EB0836-52A3-45E9-A503-41B82B21E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2F97747A-365F-4529-ACAB-05BC1565A93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08400" y="1555200"/>
            <a:ext cx="5233077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FA6D8488-60C3-4060-8F46-B7B20B584EC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350400" y="1555200"/>
            <a:ext cx="5227200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9FB186F7-EEA3-4C47-9A68-CD7BB80C4D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5DDA87BA-E456-46B7-A2AD-7B6FD5D4A4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E1A8DDD0-6627-4468-B891-AEA35B324E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8D5E7188-C75D-4ED1-8FA2-B95C282A4B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D05AC447-218B-4767-A4A5-26930A755C1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234800" y="914400"/>
            <a:ext cx="1044000" cy="502920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8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9F5A8366-7C06-424D-9156-E209A80E2E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14400" y="914400"/>
            <a:ext cx="9169200" cy="502920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35C494C-19D8-4F59-BD6B-53A1AE4806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477F017-0E87-4671-90A3-19922E31FD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F0C413C-73F0-42FB-9962-99DB18973C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E5D76914-8FAB-4506-8271-91DA14F84B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CBE5E41-9CB9-4CFA-A9E8-18E46A1B24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470F4CE-21BB-46A0-801D-2299756E89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863C8F3B-3849-4D64-9C3D-0810F18ABB53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08400" y="774000"/>
            <a:ext cx="10972800" cy="5482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1B4F9FF0-AF01-46FD-84C1-A8D3A7932E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D0009F5-BCE5-4A85-8CE6-5ADDA6E376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17620E7-7F98-476A-9705-CE67897475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2D8D399-D087-4403-BB6A-A307469660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98800" y="2484000"/>
            <a:ext cx="9799200" cy="1018800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7514B0B9-4127-45C1-830A-3EFB78BCC24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198800" y="3560400"/>
            <a:ext cx="9799200" cy="471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24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4e6d7e098d4620" /><Relationship Type="http://schemas.openxmlformats.org/officeDocument/2006/relationships/slideLayout" Target="/ppt/slideLayouts/slideLayout1.xml" Id="R6939096a24ab4567" /><Relationship Type="http://schemas.openxmlformats.org/officeDocument/2006/relationships/slideLayout" Target="/ppt/slideLayouts/slideLayout2.xml" Id="R97536c39b75243f4" /><Relationship Type="http://schemas.openxmlformats.org/officeDocument/2006/relationships/slideLayout" Target="/ppt/slideLayouts/slideLayout3.xml" Id="R54d93e8e26524636" /><Relationship Type="http://schemas.openxmlformats.org/officeDocument/2006/relationships/slideLayout" Target="/ppt/slideLayouts/slideLayout4.xml" Id="Rcfddb883118340a4" /><Relationship Type="http://schemas.openxmlformats.org/officeDocument/2006/relationships/slideLayout" Target="/ppt/slideLayouts/slideLayout5.xml" Id="Ra36147c88114429b" /><Relationship Type="http://schemas.openxmlformats.org/officeDocument/2006/relationships/slideLayout" Target="/ppt/slideLayouts/slideLayout6.xml" Id="R149b57262645414d" /><Relationship Type="http://schemas.openxmlformats.org/officeDocument/2006/relationships/slideLayout" Target="/ppt/slideLayouts/slideLayout7.xml" Id="Ra1a467cdb68a4b43" /><Relationship Type="http://schemas.openxmlformats.org/officeDocument/2006/relationships/slideLayout" Target="/ppt/slideLayouts/slideLayout8.xml" Id="Re8b4a4f162b548ec" /><Relationship Type="http://schemas.openxmlformats.org/officeDocument/2006/relationships/slideLayout" Target="/ppt/slideLayouts/slideLayout9.xml" Id="Rb6183f3b2c2a4d04" /><Relationship Type="http://schemas.openxmlformats.org/officeDocument/2006/relationships/slideLayout" Target="/ppt/slideLayouts/slideLayout10.xml" Id="Rf902feb39b374d5b" /><Relationship Type="http://schemas.openxmlformats.org/officeDocument/2006/relationships/slideLayout" Target="/ppt/slideLayouts/slideLayout11.xml" Id="R942bb793407c483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6148A08-3C36-4D9A-B4E3-26E0D534DA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EEEE573-EBC1-4DD2-B457-C8D88F6A92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8400" y="1490400"/>
            <a:ext cx="10969200" cy="475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83551A5-5A08-4515-8DC3-FDAE55278C5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120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185B240-4AA9-4547-9EA3-7BA7B5EBC95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16000" y="6314400"/>
            <a:ext cx="396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DE13A60-CDEB-4CC5-BBA4-928D4DD3208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8776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39096a24ab4567"/>
    <p:sldLayoutId xmlns:r="http://schemas.openxmlformats.org/officeDocument/2006/relationships" id="2147483650" r:id="R97536c39b75243f4"/>
    <p:sldLayoutId xmlns:r="http://schemas.openxmlformats.org/officeDocument/2006/relationships" id="2147483651" r:id="R54d93e8e26524636"/>
    <p:sldLayoutId xmlns:r="http://schemas.openxmlformats.org/officeDocument/2006/relationships" id="2147483652" r:id="Rcfddb883118340a4"/>
    <p:sldLayoutId xmlns:r="http://schemas.openxmlformats.org/officeDocument/2006/relationships" id="2147483653" r:id="Ra36147c88114429b"/>
    <p:sldLayoutId xmlns:r="http://schemas.openxmlformats.org/officeDocument/2006/relationships" id="2147483654" r:id="R149b57262645414d"/>
    <p:sldLayoutId xmlns:r="http://schemas.openxmlformats.org/officeDocument/2006/relationships" id="2147483655" r:id="Ra1a467cdb68a4b43"/>
    <p:sldLayoutId xmlns:r="http://schemas.openxmlformats.org/officeDocument/2006/relationships" id="2147483656" r:id="Re8b4a4f162b548ec"/>
    <p:sldLayoutId xmlns:r="http://schemas.openxmlformats.org/officeDocument/2006/relationships" id="2147483657" r:id="Rb6183f3b2c2a4d04"/>
    <p:sldLayoutId xmlns:r="http://schemas.openxmlformats.org/officeDocument/2006/relationships" id="2147483658" r:id="Rf902feb39b374d5b"/>
    <p:sldLayoutId xmlns:r="http://schemas.openxmlformats.org/officeDocument/2006/relationships" id="2147483659" r:id="R942bb793407c4836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6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8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609725" algn="l"/>
          <a:tab pos="1609725" algn="l"/>
          <a:tab pos="1609725" algn="l"/>
          <a:tab pos="1609725" algn="l"/>
        </a:tabLst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e1e788497a4929" /><Relationship Type="http://schemas.openxmlformats.org/officeDocument/2006/relationships/notesSlide" Target="/ppt/notesSlides/notesSlide1.xml" Id="Rd204e6ff1b3742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495e01c86240bb" /><Relationship Type="http://schemas.openxmlformats.org/officeDocument/2006/relationships/notesSlide" Target="/ppt/notesSlides/notesSlide2.xml" Id="R831c6974ed7441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8429dca2e6471f" /><Relationship Type="http://schemas.openxmlformats.org/officeDocument/2006/relationships/notesSlide" Target="/ppt/notesSlides/notesSlide3.xml" Id="Rfc9b268dfa0c47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c609f3cb444ad1" /><Relationship Type="http://schemas.openxmlformats.org/officeDocument/2006/relationships/notesSlide" Target="/ppt/notesSlides/notesSlide4.xml" Id="R7ed12f91eb5342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e178433abc4fff" /><Relationship Type="http://schemas.openxmlformats.org/officeDocument/2006/relationships/notesSlide" Target="/ppt/notesSlides/notesSlide5.xml" Id="R6e37786fa5074a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d132a9f15b4a04" /><Relationship Type="http://schemas.openxmlformats.org/officeDocument/2006/relationships/notesSlide" Target="/ppt/notesSlides/notesSlide6.xml" Id="R9d610fa90f5b4b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f1dd2d360b4e0a" /><Relationship Type="http://schemas.openxmlformats.org/officeDocument/2006/relationships/notesSlide" Target="/ppt/notesSlides/notesSlide7.xml" Id="R2f920c5afdd94b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48867906cc4cd7" /><Relationship Type="http://schemas.openxmlformats.org/officeDocument/2006/relationships/notesSlide" Target="/ppt/notesSlides/notesSlide8.xml" Id="Rb454f73c376940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0e7adcd29547ab" /><Relationship Type="http://schemas.openxmlformats.org/officeDocument/2006/relationships/notesSlide" Target="/ppt/notesSlides/notesSlide9.xml" Id="R6039b855583043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7b63c456124932" /><Relationship Type="http://schemas.openxmlformats.org/officeDocument/2006/relationships/notesSlide" Target="/ppt/notesSlides/notesSlide10.xml" Id="Rc2f9188fc70948f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33131e0bf84e05" /><Relationship Type="http://schemas.openxmlformats.org/officeDocument/2006/relationships/notesSlide" Target="/ppt/notesSlides/notesSlide11.xml" Id="R92e773388f2c4c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1ac61fcba841eb" /><Relationship Type="http://schemas.openxmlformats.org/officeDocument/2006/relationships/notesSlide" Target="/ppt/notesSlides/notesSlide12.xml" Id="R2d2d1e19b76345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3015f24fc44237" /><Relationship Type="http://schemas.openxmlformats.org/officeDocument/2006/relationships/notesSlide" Target="/ppt/notesSlides/notesSlide13.xml" Id="Rff76b83e75ba4f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bf8c63ae2f428c" /><Relationship Type="http://schemas.openxmlformats.org/officeDocument/2006/relationships/notesSlide" Target="/ppt/notesSlides/notesSlide14.xml" Id="R99ff5606b57845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886832cf114189" /><Relationship Type="http://schemas.openxmlformats.org/officeDocument/2006/relationships/notesSlide" Target="/ppt/notesSlides/notesSlide15.xml" Id="R45f0080a22134bc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7ef60a0a8742d3" /><Relationship Type="http://schemas.openxmlformats.org/officeDocument/2006/relationships/notesSlide" Target="/ppt/notesSlides/notesSlide16.xml" Id="R1cb812ecee1f4c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bf64adcef54508" /><Relationship Type="http://schemas.openxmlformats.org/officeDocument/2006/relationships/notesSlide" Target="/ppt/notesSlides/notesSlide17.xml" Id="R2779269ebb5248f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6003fca4a04122" /><Relationship Type="http://schemas.openxmlformats.org/officeDocument/2006/relationships/notesSlide" Target="/ppt/notesSlides/notesSlide18.xml" Id="Ra58b152608114b7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db89990f6b48cc" /><Relationship Type="http://schemas.openxmlformats.org/officeDocument/2006/relationships/notesSlide" Target="/ppt/notesSlides/notesSlide19.xml" Id="R479ed5ef763c42c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a1b2ab845c47c6" /><Relationship Type="http://schemas.openxmlformats.org/officeDocument/2006/relationships/notesSlide" Target="/ppt/notesSlides/notesSlide20.xml" Id="R9a42a5cc9d1f4cd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4f049c45fc44de" /><Relationship Type="http://schemas.openxmlformats.org/officeDocument/2006/relationships/notesSlide" Target="/ppt/notesSlides/notesSlide21.xml" Id="Rcde01c588c6148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57699152164763" /><Relationship Type="http://schemas.openxmlformats.org/officeDocument/2006/relationships/notesSlide" Target="/ppt/notesSlides/notesSlide22.xml" Id="Ra2b35aeed37a482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020c275e24907" /><Relationship Type="http://schemas.openxmlformats.org/officeDocument/2006/relationships/notesSlide" Target="/ppt/notesSlides/notesSlide23.xml" Id="R941a42911bcd435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944537b004881" /><Relationship Type="http://schemas.openxmlformats.org/officeDocument/2006/relationships/notesSlide" Target="/ppt/notesSlides/notesSlide24.xml" Id="R8b1069cd2737499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1008120a34c3a" /><Relationship Type="http://schemas.openxmlformats.org/officeDocument/2006/relationships/notesSlide" Target="/ppt/notesSlides/notesSlide25.xml" Id="R9cd56111493b41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b7aef9e10416c" /><Relationship Type="http://schemas.openxmlformats.org/officeDocument/2006/relationships/notesSlide" Target="/ppt/notesSlides/notesSlide26.xml" Id="Rb65f3a5288a84d0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14a2097424b8d" /><Relationship Type="http://schemas.openxmlformats.org/officeDocument/2006/relationships/notesSlide" Target="/ppt/notesSlides/notesSlide27.xml" Id="Rab16b51ef6d84d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3c67c46374ec7" /><Relationship Type="http://schemas.openxmlformats.org/officeDocument/2006/relationships/notesSlide" Target="/ppt/notesSlides/notesSlide28.xml" Id="R5bef4244fb53433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be8c41e3c4e4a" /><Relationship Type="http://schemas.openxmlformats.org/officeDocument/2006/relationships/notesSlide" Target="/ppt/notesSlides/notesSlide29.xml" Id="Rd61ce3838b8741e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0ff7afef84fa6" /><Relationship Type="http://schemas.openxmlformats.org/officeDocument/2006/relationships/notesSlide" Target="/ppt/notesSlides/notesSlide30.xml" Id="R7a8965b599014c9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d8674cbf94861" /><Relationship Type="http://schemas.openxmlformats.org/officeDocument/2006/relationships/notesSlide" Target="/ppt/notesSlides/notesSlide31.xml" Id="R2f5bf436c348406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269fc2cf74ac0" /><Relationship Type="http://schemas.openxmlformats.org/officeDocument/2006/relationships/notesSlide" Target="/ppt/notesSlides/notesSlide32.xml" Id="Rec301d0ebd7c42d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2f6f71c314269" /><Relationship Type="http://schemas.openxmlformats.org/officeDocument/2006/relationships/notesSlide" Target="/ppt/notesSlides/notesSlide33.xml" Id="R8429e4d32bdd414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dd75c9dd74306" /><Relationship Type="http://schemas.openxmlformats.org/officeDocument/2006/relationships/notesSlide" Target="/ppt/notesSlides/notesSlide34.xml" Id="R8c4a55d806744a3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492ef32bd4cc7" /><Relationship Type="http://schemas.openxmlformats.org/officeDocument/2006/relationships/notesSlide" Target="/ppt/notesSlides/notesSlide35.xml" Id="R95850f1f7c1e40f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6ed102e3249c0" /><Relationship Type="http://schemas.openxmlformats.org/officeDocument/2006/relationships/notesSlide" Target="/ppt/notesSlides/notesSlide36.xml" Id="Rbfad2e28e2b0401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d680b90e443dc" /><Relationship Type="http://schemas.openxmlformats.org/officeDocument/2006/relationships/notesSlide" Target="/ppt/notesSlides/notesSlide37.xml" Id="R393670f792ac4a2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f59c5523e489a" /><Relationship Type="http://schemas.openxmlformats.org/officeDocument/2006/relationships/notesSlide" Target="/ppt/notesSlides/notesSlide38.xml" Id="R7e3cd3f48ce7456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0caedc225451d" /><Relationship Type="http://schemas.openxmlformats.org/officeDocument/2006/relationships/notesSlide" Target="/ppt/notesSlides/notesSlide39.xml" Id="Raff3dbf106a844b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e3f7d9fd547f3" /><Relationship Type="http://schemas.openxmlformats.org/officeDocument/2006/relationships/notesSlide" Target="/ppt/notesSlides/notesSlide40.xml" Id="R372741825e49460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c67a94bd54378" /><Relationship Type="http://schemas.openxmlformats.org/officeDocument/2006/relationships/notesSlide" Target="/ppt/notesSlides/notesSlide41.xml" Id="Ra59cf3aae6c741f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98201d21a4ed5" /><Relationship Type="http://schemas.openxmlformats.org/officeDocument/2006/relationships/notesSlide" Target="/ppt/notesSlides/notesSlide42.xml" Id="R119693bdcb8041d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cfe8f35c24f11" /><Relationship Type="http://schemas.openxmlformats.org/officeDocument/2006/relationships/notesSlide" Target="/ppt/notesSlides/notesSlide43.xml" Id="Rfe3d4620a5134b9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c5d269fc64f2b" /><Relationship Type="http://schemas.openxmlformats.org/officeDocument/2006/relationships/notesSlide" Target="/ppt/notesSlides/notesSlide44.xml" Id="Re640520cf49b4db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1611a8da84edb" /><Relationship Type="http://schemas.openxmlformats.org/officeDocument/2006/relationships/notesSlide" Target="/ppt/notesSlides/notesSlide45.xml" Id="R8eb652def3754ca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7f50b6b2f4b10" /><Relationship Type="http://schemas.openxmlformats.org/officeDocument/2006/relationships/notesSlide" Target="/ppt/notesSlides/notesSlide46.xml" Id="R4aba5270e02d439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48ac779dac4788" /><Relationship Type="http://schemas.openxmlformats.org/officeDocument/2006/relationships/notesSlide" Target="/ppt/notesSlides/notesSlide47.xml" Id="R46b546d44299437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26ba5c11c34113" /><Relationship Type="http://schemas.openxmlformats.org/officeDocument/2006/relationships/notesSlide" Target="/ppt/notesSlides/notesSlide48.xml" Id="Rf3996a140ed24f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03E3A4B-9BDE-4D85-8C6B-A186CBDF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DC6192A-1C89-43AF-82AD-C43D8F25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685800"/>
            <a:ext cx="9652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5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5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15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1CA9DD1-9BA0-4EBD-A5A5-473EF464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1600200"/>
            <a:ext cx="99060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2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请求生命周期与</a:t>
            </a:r>
            <a:r>
              <a:rPr sz="42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Prefill / Decode</a:t>
            </a:r>
            <a:endParaRPr sz="42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8736ED58-CFB7-40E4-BBE4-6C238CA3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302000"/>
            <a:ext cx="8890000" cy="4298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沿代码路径解释一个</a:t>
            </a:r>
            <a:r>
              <a:rPr sz="2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2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如何被生成并返回</a:t>
            </a:r>
            <a:endParaRPr sz="2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949E53D-526C-4663-848A-E2619845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257800"/>
            <a:ext cx="914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每讲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小时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理论、代码路径、案例与练习</a:t>
            </a:r>
            <a:endParaRPr sz="15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5E16B68-AA8A-4458-A08B-890B13EB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943600"/>
            <a:ext cx="914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华中科技大学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张书豪课题组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E5AF5820-3829-43FA-BDC9-17E3C86D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3000" y="13970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D8B2D2C9-96DE-4D2F-BFEE-4C4DF35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200" y="1701800"/>
            <a:ext cx="927100" cy="9531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A17019-4814-4EB4-A1FD-51F664E8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96E96F6A-A857-4128-BD15-EA6C1B10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972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DD17D0F-2F64-4B5E-8D11-CC256C6D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E297468E-073C-401F-A6BB-0322F4A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两小时课程地图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C266590D-9244-4991-89C1-29201637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6D15B45-30C6-4FEB-B03B-1FCEAE9F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用一条最小请求串起服务层、调度器与模型执行器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FF958047-57AB-4FE6-8D31-63DE7660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FD8ABDEC-6838-46E8-9EEE-62C501EE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4D08594-383A-4BB4-BCEC-BF56C734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00–20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生命周期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DB2DD59C-E30D-4BAA-8097-DDB9D5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AA6FF0B6-9578-4C1D-A8DE-FD1FC880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3A0B4F3C-484F-4BD5-BD02-285C44E6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BCB63A71-F2F1-4925-BABC-02E309E1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20–55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Prefill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BD09F700-E227-4FF9-90FF-4308967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E73A4005-5421-412D-8567-C3F8706F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AEEB2E1F-05FA-4B5E-A11C-2FDB3515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A6FA15F2-80ED-4B3B-8905-7A634773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65–95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777B4FF6-8BA2-4768-88C1-4056E81E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2E4EA461-229B-49B2-8AEF-8B16B5B6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0051BD9-1F81-4AB7-AD43-9E27256F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0E0A4548-D5D3-4D68-998C-E1397308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95–120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代码跟踪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9468BD40-6D5C-4542-BF39-1314B3AA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课后应能在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nano-vLLM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中标出请求状态变化和关键函数。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916184D-D9BC-4C9B-98BA-6F7489E1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2286AF96-F0C8-47EA-8D97-0974EB30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31377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DB23EC1-F8BB-4BB9-88CA-58145D1A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1398AE77-B23E-451B-8BB4-2D925C96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6F4F752-1311-48E0-B336-86700531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Transformer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推理的最小路径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A92A1EAB-9B47-402D-A157-FA0D23E0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F61C3248-9C88-42A3-B846-BA61B503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208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不展开训练，只保留生成一个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所需的计算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797F66C2-F561-4A4C-96E7-B6E1D800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CABF270-6416-400C-B4B2-594081F9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EC06BE7-C44A-4B2A-AF75-D0C2F24E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Embedding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编号变向量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5B978767-F6E3-4DD7-91F8-2EF343FA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C82546EB-FFE0-4081-BC66-77AEF488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336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4961DE0B-6204-4CE5-A742-8177EBFA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59B7D00-C897-4B3B-A8AE-D2A991C3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Attention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从上下文取信息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EBF03153-82D2-4387-AFB7-6C5F4FB2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012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47FB56C4-3D51-4590-869D-003A8CD9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92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08172314-5579-40AC-87AA-97A5B84A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E54EFF66-C0BC-46B2-A5E3-6C0FC1EB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MLP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逐位置变换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97CD63E7-0444-44BA-9905-CCC0B7C2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6EFE47FA-D359-4EA6-9CEF-650F3948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248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026E3635-3893-4405-9C24-6C0B58A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1A38E5D5-5436-46EF-8533-7373298B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Logits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得到词表分数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B2239D43-DB0D-42E5-AEC8-3A064D4B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924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14C9637F-3C88-4F27-8C8E-37FFAC5C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4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DD51EBEA-7743-47B6-A7AC-1B60FAE1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626F79DD-0CF5-4C3C-AE1F-744C78E5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Sampling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选下一个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D53C1449-91CB-4445-B2C4-A91D2751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10668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每一层都会读写中间状态，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Cache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位于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Attention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路径。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01F6A1D-685F-44F7-B502-82FEEC61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147295C6-8499-4E9B-B432-9E334020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480999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F4CF31E-AEDE-48FF-BD95-E5371579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1156A53B-7E2B-49D3-8FA1-A08FE670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3457D56-2894-4EE2-A9A3-F68FC469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Q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V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的直觉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8C992E99-974E-494A-A267-B0A884B8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8D841990-6DD9-4183-B50D-3A4EE4E0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5BF99B72-7092-487B-84A9-0574845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Query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表示当前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想从历史中查什么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902E890-3064-46E5-85A8-F2B25CA3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468CF33-1E16-4D97-BEAC-3683E42E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Key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表示每个历史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可被怎样匹配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3E20BC60-F2A3-4067-B72D-4456F149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BCA30A9B-8E65-4F61-BB5A-5454BBC0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Value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是匹配后取回的信息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3A63C35D-7844-4559-BC93-A084108D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30577F3E-1339-48A9-946C-F9C60010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Attention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权重由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Q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的相似度决定，再加权求和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V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10A84E6F-B12D-4FAD-9FD2-BD700CF8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9EC8DFE3-6878-4B17-BF13-883182C2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45B85197-A968-47FC-8BFA-1A125261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1014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图书馆类比：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Q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是检索词，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是索引，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V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是书中的内容。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C86D688-CB39-40EE-951D-836DEAE7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52F32C73-A86D-4E48-832E-1540D7AB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189515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45FBE44-684D-405D-A0B3-AFE704B8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05242DB-DAE3-4419-A639-4E851328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FE1FAAA-E67A-4F62-A32F-E02A739D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为什么缓存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和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V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7A1BF3AE-E1D3-46DA-AB2B-E48980B6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E82408B-72A2-4D02-B941-8FF6369D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步生成时，历史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K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V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不会改变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1F3D1605-FE2D-4A24-8C54-8FDCFE8D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879600"/>
            <a:ext cx="10795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A0956E5-C772-4387-BB93-8EFFA81C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2159000"/>
            <a:ext cx="10160000" cy="119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没有缓存：每一步重新计算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1…t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的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、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V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有缓存：只计算新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token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的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、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V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旧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、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V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直接从显存读取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Q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只服务当前一步，因此通常不长期保存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ED87879-90A1-44F8-AC86-7926EA2F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156200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KV Cache </a:t>
            </a:r>
            <a:r>
              <a:rPr sz="17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减少重复计算，但引入持续增长的显存占用和带宽压力。</a:t>
            </a:r>
            <a:endParaRPr sz="17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22C11AA-A80C-47E6-9B7F-846E11D8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3B5618A-2EED-4D75-BE0D-7F774589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72151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34CA3F-B4A9-4651-8AE3-66B9EA0B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F891CD9-BC26-4F4E-AC7E-1FB1B200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2E07080-35D5-402A-8162-2183DAA5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Prefill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的张量变化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AF28726-362C-4DB8-8620-F3E8655B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0966C1A-EACF-4DA0-B4B7-9611D782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208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以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8-token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输入为例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DF559C-8EC9-4AC7-A275-CB55D78F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C51DB3D2-0526-43B1-9164-B5B584A2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D977082-2B7E-42CD-AD2A-B6A7EE13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8 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个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2CD4C31C-F15A-4786-8D49-216A512E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3505D45A-40D2-47D7-AE17-867044C5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336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D8D6D40-B3C6-417B-ACE9-46FEA9C5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C5704C8B-1E81-4D6A-8684-3BB921BF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一次并行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forward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3A7A672C-4338-4992-ADF0-72F5296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012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41DA8C6B-02DD-4A16-97BD-27F2D1FF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92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DB56766F-D7D2-42DE-AF60-0A4A4F72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C30E72CF-2940-48A9-936F-441C429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产生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组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K/V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ADA59640-6BEF-4203-984C-1A837D97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6140EAC6-B571-4061-9B77-2EB98056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248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9B81155E-8ABE-46D1-9B4D-522FE2A0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26D2FA2A-EE35-4A6A-B066-D8060610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得到最后位置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logits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BF5FCC8A-27BB-4D25-AF66-1D9C9462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924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09939DD5-85FF-433A-BDA7-2E80F918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4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789423B3-31EA-4E90-B924-D91FC45C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C286B81F-57F8-4732-8AD1-FDA9D561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采样首</a:t>
            </a: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836F4C64-C23D-4100-80DA-07CF7BBA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10668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“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”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指序列位置可批量计算，不代表没有层间依赖。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9ED8AB5-E860-4942-9244-72D1D44B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80363B16-A93A-4906-87A8-6F71AEBA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2709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C6305C-A9BD-44BA-B9DD-4A29D28B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6A75ECFF-E330-411A-BCEC-ED3A2A9C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请求状态机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62F3AC1-BB95-41D0-9669-2AC386F8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8AC1AEAC-C4B0-49EB-AF28-99ED2E8B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请求不是一次函数调用，而是一组持续演化的状态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21A9B436-1084-44CE-A721-BEDC1564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B2E618E-69B9-4850-89F8-573E2D45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076C5D9C-8898-4BB2-AF1B-2329ED41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WAITING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进入队列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6F725B63-1B61-45C2-AC05-BD919C8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5E3AF652-C62E-47BA-A6F8-5DB1223E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5F0A9108-9A16-4B74-8909-1614A3BF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98B74B1D-CAE1-4CA7-9636-31C62F1E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RUNNING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获得执行槽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3D23B8EA-57DC-4A8B-94EB-D6405027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323F946A-6FF2-47D1-9BC2-A0FD6F4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F89B1C60-FEB9-427C-B299-E4130F8E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ADF1F3A2-2E86-4D85-ACD0-E844649E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PREEMPTED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让出资源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7E6B8C88-5D9E-4311-A4BE-73B71421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20F67D1E-433C-48C7-AE25-F9CA3BA5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F0D1145B-2EFF-4D18-8148-2A6BF942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5D70719E-F914-47E3-902C-0D7824C4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FINISHED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释放状态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B4DCEBE0-C97D-4197-AB6F-8BAA024A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状态转换由调度决策、内存压力和终止条件共同触发。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15556C7-BF45-4516-A5A1-D014F70A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22F897F4-CB95-4C12-839D-B292B421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723765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9F26F5-4A5F-48F3-9DA8-037F3F01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4A3CB89F-3DAE-4EBA-AA35-78C66A38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入口层的职责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BACFB5F-FCAC-4FEB-95F8-D9661AF8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6338338B-0D22-44BC-8FE3-D3B954C3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FE166530-E799-418B-9095-95821AA3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解析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prompt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、采样参数与停止条件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5BB83370-3287-4A6E-AB33-168D21E4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BD356CC-570D-42BC-9BCE-12F01F7B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建立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request_id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并维护流式连接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D1DE4360-2446-42FD-A7A3-AB710DD7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DCF69E1F-6F1B-4F6C-94CE-14350857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执行限流、鉴权和输入校验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4E041C52-836C-4A42-BF6D-8B77ACB7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55C31F7-71C8-4442-8E38-2C6E0595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把请求交给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engine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，而不是直接调用模型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F5EA923B-0730-4DB9-BFBE-D0A88564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F9899A55-05FE-40FD-9653-4BEF7400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D9C7DB1E-F485-457E-BFBB-16F36F47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入口层把用户协议转换为运行时对象。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5A7A829-1603-450E-AA9D-382802E2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1B07AD03-15E8-42D8-B9E2-643B1A6A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687441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7C7B407-1D8A-4899-B85D-2E81BABA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D414BF3-73C8-41D2-8519-A4210AAD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最小调用链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07767636-108E-4203-8F5D-9953EF16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AA2AC0A-DD52-496E-872D-242239C9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16000"/>
            <a:ext cx="10795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不同实现命名可能变化，但职责顺序稳定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57F06E16-7170-41FD-B72B-092E09BC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795000" cy="353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2E644576-7642-4824-9611-AF3B7C83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5800"/>
            <a:ext cx="10185400" cy="166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API server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 └─ engine.generate(request)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     └─ scheduler.schedule()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         └─ model_runner.execute_model()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             └─ sampler.sample()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                 └─ output_processor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7A43D57-6444-42F8-8351-683D2A5D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864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阅读代码时先找对象边界，再跟踪数据结构。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3ECBE4A-EB6D-4F81-86B9-5C1D96B5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BB7A05E2-F796-4B6E-91BE-6F53DB02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50564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C39A7D0-8E29-4D56-B45D-30C3946A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4B9C6F79-A8E4-4BA8-A52A-942404BA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请求对象中的关键信息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D44152E-4D5A-49B6-A436-1796C776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621C5F1D-061E-4761-B718-8B271016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222DBA6-5C09-49EF-BCED-AD3C9499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输入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与已生成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9E54680D-06DE-45CA-B3CF-9D6A20F4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FC79DDC-47DD-464C-99F6-8177B34B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采样参数、停止条件和优先级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1DF43A1B-DA4C-42DB-8818-A72E6379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12A6FDC1-43FB-4D80-B4D4-68006C07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block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映射与占用量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A8D4F476-476C-46BF-A14C-4604703E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52B40FA-1EE0-4A96-B3F2-A87A8D7D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到达、首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、完成等时间戳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106A70E1-477F-48E6-9A79-B9F09C61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864CFC1A-EFD3-4A87-B117-09F564DC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63634AE3-C719-44CC-8A9E-272F24C0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这些字段同时服务调度、执行与指标采集。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B8A2920-EE74-4C93-BC80-A6ACFE48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F4095E16-45BB-4CB6-A51A-FAEAEDE5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6607402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6489420-E276-4E52-9E6C-B180C32F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B0C7289-0D03-471F-A921-2A8B14F9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Prefill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Decode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的数据形态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E6FB7B5-A444-4FB9-A658-95BCA199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5B8C514-5532-43CC-8CB0-7624415E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Prefill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75A874AD-E9C8-4EBE-89E5-C8DB175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序列长度大，单次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多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CDEDADC-9B89-40DC-BB68-684F5B9C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注意力矩阵规模随输入增长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D7DDA51-CEF2-4BB5-A946-32D685EB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输出第一份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状态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7E0A0898-3D56-4B6A-8743-D52FCADB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Decode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F85079F0-2F73-4521-9F40-07936B7F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序列长度持续增长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C3197017-A49E-4546-A993-2E81AA49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每轮每请求通常一个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53284D3-7E54-4B47-97F5-F1652F7C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不断读取并追加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C6F176A0-719C-407C-B000-B3E9DE6D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生命周期把两个阶段连接起来，调度器决定它们如何共享设备。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522CEB5-4FAF-4E2F-8B8D-37AF6C0B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0E7F8BE-DCFE-4690-96E9-FC0AEC8E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840236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D8D0CCC-34B0-4D90-8567-3A070204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42771EA2-EE7C-4025-B314-3AABF1D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6E4B57F-1AB5-478E-8929-2D87DEDD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的逐步增长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66C10CE5-E7C2-48E1-B8C7-52BB8155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C1EEF7D-F94D-4B23-BB81-22FB6AAE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首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生成后，每轮只增加一个位置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66B0B40B-A812-4E32-AEF2-F9DA4246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879600"/>
            <a:ext cx="10795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1B9248B0-00A7-4330-AE82-893661FC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2159000"/>
            <a:ext cx="10160000" cy="119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step 1: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读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8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组历史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KV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，写第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9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step 2: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读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9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组历史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KV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，写第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10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step 3: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读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10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组历史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KV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，写第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11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组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序列越长，每步需要读取的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KV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越多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AE69CAE-89FF-428A-8BDB-5DD8E388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156200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长输出会同时增加迭代次数和单次</a:t>
            </a:r>
            <a:r>
              <a:rPr sz="17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 attention </a:t>
            </a:r>
            <a:r>
              <a:rPr sz="17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的数据量。</a:t>
            </a:r>
            <a:endParaRPr sz="17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EF76456-CA9B-4782-855B-50913C4E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7778AA3F-EF3F-4531-BF60-0BAA701F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435203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9E51219-D54E-4890-874D-5034CE03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CC2CB612-FB05-423F-96BD-CD363866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一次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Prefill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0DEC206B-CBD7-416C-928B-904E4A50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D6633D4-BCCF-4198-BD86-2BF36767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序列到首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A017B33F-B311-44C9-B154-FEE5F033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93CD010C-5A00-43C9-B262-FE22A840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C5F8DDB4-AE11-4639-A41D-1A2E4D6C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Tokenize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构造输入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2DDECC99-CCCF-4790-B10A-31A3031B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EA296C73-4664-4277-B333-E4ADACD7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C532E677-C362-4EDF-A65E-46064382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1A6A246C-A77F-4A27-8493-E54CA17C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分配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建立块表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2C1AA069-7957-4CA9-BCA5-0698FD3E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D484BFD0-7513-4991-B065-ABFD1597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ADBEAA0D-C7AF-4C91-A872-199A77E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0AEA1FAF-E56F-4262-A395-62865622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Forward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计算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logits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639B6E9A-2A74-4B1C-BDA1-C97A3673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0F85DBD6-F6F6-4F47-99CF-CE26AD6E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166166A5-4261-4D68-AE65-E3044D2C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0BCCF8C9-FF29-437A-AA28-DC5562F8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Sample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产生首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66E56610-BE8B-4A7B-BFF0-A565D63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TTFT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包含排队、预处理和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Prefill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952951B-EC13-40DF-B0EB-2E41ED7D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3D1B6202-42A1-4A98-A267-2CB58E11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888366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D52F2A2-2993-4FB1-8C4B-0F6147C7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BEAE9F2-7F90-4F5E-A013-EC5FF00E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一次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Decode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迭代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CB0DE4C-5787-404C-82D7-02B9FF2C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8ED9676-EDFF-4927-AA8E-B10AA5ED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连续批处理在每次迭代重组运行集合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CCEAE797-CAC3-41CA-8CF6-7E7DF03B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1995805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FBF300D-E045-41F3-B0D2-6EEDC614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076DA67-AC97-4E38-9667-C308A109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选择活跃请求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B68B381C-B5F5-4ABA-83EC-D58E0216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40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9EEE789E-0A26-40A9-AA9B-2005CE4B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60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4C0CBB65-683C-4164-8E3A-C5F2A287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454E2399-6E29-40DB-844F-B11BE6B8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准备位置与块表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7EFDF70C-C994-4275-82AF-D4766245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4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CCA983EF-E2AE-42CE-8E4F-D02B06C4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E3FC34AD-981D-42E2-8B3B-A8D67F3F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82A842D7-925E-4A08-AFA9-1E591CA3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执行单步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forward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5E912455-546B-4A6D-A471-52D6AC1D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8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A9BD07C9-0D31-4548-9FCD-C2ECDCA9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88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50DACEBC-1A6B-4562-91B3-6FA6BAEF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FA5E7ADE-D3EF-4507-9978-BDC0FF86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采样并更新状态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C67E0FD7-9CC8-4D6F-A60D-B3DC4C03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432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527203BB-4A67-4167-A901-1F6DF2D5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752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7EAAD37F-0BEC-4CD1-B4D6-615AF954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6B1F9942-887E-4FC8-850B-E5A2095E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返回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或结束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E001AAA1-8DDD-4399-85B4-3A189475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TPOT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由多次迭代的稳定性决定。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BC49C1D4-0ECD-4C5E-8F2A-F8C7BC25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FAE3D60B-762E-4B26-B505-C75169F9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1454041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ECEB39-C0C3-46AB-B6B5-C3A443AA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E129D23-C989-4C70-A130-ECB824A9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停止与清理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10AFEA6-D5DE-4F8D-A287-0E2277FC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D9A2FC7B-9DC8-4AD2-9E98-9BC34F50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1D48BA1B-E32B-4ABA-A703-0E4501A9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命中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EOS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、停止词或最大输出长度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56C8E179-EEE1-4961-8A8F-5A2AD34F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D555E3E1-5A10-4866-B7A7-92F8B09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向流式连接发送最终状态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56B3D70F-A2CD-4A53-AEE0-FC13CB9F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BE1C2836-1DB9-4E99-861D-F9E0011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从调度队列删除请求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6B48544D-C876-4459-88BD-AE4F3B50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E6151D6C-FA2B-4E7A-A2E7-C3DBDDF7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释放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block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和临时缓冲区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BD2BA1EE-E9B7-4787-A626-0EF0CD9A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CEAAC7B0-29BA-4BEF-ABBE-9EF06186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40A21538-457B-41AD-A662-0464391E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结束路径和异常路径都必须回收状态。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D5A26A7-7CFE-4041-B23F-7249927B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E221689-4CB0-4D14-817B-E7B940C2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439386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4E0ABBC-4BE7-4D43-9E08-1478DC0D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42E78B3-67CF-4262-99AA-19731D9F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近期研究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C608599-C0A8-4DDB-B61C-114644D6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近期研究：长推理输出的加速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B665C905-EAFA-4001-AA52-71C5E757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9474B3C-882C-4E73-901B-5033E23B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SpecGen</a:t>
            </a:r>
            <a:r>
              <a:rPr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MLSys 2026</a:t>
            </a:r>
            <a:endParaRPr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57DE3D8-49FB-4558-8252-3D597025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082800"/>
            <a:ext cx="673100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问题：推理模型生成很长的思维链，逐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Decode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成为主要成本。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6E9649B-59E3-4527-BE21-DB754416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946400"/>
            <a:ext cx="673100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方法：同一模型执行稀疏自推测，调度器统一组织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draft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verification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，并管理动态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CD9667D-02A5-4579-810B-A7036964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40132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论文报告：论文报告在其模型和硬件设置下获得加速。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B3CA458C-86D7-475B-93CF-7C05E788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6600"/>
            <a:ext cx="3454400" cy="289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E16A0713-B635-4E85-915F-38C2A8F4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27940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课堂怎么读</a:t>
            </a:r>
            <a:endParaRPr sz="13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0C9BCF08-0610-468D-88ED-B74E3DEE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94000"/>
            <a:ext cx="2794000" cy="922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推测解码收益由接受率、验证批次和额外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成本共同决定。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1BB7957-8684-446A-9C1B-3727280B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5689600"/>
            <a:ext cx="10795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来源：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https://proceedings.mlsys.org/paper_files/paper/2026/hash/66a026c0d17040889b50f0dfa650e5e0-Abstract-Conference.html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68FFFDF-6B4A-4317-8A4F-5556E1E7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92CC06B5-DEEA-49E4-9F1D-54750F92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003369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DD4FC67-D1DA-4D51-9541-EBD482CB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B78037A-E13F-414A-8784-AAA24F09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取消、超时与异常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4E0D7F2-1B60-48A9-BCE9-9933D5D6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07A17A0A-0755-4CE5-919F-D72DD527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85439D71-B93A-4C60-8FDF-34D13B86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客户端断开需要传播取消信号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724A8303-720E-496F-ACFC-FCC96DE5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8D65B17-A6FC-4D51-88F8-DF1731C9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超时请求不能继续占用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与计算槽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093A973D-A2F2-4484-B07F-9D43E5F9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B0C38973-F650-4A4B-890C-472C4F84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执行器异常要避免半释放状态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110615A4-5E0F-4D77-B2EE-32A9F75D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5DF7DC2E-66CC-4940-BD26-6352822D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重试策略需防止重复生成和重复计费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9D4B9AE5-3ACD-4A3D-AC38-9084E35D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5061054-1CC1-417C-BCAA-8732B96F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AC293159-CBE5-4931-8FA3-02684D8D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生产系统的正确性集中在非正常路径。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EC2C8BA-2519-43DD-A010-7BC9731C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C7E441E-8DF8-4F39-948C-E2C02219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320530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77C1C6-66CF-4A29-B41A-A0721AD2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4BE2A162-6ED3-48E8-AA14-4B9EBC00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同步批处理与在线迭代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FF8E172-DEDD-4877-B3E5-886575C7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BDE1A7A-4CCB-4254-8DE6-6C12BE70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静态批处理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D90CF25-6962-4F43-8BE5-709F0E08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整批同时开始和结束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9C595610-21FE-4083-81F7-7FE1CAA9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受最长序列拖累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D0031E13-6554-4D5C-BFB3-335D0329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实现简单但空洞较多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649D105C-341E-403D-BBB1-DE50EE76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连续批处理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2D5B5B9-43A6-4B08-8D53-1FCCEBC0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每轮加入或移出请求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376FE935-F365-4EA4-B7FA-EE7D4A42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适配不同输出长度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E7285A01-E148-4606-AB53-B345E360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需要更复杂的状态管理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DEDB0535-6194-41D2-A955-7716564E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连续批处理把请求生命周期变成调度循环。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A09DEB8-94C2-4AB0-BC55-F308914F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B3A78A68-FC88-4848-B050-AF05041A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1363710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BEE2741-44DC-480E-AB56-DC013817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9B82E29-350F-4C69-A7F8-F193CC3C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代码阅读断点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6F0F1FA9-E90D-4AD4-BE5C-892F0327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84C869D-C878-48AF-B339-1C264CAB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16000"/>
            <a:ext cx="10795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建议在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nano-vLLM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最小实验中记录以下事件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6F41F288-C461-407F-8C58-AD4B523F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795000" cy="353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3DDDE361-A999-4AC5-87F0-6845FCDE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5800"/>
            <a:ext cx="10185400" cy="13989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on_request_arrive(req_id, prompt_len)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on_schedule(req_id, phase, blocks)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on_model_step(batch_size, token_count)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on_token(req_id, token_id, timestamp)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on_request_finish(req_id, reason)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A5548F1-35BD-473C-8FA7-508AE767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864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事件日志应能重建每个请求的时间线。</a:t>
            </a:r>
            <a:endParaRPr sz="16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898CE59-38E2-4CBC-9469-918F7319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B86F3087-63FE-4FC8-A2AB-C04E2130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713951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971033-1105-4818-AFD1-A9B655D9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0E09A123-8FA1-4D5C-845A-6BFB3A69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8E44670-659A-4BA0-B143-C52F05F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Temperature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top-k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top-p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73EC6FF-B6FE-4AE9-8E34-A3A7F6E4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01C61BE-2756-4B95-A086-F211B381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参数作用</a:t>
            </a:r>
            <a:endParaRPr sz="20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D917CE3F-F6FA-4EA8-A354-3E6BBE0C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Temperature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调整概率分布尖锐程度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BE011F7-079C-429A-B111-83B3EAB7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top-k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只保留最高的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个候选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F3E0516-0EAF-4ED4-8E5E-B69F37A0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3581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top-p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保留累计概率达到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的候选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24BA629-7393-4826-97C0-1FACDF01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系统实验要求</a:t>
            </a:r>
            <a:endParaRPr sz="20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EDA49AC4-260A-440C-B65B-2B168B94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比较性能时固定采样参数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826E6F74-B8EA-4347-A4DB-B01C34A4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正确性测试可使用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greedy decoding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FAD958D-D174-47C2-A0B6-5635983A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3581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报告是否启用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speculative decoding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FADB7A33-8FE8-4514-B069-1FAC4740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4356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输出长度和接受率都可能随采样策略变化。</a:t>
            </a:r>
            <a:endParaRPr sz="1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D392903-EC92-49BA-8379-A7A0E1E9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964F93D-12DB-430C-B0DE-A8CAA3E0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954859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1FFEA7E-1F78-4F77-95D9-2D9A4EF2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960153AB-FD70-4164-8E67-0029E251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生命周期观测表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C01A18B-2689-4D38-9E08-13C8C7B8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B5BF8738-007B-459A-88BB-EFE5D21A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3770791-7F4D-44FD-A333-4C982BA3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每个请求一行：到达、首次调度、首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、结束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6E5C2EB7-8D4B-4E4F-A924-9D9B93E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795D59B3-8C82-4F48-BEA5-5641C6A2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每次迭代一行：批次构成、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token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数、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使用量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90F20D5C-2F17-4AE6-94BB-03C370AE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18A893A-E300-468E-89C7-3925604F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把排队时间与执行时间分开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7D16ACF-9017-4F91-A854-87C42B2E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6ECC8287-3CB9-4214-9B70-B30339EA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用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request_id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关联服务日志与执行日志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09B97A08-CB30-470C-9250-06294EE5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1A876882-DB78-47A4-8ADF-234C6CEE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D0D4F92-5446-4085-B7AD-F401C3C9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可解释的时间线比单个总延迟更有诊断价值。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C1D3096-E3E9-401D-8A1A-4557CE4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8A18822B-BD05-4B75-AFD5-5A0D4B41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5989586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E738F85-805A-4AFD-8CA4-4919EB87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32D642C-5FE4-4EBC-9A15-01DCA7B8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C55D85CF-F4C9-4BD8-8C43-82B08FFA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阅读生命周期代码时的四个问题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7D3988FB-049B-4F41-89DC-CE19D85A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8CFB3773-007B-4AB1-84E9-1CDE5409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FF29867F-CFCB-4DCE-A182-B81B71F6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当前对象保存了哪些不可丢失的请求状态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78801D03-6B7A-4191-845F-2E6BB253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93B3733-F990-4A92-BC07-E41CC7FA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函数执行后，状态从哪里移动到哪里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EB1A831B-ED16-44B9-955A-BFDE4EF2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D001ADB-5CA4-40CA-9B1A-5900881F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失败或取消时，谁负责释放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4C9979CA-6F3A-4268-8D9B-F9A60D43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070FF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FF673C7-522B-4A9D-B467-AF13C5D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时间戳在哪里记录，能否重建请求时间线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D7A086E0-910E-4E42-B9A3-0BC448B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9070FF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E0640C0-34E2-4A42-8486-CC3DB2A7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C10E7902-CCE8-4749-B5AC-F0FB1FBE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706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看懂副作用比记住函数名更重要。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984670A-6D8D-431B-80EE-6A9205EF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F872574-569F-41D7-8CE6-616078E8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3826521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7FEEF-EA53-492E-BFD8-B294D601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37DAC-B4C8-417C-AB23-D47F5A7F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0B714-7C5E-45F7-A0F3-537EBABF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B647C-E54D-465E-B6D7-302F41B6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1B4ED-637A-4D64-8879-6B7EE053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D5C98-2C10-4023-AFEE-FA807E7A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8EA0B-01ED-415F-97E2-CBDD7E11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CDDC9-574B-47B2-8C69-AD400D80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D8381-154C-4B1E-9EE6-F46E7BAD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F8B9E-A5E0-4724-82FC-70AB3F2D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564EF7-828B-4ABC-B43A-A524EC95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逐步追踪请求如何变成模型真正接收的张量。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AD960-02E4-40A9-8C98-4EDE07CC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889C9-0F90-4A97-B729-C30BBD11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14874816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B01E7-CF6C-4540-9D59-26FA0EF9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0A2BD-D71F-433B-B9E3-77EF9D4F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2AFC4D-8D54-47C2-A389-A3A9B281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2BC79-9A01-4803-988B-F645B05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975EB-18CA-4DCE-AE2E-36339895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AB125-6404-49E5-8879-38654CBD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DB92A-FDE5-4CA4-BB55-CBE70FC2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AF39F-2DD6-4D69-B14B-C553AA8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FA8B3-1BD8-49F9-8F4F-6B38FEF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C630E-C022-488B-B0BA-831009FE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3DA001-CC23-47E8-ABCC-3897A4F3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1E677-C79A-4949-8C53-3E358222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分词器把字符串映射为 token id，并处理特殊 token。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17B4C-E2EF-4FAF-BD3D-C3225DEB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F40CF-A037-4FBC-B7B1-B29BF17E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38C3B-7540-40BC-A1F4-D010BD57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D1B9C-DA23-412A-8B7F-40C8FDE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批内请求长度不同，需要 padding、packing 或位置元数据。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097F4-FF29-48EB-9734-D3C5F808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EEA0D-1394-44C4-9AF7-90FCAECC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DCB1D-3F8B-4D93-8678-DDE2B854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33886-37BC-43E9-BE0F-FC1681B7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生成参数会影响停止条件、采样和可复现性。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1D4586-03B5-4845-BA60-06194A1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620CA-0B62-48D6-A85D-45EA0B7F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A253C-7C7A-4A4F-B939-77F43F42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72FDE4-EFCC-45D5-968E-8F2120F0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入口校验失败应在占用 GPU 资源前被发现。</a:t>
            </a:r>
          </a:p>
        </p:txBody>
      </p:sp>
    </p:spTree>
    <p:extLst>
      <p:ext uri="{BB962C8B-B14F-4D97-AF65-F5344CB8AC3E}">
        <p14:creationId xmlns:p14="http://schemas.microsoft.com/office/powerpoint/2010/main" val="167551012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A61821-6838-423E-9C2A-A19C59C7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8F45C-0C31-4F79-AB3F-C3C59EBA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2A2A0-833C-43BF-BDC3-74276999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0A57C-9D06-4370-B118-A211EA4B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A965D-6853-48A7-8B67-0BCDC282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D32EA-5BC0-4304-B385-9A6756CE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9B072-5DDE-499B-8CC0-88D4BB0A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EDF1C-F829-40A8-80C9-83ADADC3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1DEED-8FF2-4D9B-B5E6-593A01D6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BD8A0-F310-497A-B364-999414B9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681C9-2397-4FCE-A87A-7000055B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CC2D21-7772-4AA5-AA26-766572AC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两条输入长度分别为 5 和 8。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11E4A7-8C1D-4FE4-97E6-BF357BC7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C241D-59A5-430B-B396-61BE0D6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3AABE-679D-4599-8176-678B9F8A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AF640-F52E-4C95-9AE8-1DC4D84E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直接 padding 到 8 会执行 16 个位置，其中 3 个无效。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8DDC1C-A2A6-433D-AB7A-1925F425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3BC083-43C0-431E-B2E3-D9885514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17C059-1465-40AD-B675-7FECF4A6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15C002-260B-4C21-9A03-BC8C3C6C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packing 可减少浪费，但必须维护每条序列的边界和位置。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FCEBB0-1ABC-4B21-A5B0-ABCA0878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806088-A7C6-47E4-910F-F3259CEE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96A9D4-8D2F-4F8C-AB74-DFE6D00B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A536FA-5694-4998-9730-D90D4344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边界元数据错误会造成跨序列注意力污染。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A5B416-48B5-46BA-A5A1-88553006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50373273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85424B-63FB-49CF-A838-CC9617DA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C4F23-56BE-4F3A-B7BA-BD83D694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26C141-FE49-49C9-A30C-6F15578B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B7285-F925-4635-8F1E-6CD09B8F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93E5E-B146-4A35-BEC2-063BE0E9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9A796-49C9-4FB4-97A9-C4611AA2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4E7DF-F8B0-4188-8FE2-51F5F3A8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006DA-C46F-4F1E-AD84-E28E6312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5F7F9-A97F-44FD-8793-3DEF37B9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AC742-5946-48DC-BBCF-B7D58719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A4212-7AE6-4B98-865B-45C12691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解析 API 参数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F16D7-7D26-4F29-BD0E-B3A42FF4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A4A3E-E3B5-4220-A25D-B0CF9876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A1009-4265-48E6-BF72-91C007E5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D212B-E370-48A5-A6A6-2B15C1DF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模板化并分词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56EF07-28F7-438B-A53C-0D7F1616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595A30-9A07-434E-879C-CA6B27DD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1683BB-9EEF-44A3-9AFA-A707FB5B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5A577-38F8-42B6-99DA-0A0DFCFC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校验长度与配额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7C59A1-9DA8-4F73-8604-5D403C98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E47EB-D023-4D0F-9868-5B310992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10BA8-F8FE-4776-A6F5-7F3C7A73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F68CE-AC58-43E1-8B80-94BEE789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构造批次元数据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6582D0-DCB4-4E15-B2A7-5047F9C7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51096A-0EE5-4EA6-9672-BE69FC4F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863A9F-6E16-42D7-A77A-3DFDD800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BD5F10-63AB-4B66-8575-6E18021E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送入模型执行器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BCED7-6C7D-4F87-8348-D028F1BF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E35A9C-E5C9-4EFC-A1B5-C1A16A08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01070004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46A8E-807B-4862-B427-63B44A6C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A0A18-477C-4AFB-B348-5C1C7AA6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4B598-5A1C-4DBE-BD4E-BFBC9215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D993D-87AC-4096-B35A-0F5660F4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60FE5-0F8E-488F-8DE4-04008F62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99773-4191-4A49-988D-9FD6BE9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56174-B93B-4FFE-9D35-520B4B80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19AB8-3030-4088-A1F9-E16CC8B1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90BD8-FCC2-4F3B-A683-CA35122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E9496-A83F-4752-BCE0-2114AFAB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49859-FEC0-46AB-B436-46E4D480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忽略聊天模板带来的 token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02E0A-72EC-47FE-86BE-28EBE9EE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1C3C4-9F96-4DEB-82C2-8BDA4ABF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4C747-9B97-4D14-865A-C38E3D4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把字符数当 token 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31717-CD3D-4C54-BC95-8DE4C4C5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8752B-F4AF-4E20-83E4-46AF08E3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C2AAF2-6AF6-402A-B995-AD9FF640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忘记 EOS / stop 条件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434081-335C-4D0D-B947-8CE3923D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23EDE5-3AFD-4D27-B014-D058D883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6A3128-D862-47DC-9FA2-E3B6DCB9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packing 后位置编号错误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7A293-17B1-4ED3-A9B3-DAABC901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96520287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894222-7321-454C-98D9-C892164C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BBF6A-745E-4B2E-82AD-EA527CD0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74CDB-EE54-4CFD-B467-EF90F6F8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8298F4-EDFF-4DF8-9D9B-BEE59B02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从文本到张量：入口路径：10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3F28B-F958-4F0B-9A78-6F57BCD3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C0ED3-D9FB-4F82-BD49-70B7E301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510E9-BAC6-4879-8C37-5F7493FC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09D32-A49F-4B79-A7B5-C7CC93DF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1DD8B-B6C7-4E4A-B5EB-ADA9EA9F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F7C86-BD93-451F-831C-F80EEA5F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10207-B8A1-48AA-8412-6DD1B45A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75DCF-EEC5-4A45-8520-F4A29FB5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为什么同一句话的 token 数可能变化？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079CD-7E8C-4045-B421-DEA99958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950E91-C9B4-47B3-86F9-C4FC1D7F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59749-A441-4940-908B-80BCE919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7EC3FE-48D8-4D36-967E-E17E4809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padding 的主要浪费是什么？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482C1-C849-451E-A00C-3706C315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B9FBC-1A3E-45F3-BE5A-0BC26140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A64768-553E-4C2A-AF3E-9C37B766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2B84F-6B24-4D0A-A766-1CFCCF20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生成参数在哪个阶段生效？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0DB55A-E800-41C7-93BC-ED369B63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0F4550-0109-45EC-8CE1-D3CB2CFC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带走一句话：逐步追踪请求如何变成模型真正接收的张量。</a:t>
            </a:r>
          </a:p>
        </p:txBody>
      </p:sp>
    </p:spTree>
    <p:extLst>
      <p:ext uri="{BB962C8B-B14F-4D97-AF65-F5344CB8AC3E}">
        <p14:creationId xmlns:p14="http://schemas.microsoft.com/office/powerpoint/2010/main" val="142702198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77047-8727-4D0A-A431-ECFEC95D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CB7D0-8EDE-45E2-BB27-8E567D09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5C469-0304-4594-8B0E-AB7B3EE8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E6521-73BC-404C-B2B8-B5C608D0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31DF1-A359-4CD9-8302-5169597A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BB7B9-13C4-47AE-8782-C8025250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C02DC-4405-40D0-8616-D6ABF62E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D2A88-D076-45D3-8491-E378AAF0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AAF09B-EE3F-4627-8897-0BA51C64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6CE5A4-1055-4F1C-852B-DBCB213D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5A327-1300-428E-9B2F-29FC2313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用单层、单步例子讲清 prefill 与 decode 的状态变化。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300A7-1BBF-476E-8681-1A77510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95CFF-CDDE-49B9-A3B5-84BE6621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92482105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421F59-DEE5-45B0-BF2A-1156BE5F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86AC4-FD54-47BC-A822-D6963F0F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16E159-28CB-4246-8A17-7095E97F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A0D15-9347-4CE8-A2FB-41E419B9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CF5B6-DA41-4EDD-A6C5-276742F1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78A16-8E28-4208-84D8-5B8DE1AA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15992-D801-4AFD-B42F-B68189E0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59C3F-8167-4F43-B7C7-59CB3210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6C052-987D-48EB-9C98-3321D8C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EC6AC-1596-4E75-AF5C-93D9C6D2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D7AD9-E21A-404E-8753-AB59DF3A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D5377-D78D-4D07-BD09-0A6E2685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每层注意力把当前隐藏状态投影为 Q、K、V。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79B90B-CAC1-474D-B385-45266E80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CD17F-A1A2-43F9-853B-4C34290C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330635-2AED-4670-B7C4-591549E2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F33DA0-0D30-46F4-8CC2-2ED21BD6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历史 K/V 被缓存，后续 decode 无需重复计算。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D587B-3812-4912-A2AA-C791068D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FE9F6-E543-4AC3-80A8-77C0B903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BE80B9-BDBF-428A-97D3-7C99DF5F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E7710A-E15F-4BA6-BDD9-2FEF893C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prefill 一次处理输入序列；decode 每步通常新增一个位置。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289293-7253-4482-ACD6-EA01A6DB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E830C0-A28E-4D67-9779-BDAFF4C6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1629AC-96FE-47C1-89CC-2D2DA00F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05CC91-A1DC-42DF-AF11-D89B9B89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缓存按层、序列、头和位置组织。</a:t>
            </a:r>
          </a:p>
        </p:txBody>
      </p:sp>
    </p:spTree>
    <p:extLst>
      <p:ext uri="{BB962C8B-B14F-4D97-AF65-F5344CB8AC3E}">
        <p14:creationId xmlns:p14="http://schemas.microsoft.com/office/powerpoint/2010/main" val="22309902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E91D2F-9DB0-47EB-851A-D0AA4C88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000DE-9A9F-4F9F-B5D4-070AFA31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9DEDCB-C950-45BD-853C-F8AD012C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9E195-9CDA-4D1F-8D2C-81F5C9EB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E8177-C445-462E-8396-9FCD7A9F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1227D-72A8-4B2E-B049-749F64B9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B6EB3-CF47-48FF-9618-8F634DEE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5EE56-AEC0-4A43-8919-8EC7D863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8EF0D9-289F-466D-AEBF-21011999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02991-93F3-4EC8-BBD3-01562AC8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3CDA2-74FA-4EA5-952B-B2473E6F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E4FA71-7B59-41C2-842D-323668E3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输入长度 4，prefill 后每层已有 4 个位置的 K/V。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08C3A-EB50-4993-A5DC-D6404A79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6734D-E66C-4A5C-A7C7-6B8C7AFD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6632AF-7ED7-40CF-BFB5-EDB223F6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E42411-9FB6-483E-B8D6-E65A9D30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生成第 1 个 token 时，查询长度为 1，键值长度为 4。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FEB02-A9E7-4146-BA07-118F2E6D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D9A9D-505B-43A8-BFB0-F46B9FA2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729A2A-D0F3-4B58-A5E8-C0C0BAE7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726875-5B8C-44F3-B9A4-CA12CBB9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生成后把新 K/V 追加，下一步键值长度变为 5。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4D4F8-C502-4A05-B006-1DBBBC5E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51EE07-6C78-47FB-95E0-E573990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4D723-5D77-461C-B542-97A6DF6D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E9463B-7102-49AA-832B-E66EC44F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重复直到停止条件成立或达到长度上限。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AB83B-6F6E-4300-8980-F91D4B27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83133111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E1FF42-6B43-4A00-A777-238A0267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58E56-A4DD-419C-B3C9-A7F56BF3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A70BD-5D60-4A20-B3A0-4911A724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C2402-60E0-4DFA-BE81-BF32208C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54645-2D77-415C-87C9-FA424A47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477EF-1667-4D37-98E5-3A2F446B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F2179-4A83-4DD9-ADBE-30C58807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E5445-9472-49EB-AD3F-618D329A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E80BF-D1CB-4F1E-9036-8A2A56F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2A3293-903F-4947-AE18-647C6912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0BBA8-F33D-42AE-954F-66C35EE6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计算当前步 Q/K/V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C85D7-3ED5-4295-B0F7-8680FAAA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26D3D-F9A4-46A4-9271-123E2CC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82D4C-25BA-4304-B1CF-AB1B44EA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231E4C-1351-43EA-B58E-D454B6AC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读取历史 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6737A-3D60-4B60-8452-E5E12A2F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D2A88-557F-4AB0-9FF8-83925FEA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843C6-2C5D-4E87-9CBB-427BCEA9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A0A70-2BDA-4BFD-95DB-67795519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执行因果注意力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934F1A-9432-4DB7-9F35-67560CD2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07826-EE98-4EF0-AE49-7058739C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F87560-4285-4F98-9203-85E0BFD3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A85A22-0E6F-49D6-B9A5-296B7D72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生成新隐藏状态与 logits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DEC4F-EBBC-4DF6-9B1F-9B0C7752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E376C3-5E1E-4CF5-9E8D-041C8C24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A55E2-83DE-4DBA-82DC-FE1FD8F5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9914A-0A81-44E2-8D57-689A3444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追加 KV 并进入下一步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8E9B74-A824-46A8-900B-B9BFB4A2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285720-0354-444A-8EF7-0A4ABB4C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272672854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E8BAB1-2DA6-4BE0-B94F-A2148A78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BD8E6-3A41-45DC-A461-B1002010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5BFEB4-A824-4BFB-BBAC-8FCB2B85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62964-79F5-4AF8-A2A9-92DB46B0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0E2BD-0504-4073-8E3A-06FA9FBD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4ED63-90F7-4EAA-975F-2A1A2A40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375670-0D65-4CE3-995E-CF536783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424B2-8A20-4E7F-9793-B51303AE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5879F-7C05-4D16-8C3E-89A88FCA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0652A-3848-4454-98F4-528D2162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CE25C-E8EE-4C86-9E97-12887C61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认为 decode 不再做注意力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45D42-7B60-438E-8721-9136B882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EAF9D-66FF-48C5-AF14-8E03D2DF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535FF-9438-406C-AA5E-CE3962C3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 KV cache 当作模型参数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B79964-53EF-43C0-9D6B-72427D1D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A4EB8D-CF1B-4C5B-AFC0-5F288C76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4831E-7D63-4AC7-AF4B-93141EE0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忽略每一层都有 KV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1B516-5FF4-438E-A71E-448ED4AE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102907-3782-4A99-9E4B-18C6FFD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F71AEE-B27D-45F2-9D7D-1FC1927C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错误复用不同模型版本的 KV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5FD06-0B92-446E-A04D-E930D856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83448079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D6ED5-167C-412F-B061-9A80E1BF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6F1D9-11DA-427D-A0FC-FF6E895E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B9227-3D2B-4C82-B751-D0522613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11016-76C7-4F5A-A474-C1643FF4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注意力如何产生并消费 KV：10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26C6E-75C7-46C7-B3AC-A625A7C3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C2E40-72EB-48C5-8E48-AC22C572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91124-3248-478D-911F-7178348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A0750-125C-40F1-BD20-998D8899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28BE9-79F6-4075-BB6C-9C426FED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E3944C-887A-4C69-8C15-4FBA4C5D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D8369-7990-47A3-927E-8BA8EA34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FF63EB-ED71-466F-B475-7BDDB9F0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第 10 个 decode 步读取多少历史位置？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A3F7AB-94D9-42E9-9B57-BB780C51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989A9D-A9FB-4207-9DF9-FC32E82F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55231-6324-4FE8-9317-106C1089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F15649-8A5F-4E10-842F-3103DADC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 KV 能省计算却增加显存？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E41D4E-12A3-4571-A3F0-5BD6D19E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11FA4-3E8C-4DA9-9E84-3073BEA1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C97515-C454-4691-89E0-BD9668ED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CF18E5-2D19-4D34-AB56-577CB4E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prefill 与 decode 的矩阵形状有何差异？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2EAAEC-1F52-4D7C-AAB6-DCE223D9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5BCC94-3CAF-4BB3-AF21-07D69268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带走一句话：用单层、单步例子讲清 prefill 与 decode 的状态变化。</a:t>
            </a:r>
          </a:p>
        </p:txBody>
      </p:sp>
    </p:spTree>
    <p:extLst>
      <p:ext uri="{BB962C8B-B14F-4D97-AF65-F5344CB8AC3E}">
        <p14:creationId xmlns:p14="http://schemas.microsoft.com/office/powerpoint/2010/main" val="65604889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F9371-6B04-4072-80C1-5CD1D3F5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8FC9D-CF0A-40BD-8A48-6E42E38D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25545-526B-47AB-97A7-52C775DB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2BC89-45F4-4953-9756-30A2ACF3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E74DB-DFF3-4B13-8813-6CD5CDDF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8CE837-00DC-4C48-BB60-9538617B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EE028-E465-476F-A46D-B828195C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DF7EC-E50E-4654-88C8-5966C1E5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5102C-E8BB-4315-8821-E8D34A11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D57C2-78FC-4A6A-AFF6-86C36D36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D38E8-7C33-4EAE-AD60-67615388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理解流式输出、暂停、恢复与完成如何在引擎中协调。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BDBF5-C3D6-4FE3-A279-CB19B4DA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A21739-3DF3-4FFD-B653-C887E463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263823361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2CFD3A-C3AB-490F-B5DA-17C0F49E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D8D8C-8D70-470A-9A5F-518C4364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CB60D-5D30-4169-A67E-E3D7B447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08B5D-8C4A-4279-BDFD-C0AD2B50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04140-32EE-4C7C-938D-B3211746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C0C26-D51E-4356-8E60-33AE1929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11D41-3281-41D1-891F-D5010E1A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E1E20-7BEB-47FF-B7BC-97E2A96A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9742B-426F-4760-9F4F-A07F842A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D0948-FD7F-42C2-9A37-B20A50DF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15AE5-F1E6-4F4C-9825-BB050FC5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23C29-03CD-4C6B-AD07-58F70A67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请求状态至少包括等待、运行、阻塞、完成、取消和失败。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41818-035C-4001-8791-F2BEA55C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214F0-205D-4FB4-B00E-4BEBCFCC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7964C-9BB6-425C-A53F-B2EC3807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F452A-89DB-4A60-A258-41AF0635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状态迁移必须与 KV 所有权和队列成员关系一致。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7F887-1487-4497-B80F-FE4A53AA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EA2F8-8E81-4A9A-B2D1-1C97A27B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3D4EE-59C6-4AE0-9D4C-BDF4693A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24D2A-CABA-47BC-9DA4-C45D6439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流式返回不代表请求已经完成或资源已经释放。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D4D2DD-864A-42FD-87B4-199DFC74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8DC590-B0FE-4552-8F6D-CB3F0E97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D00E6C-D40E-4FC9-968E-87A58D96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C06FB-5DB8-4CA5-A829-2B3DBE22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幂等清理能避免重复取消导致资源泄漏。</a:t>
            </a:r>
          </a:p>
        </p:txBody>
      </p:sp>
    </p:spTree>
    <p:extLst>
      <p:ext uri="{BB962C8B-B14F-4D97-AF65-F5344CB8AC3E}">
        <p14:creationId xmlns:p14="http://schemas.microsoft.com/office/powerpoint/2010/main" val="136248153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10ECE-AE3B-454D-BC7E-E97FE475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7302B-2041-44CE-9E50-BB29A512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68FFE-2DF7-4801-BB10-6F5A91F0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509A2-DD01-4C49-98CA-D231A44E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D08B1-C5A2-4D70-974F-A5C8159B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F89DB-D3B6-44EB-8D4E-781CF65A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A36FA-0212-47A6-9CDA-0C70935D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F0BE5-59B9-48B4-A3C6-E036F340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761F28-8CC0-4ADC-84EE-FD6816EF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1BF12-9B4E-4656-9E3C-C56CBF44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EC156-F9CD-48D3-A062-903031AC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61AB3-371E-4DDC-A76F-06660FD6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客户端在生成第 37 个 token 后断开。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65ED9-742D-444A-A47F-290E3340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EE637-DB48-4F0D-BFA2-2DCEA584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5B677-1DF2-45DB-BF30-91862914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95B0A-10A9-460A-BEFF-E48A9BFE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网关发出取消信号，调度器从运行集合移除请求。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4EAE5-3B79-4E8D-A76B-B1F80C91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1EB05F-4E95-4E30-965F-D9BE556A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0D188C-F00B-425F-96BA-05CB8FCA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27834D-7B36-4904-82AC-E8DBA655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执行器完成当前迭代后释放对应 KV block。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63850-256B-4784-A310-00BB3FD6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CCD9A-F8F7-40F0-8A4D-280AE4D5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DC964-AAE8-4507-97B5-517629A2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B9FD8-74CD-42E7-94E7-B56569C8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若只停止网络发送而不清理引擎状态，显存会逐步泄漏。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D72423-19BF-44CE-88A8-DEDC8619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37756200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4A8A82-7C60-43AE-A0F7-C405CBAF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631D5-C121-490F-A5C9-9C641CCE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623BC-CF62-4F80-80E8-5B16E3C0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F32CF-C646-463D-86A7-38764E3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C8CBB-4D57-4608-8A73-9F89B133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2B918-94AF-4F69-8FBD-B468A901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F6135-7A17-4F72-9992-C3770051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5C72D-B7BC-45DB-8072-2AFE7474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49F4C-CDDC-4821-B98B-0DEE9E77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32963-781A-41A2-90CB-EDAC5050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5FE09-4783-4F2B-8BAF-558DD408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创建请求与唯一标识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AAAD9-4DB0-4383-8215-006060BA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9665C-4E08-44A8-A74D-4EE685C6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AF3B7-6880-4C49-957B-376990F9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8B0915-FEDB-46E6-8761-C3BDCBEC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进入等待并获得预算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45941C-31B6-4AAC-9534-0DB43764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8E44E-11DD-48BA-9015-F510B913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A0DE65-C8A2-4D18-A037-C8C052F7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CF873-C8F2-44F5-B793-0D5E3DB5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迭代执行并流式返回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EF18D4-3242-42CE-AAA1-EB3BEFFD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D4FE1-8CEB-4439-BE06-84BB4754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AD9E6D-9CE2-42FE-AF28-C0649336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36E609-8C2F-4D6C-8E4C-B604477D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接收完成/取消/错误事件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124B3A-06C2-45FE-AA6F-E5EB3F26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B8E5DB-03F9-46F4-9890-52ADC774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D57A18-D699-41DC-A1F5-6DB69E40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56BD60-308B-4932-BD29-83FC1C6D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统一释放状态与资源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F9F742-BBAB-4CE3-87AC-F1602364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F7ECA7-E54F-4EAE-91F2-8043C27E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483045183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F9AE3-A947-4958-9964-3DD4590E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38492-7004-4E11-9C9B-7920D53D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D9444-0EAD-4BD2-8293-5D69DB28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50986-FE7B-4C97-BD82-CB19E646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47944-9C0F-49C8-855B-C703D6E3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91FB6-0872-4850-9842-33E2BA44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C10E6-FC50-46AB-B515-D8AB965B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90DE6-0B89-4885-ACC4-BEB70056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A0343-DA15-4305-B659-26192090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91AF2-BCD7-4082-AF9A-AC317183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6857A-4393-4D33-9149-97E11990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网络断开等同自动释放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D4254-F724-4336-A02C-9800FF6E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4ECF3-1718-41B1-9A74-A0BBE3BD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4BAA2-ACDB-4040-B870-33AA6EF3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完成回调触发两次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6AA63-5123-486A-9CAF-95B46D04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2F3C8-AD39-4B36-9638-535CA073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4240B7-0C2A-44BE-A36B-1F4F1028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异常路径遗漏 KV 回收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87EC2-0C7E-41E7-8477-CC8B0A2B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1AECD-5ABA-4709-91C4-8CEA8197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53C8A-9C28-4A24-A2E0-58D9B261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请求 ID 在重试中冲突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BF1A2-3664-46FF-8745-6DE27A86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29149330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30C20-E403-451B-A290-3CFB115D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88858F-D0BA-4C2A-A737-88A0A370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7795B-3719-40C5-B9C7-E6DE7FEE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CE9FE-3C7F-4945-AF0A-5EEFCA1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把请求建模为显式状态机：10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24ED7-BD95-4B78-A898-F31EAFC8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F2B1A-446F-4CB3-92BC-A8D2E687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FAECE-2AC4-4E4B-80C0-FCCCD98D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3EA26-533B-4268-9057-E38B02A4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F1121-6B8F-4211-83EB-7717EB28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B5BBF-5022-4E4E-AC8B-E625539A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02A96-CABB-4787-BAA7-6B02DD7F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69ADA-9007-431D-A39E-9DEAD637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取消请求最迟应在哪一步生效？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0EBCF-C30B-4A1C-A4DC-F48CF411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76962-6B5F-4504-8991-360EB41E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6340D6-86FB-4676-A10B-0EA25867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83E93-6192-48D2-87E3-C85C6683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流式输出为何需要背压？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E99FF8-68F0-4AE4-A554-5A9287D5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54220-964F-4161-AE3B-62191450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E2FF5C-90AA-4CA2-B536-4B1A0F91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0EE8F-BB55-47D3-9901-17586FE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列出一次完成必须清理的两类资源。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36C52-C360-43C7-B258-9689169B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5916B-2F94-4BF1-B3EB-36C07E2C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带走一句话：理解流式输出、暂停、恢复与完成如何在引擎中协调。</a:t>
            </a:r>
          </a:p>
        </p:txBody>
      </p:sp>
    </p:spTree>
    <p:extLst>
      <p:ext uri="{BB962C8B-B14F-4D97-AF65-F5344CB8AC3E}">
        <p14:creationId xmlns:p14="http://schemas.microsoft.com/office/powerpoint/2010/main" val="348169247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EE090-FF3A-44EC-93C2-7B3A1C00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50536-96D3-4229-9139-05133BD7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14416-D64E-4D7A-936D-D0A6A6A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463CE-1934-4C9B-A8DC-1891B294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0DAD8-202F-4086-8F33-378B4CA4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B424A-1CA8-4EB8-B2EF-BA2F3BB0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2E2F8-0050-4A3D-8BE6-B003E2B3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7A0FD-9B68-47FB-A822-F8341283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AEF1E-E637-48EF-80AF-2B4148CD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96D8B-74FB-46FC-B45C-3B2D45CF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80BFD-39EA-473A-86EC-0287547B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让一次慢请求可以从 API 一直定位到模型迭代。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744B9-1E36-4930-B586-83463E6A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966F9-5016-4E83-BCC0-7254E4E0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412423566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D91DD9-E997-4ACA-8D28-7207A540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AC9BE-F7CA-40E3-955D-E2307DDC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23391-4F3E-47CB-9489-98D2234A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0E23F0-7C17-42BF-90F4-FEE1D018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CDA32-CEA0-479A-A410-42BA3A7B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D32A8-E5E2-47C5-B393-0B757D8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EE0B8-BB3E-4047-ACA1-E32DF942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C6583-18C8-41FA-A022-3E7E38FC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02CFE-B66E-485C-93C5-FF249065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2D069-F1E4-4117-938F-D15C8EA9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93AFB-6B92-455E-A1CF-2514A142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F07BF8-9824-4C41-BE52-5DBF4317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统一 request_id 是跨进程关联日志的基础。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D64F0-4A3C-4CEA-9938-9D27B288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C6D1B-CCEB-4205-92D3-DE651DF5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4B50F-1B80-4131-8897-4C517B37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EA165-DB4C-4210-9D89-6CEC50AB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关键时间戳包括到达、入队、首调度、首 token 和完成。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1F528B-00C8-40AB-8417-B256B49B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66C2C-E39F-43F1-B920-9FC91772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BAFBB-C78C-4883-87AC-990DC530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CA958D-8012-4E73-808D-38259BE4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trace 应记录阶段边界，而不是只打印总耗时。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B7EBD6-9B1E-4D38-94FF-9AC16480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F951A2-9B65-407E-A85E-C9FB1886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F7A98D-52BE-4E4B-A105-65BBCDD5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6B41E5-F21E-4D6A-976A-7F843704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错误分类要区分输入错误、资源不足、执行失败和取消。</a:t>
            </a:r>
          </a:p>
        </p:txBody>
      </p:sp>
    </p:spTree>
    <p:extLst>
      <p:ext uri="{BB962C8B-B14F-4D97-AF65-F5344CB8AC3E}">
        <p14:creationId xmlns:p14="http://schemas.microsoft.com/office/powerpoint/2010/main" val="1954195560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B4951D-7221-4D30-A5BB-6C9D5708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30914-532D-4D54-A1F9-53E2618B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C125E-611E-4EF6-9E65-3E67C3FC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6E009-D6F0-4BEC-848A-0AAE6490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D5F2F-FF36-4829-8F1F-457C43D8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0E918-73DD-417E-A834-767ABB86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A8FB24-5B18-4AF5-BBF3-5A191BD2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2E395F-F7BB-4427-B426-0DD66515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FA674-7D82-468A-A0E8-971F730D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36425-B080-43A6-8BCE-435605BC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D21AB-7E42-4583-8582-47E57340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EB528-4AC4-4659-BB23-AACB2090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某请求 TTFT 为 480 ms。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69D4C-35B2-4020-9B74-17B56FA5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83F9F6-3A69-4351-B390-F0526A14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53436-5145-456D-A314-7251B367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8399DF-E129-4962-9D16-3F5F3457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追踪显示入队到首调度 410 ms，prefill 仅 55 ms。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910616-A355-49AC-B857-E6969504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D1E6A-C208-4FB7-8E35-704AC134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8A0E10-A339-4ABC-BBE8-F2E1D85C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2AECFA-E29C-487D-AEFB-7D50B8FE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因此慢点在排队，而不是注意力 kernel。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05D8D-A476-4D06-B872-93611D22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B3B18C-AC45-480C-8F6F-9A139211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C78E0F-5FFD-4EE5-ABB9-16C25AEC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DE2053-B09E-4E00-A620-81D02D20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再结合队列长度即可判断是否为过载或公平性问题。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E76DC6-4951-43CD-8DEC-AE9B8FFC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539780342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128C31-D67F-4B11-BE9D-0313BAA8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5DF8C-E10B-420E-909D-76F17EDE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A2C21-3AC4-44D2-8D2E-39461F3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A3713-6330-4011-BC5C-A860877A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20AB6-DD09-41D0-A9C3-E43D428C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0369D-6163-463C-A0E8-BE680591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0692F-0EB5-4935-A8BA-767E8FF6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66C7A-C756-4946-BCA1-82C1064C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9C843-2FCE-400C-B9BB-931010C8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E9580-948A-4FFC-A497-4FD016CB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BDE67-32E3-4ABC-BD98-5C129C63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入口生成 request_id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5F816-967A-4150-B6D2-2A8B00A8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7B492-9502-48D0-93CA-F7AD0A09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35A71-2159-433D-B8A8-0E39D60F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B2146-F404-459A-8881-9B4CEB80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各组件传播上下文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5612F-DF27-4713-A06F-75CF7BDA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53F420-E6B0-4BB3-AE49-51F18299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CC963-8908-4ABC-B4AD-142B1CB2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AE9A1-C58B-4E0E-AE75-94BC28BE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记录结构化事件与时间戳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221FA4-676A-463A-B62F-8FA6D829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43660D-C0E5-4929-8976-C7DA8AC8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EA42CF-EF03-4E24-8851-9A81E772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2603BD-D959-4BCF-B926-81D8DF94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按请求重建时间线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171CFB-869F-4814-8498-03F994E3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D7E94B-2582-402C-818E-F9183AE9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3EBBAB-9C5D-4E2D-B1FC-F0354587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A133CE-491C-4C15-88D5-8A06FD73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聚合共性并定位异常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4C4284-17E0-4A16-A254-9351FCCB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3B378D-BB08-4D48-BC3E-EE6635BA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94151928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585C15-F82E-4BCC-A0F5-71E61B67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B3CBC-B470-440F-AB2C-9CBD123E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BE698-642F-4AD0-9EEA-8C4EC037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E3884-81A5-40D0-BB9D-128CE118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11576-5B2E-46B6-AA97-E4707F13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C7F646-4AC4-40B9-A48E-FFEE77E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77478-AE5C-44C8-A3D5-50D8BDAF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04AB2-5933-4973-AA02-FA4A1373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11488-425C-404D-A227-AC27B2BA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C163B-A9CC-4B1B-9D1F-37869A48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A94D4-E036-42C5-9981-2DCC6F26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不同进程时钟未对齐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747C7-DC20-434F-A488-7945BD8E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AA5EE-51BC-4312-8359-654E5E5F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07857A-761D-4745-8562-D6B34CD4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日志没有请求标识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BF6D1-47EC-4B1E-99F3-1F350C9F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834D97-0A97-42B1-ABD3-975254E0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73827-AB63-4C05-8128-ACE2B835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采样丢失稀有慢请求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80D2B-EF10-4505-95D8-D53FCFC1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A4749-8719-492E-9384-CFC8A6A5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53C6F1-2EB1-4CC1-AFE0-E828A883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错误堆栈与请求上下文分离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CCEDF9-A6DC-49D0-9E5A-E0A05294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500225249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EE2440-61B8-4C16-A421-50D0F52F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6174E-601A-48D3-B41E-B09867FB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03CDB8-2E33-49EB-AAE9-9219B1F0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56B6B-9951-47BF-A6E0-866DE52F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用追踪串起跨组件全过程：10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58855-7BC0-4D57-972F-D9891285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E6A35-8DAE-4D38-8A97-0839F50C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2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E4277-D86F-4EC3-AD8E-ACB85E66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A4158-96BE-4A9E-ADE7-83D3D92D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36C23-3E5D-439F-A3A1-8810D9DD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9C633-3907-4576-8965-997C3786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227EB-4E63-42CC-AA17-A9C28F5A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52277-B3C4-437D-B857-FA502C63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定位 TTFT 至少需要哪四个时间戳？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30BB2-AECE-494A-A873-A7B19D63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30B3C-15D4-4D26-BDF6-49F9AF8E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BD9D8-F7F3-43F3-83FE-47739153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81245-0AB6-4B8E-A2C7-3C6A4D6E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如何区分排队慢与 prefill 慢？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7CEE78-2919-42BC-9379-B3B89D68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CF7CA2-B566-4D29-80DC-461F11EC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235452-3C49-4FD6-8B3E-B4E93D9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CA935-A2CA-481D-972E-1DFA84E7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采样率过低会漏掉什么？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3422CC-DC1F-46B7-8635-5EC6830D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244D1D-3BDD-4862-B0A0-A23FF51C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带走一句话：让一次慢请求可以从 API 一直定位到模型迭代。</a:t>
            </a:r>
          </a:p>
        </p:txBody>
      </p:sp>
    </p:spTree>
    <p:extLst>
      <p:ext uri="{BB962C8B-B14F-4D97-AF65-F5344CB8AC3E}">
        <p14:creationId xmlns:p14="http://schemas.microsoft.com/office/powerpoint/2010/main" val="110887726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56A909D-4A8E-4641-B644-FE361B8C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B4A"/>
          </a:solidFill>
          <a:ln xmlns:a="http://schemas.openxmlformats.org/drawingml/2006/main" w="12700">
            <a:solidFill>
              <a:srgbClr val="FFAB4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136F47B-AF0A-46A5-9E19-DFABA7BB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课堂练习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7FF9EBA-A3EC-4393-B3E0-B2279EC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86BB881E-A27A-4800-808D-34946246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10922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课堂练习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建议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15–20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sz="15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84BFE40-ED0F-40AD-A3D8-499E37C4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A4DBC53C-A30D-43D2-8288-B1FE28C3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18034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nano-vLLM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中选择一个最小请求，标注从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generate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sampler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的调用链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229D6B0-7A28-4B21-B6A5-FB111AC9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ED961F5A-10AE-4F18-B7DD-C04D37FD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28448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记录两个不同输入长度请求的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TTFT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TPOT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0676B83-AA75-4F21-8306-FBCE7C47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8862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5D442226-2660-4EF0-9794-6E34DA28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38862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模拟取消请求，检查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block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是否及时回收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FDCCB464-9DB8-4710-ABA6-3FAF38E3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61000"/>
            <a:ext cx="10414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练习产出：一张调用图、一张请求时间线和一条清理路径证据。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EA6677F-79BD-4C29-A922-2C9954DE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1251FDB-7733-4CE3-A43D-02EF198A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8488287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997E7E9-7911-41F7-86EC-D3552F46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C42ADB5-F6F6-49AC-94BA-539E8BED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本讲总结与延伸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DAD69C3-EB89-45D7-8735-7C77E0D7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16271C8-778F-4CD0-BC92-D2A5776F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1176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带走四句话</a:t>
            </a:r>
            <a:endParaRPr sz="15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A873B1E-A770-4C55-BC21-B152D618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请求生命周期由状态机和数据结构共同实现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70136E3-A7BC-4947-9D9F-2EB48302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6416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Prefill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决定首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路径，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决定持续输出节奏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C2734A8D-5958-4A34-8BAA-3088FED3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798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连续批处理每轮重组活跃请求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7A61DCFB-E3A2-4C3C-B5AA-1A4C1048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3180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完整观测必须连接请求、迭代和资源事件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118BE20A-7A1C-4108-91EB-D93E97F4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10200"/>
            <a:ext cx="1041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延伸阅读：本讲引用论文与课程资料见相关页面。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9D9245C-06D0-4A79-A2E3-8B21BEE1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BAF88931-4B5C-498F-BFD4-45ADCE30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77389431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2026-09-07T10:49:48.1360000Z</dcterms:created>
  <dcterms:modified xsi:type="dcterms:W3CDTF">2026-09-07T10:49:48.1360000Z</dcterms:modified>
</coreProperties>
</file>