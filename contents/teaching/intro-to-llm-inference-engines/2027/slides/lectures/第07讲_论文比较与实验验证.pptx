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8e3c74c0654cf7" /><Relationship Type="http://schemas.openxmlformats.org/officeDocument/2006/relationships/extended-properties" Target="/docProps/app.xml" Id="Race69059d27a46d1" /><Relationship Type="http://schemas.openxmlformats.org/officeDocument/2006/relationships/officeDocument" Target="/ppt/presentation.xml" Id="R36211bb1771d43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44da9bbcf41d7"/>
  </p:sldMasterIdLst>
  <p:notesMasterIdLst>
    <p:notesMasterId xmlns:r="http://schemas.openxmlformats.org/officeDocument/2006/relationships" r:id="R68dfcd6d43d045d1"/>
  </p:notesMasterIdLst>
  <p:sldIdLst>
    <p:sldId xmlns:r="http://schemas.openxmlformats.org/officeDocument/2006/relationships" id="256" r:id="R48eae5fb8353487c"/>
    <p:sldId xmlns:r="http://schemas.openxmlformats.org/officeDocument/2006/relationships" id="257" r:id="R56b87fa4ece34298"/>
    <p:sldId xmlns:r="http://schemas.openxmlformats.org/officeDocument/2006/relationships" id="258" r:id="R43a7f768caf744a7"/>
    <p:sldId xmlns:r="http://schemas.openxmlformats.org/officeDocument/2006/relationships" id="259" r:id="R39d3f22915534ab7"/>
    <p:sldId xmlns:r="http://schemas.openxmlformats.org/officeDocument/2006/relationships" id="260" r:id="R0dcba1acd4584ba9"/>
    <p:sldId xmlns:r="http://schemas.openxmlformats.org/officeDocument/2006/relationships" id="261" r:id="Rf996abb6d7a644d2"/>
    <p:sldId xmlns:r="http://schemas.openxmlformats.org/officeDocument/2006/relationships" id="262" r:id="R411ab861869c4d9f"/>
    <p:sldId xmlns:r="http://schemas.openxmlformats.org/officeDocument/2006/relationships" id="263" r:id="Rf7c3d21d30d34f8e"/>
    <p:sldId xmlns:r="http://schemas.openxmlformats.org/officeDocument/2006/relationships" id="264" r:id="R93b5a88bcd1845e0"/>
    <p:sldId xmlns:r="http://schemas.openxmlformats.org/officeDocument/2006/relationships" id="265" r:id="R44610b29867f4bb6"/>
    <p:sldId xmlns:r="http://schemas.openxmlformats.org/officeDocument/2006/relationships" id="266" r:id="R0faf62e81b744702"/>
    <p:sldId xmlns:r="http://schemas.openxmlformats.org/officeDocument/2006/relationships" id="267" r:id="R781c656edd5f4208"/>
    <p:sldId xmlns:r="http://schemas.openxmlformats.org/officeDocument/2006/relationships" id="268" r:id="R82c3585830ed4353"/>
    <p:sldId xmlns:r="http://schemas.openxmlformats.org/officeDocument/2006/relationships" id="269" r:id="R6cf94309ee6e44e0"/>
    <p:sldId xmlns:r="http://schemas.openxmlformats.org/officeDocument/2006/relationships" id="270" r:id="Ra6c1bd4db7494e4f"/>
    <p:sldId xmlns:r="http://schemas.openxmlformats.org/officeDocument/2006/relationships" id="271" r:id="Rb942d1d932214f6d"/>
    <p:sldId xmlns:r="http://schemas.openxmlformats.org/officeDocument/2006/relationships" id="272" r:id="R8c3828255c0b48ed"/>
    <p:sldId xmlns:r="http://schemas.openxmlformats.org/officeDocument/2006/relationships" id="273" r:id="Rbebb68782e7c4b03"/>
    <p:sldId xmlns:r="http://schemas.openxmlformats.org/officeDocument/2006/relationships" id="274" r:id="R41effb1af36c4d54"/>
    <p:sldId xmlns:r="http://schemas.openxmlformats.org/officeDocument/2006/relationships" id="275" r:id="R319b0cf8457f4d3a"/>
    <p:sldId xmlns:r="http://schemas.openxmlformats.org/officeDocument/2006/relationships" id="276" r:id="R32ff9881a0e94307"/>
    <p:sldId xmlns:r="http://schemas.openxmlformats.org/officeDocument/2006/relationships" id="277" r:id="Ra903c0b3b4f44bf4"/>
    <p:sldId xmlns:r="http://schemas.openxmlformats.org/officeDocument/2006/relationships" id="278" r:id="R9b96a1070b3b4650"/>
    <p:sldId xmlns:r="http://schemas.openxmlformats.org/officeDocument/2006/relationships" id="279" r:id="Rc8d0456f27784f8c"/>
    <p:sldId xmlns:r="http://schemas.openxmlformats.org/officeDocument/2006/relationships" id="280" r:id="R087671a2327a4788"/>
    <p:sldId xmlns:r="http://schemas.openxmlformats.org/officeDocument/2006/relationships" id="281" r:id="Ra499969026b84fe1"/>
    <p:sldId xmlns:r="http://schemas.openxmlformats.org/officeDocument/2006/relationships" id="282" r:id="R49ba6e8083404b28"/>
    <p:sldId xmlns:r="http://schemas.openxmlformats.org/officeDocument/2006/relationships" id="283" r:id="R66d78b6213284926"/>
    <p:sldId xmlns:r="http://schemas.openxmlformats.org/officeDocument/2006/relationships" id="284" r:id="Rc3055ca2fd45417c"/>
    <p:sldId xmlns:r="http://schemas.openxmlformats.org/officeDocument/2006/relationships" id="285" r:id="R2f5e8ba23b054ea9"/>
    <p:sldId xmlns:r="http://schemas.openxmlformats.org/officeDocument/2006/relationships" id="286" r:id="Rc853e937715640de"/>
    <p:sldId xmlns:r="http://schemas.openxmlformats.org/officeDocument/2006/relationships" id="287" r:id="R153172bb43d440df"/>
    <p:sldId xmlns:r="http://schemas.openxmlformats.org/officeDocument/2006/relationships" id="288" r:id="Rcd082af6dab94019"/>
    <p:sldId xmlns:r="http://schemas.openxmlformats.org/officeDocument/2006/relationships" id="289" r:id="R02abda9c0de04c40"/>
    <p:sldId xmlns:r="http://schemas.openxmlformats.org/officeDocument/2006/relationships" id="290" r:id="R6f701f6ccd09481d"/>
    <p:sldId xmlns:r="http://schemas.openxmlformats.org/officeDocument/2006/relationships" id="291" r:id="R68b3ac9afe164b17"/>
    <p:sldId xmlns:r="http://schemas.openxmlformats.org/officeDocument/2006/relationships" id="292" r:id="R8cdb5505ebab4750"/>
    <p:sldId xmlns:r="http://schemas.openxmlformats.org/officeDocument/2006/relationships" id="293" r:id="R92c4e5b093a54bf4"/>
    <p:sldId xmlns:r="http://schemas.openxmlformats.org/officeDocument/2006/relationships" id="294" r:id="R3428791005b34274"/>
    <p:sldId xmlns:r="http://schemas.openxmlformats.org/officeDocument/2006/relationships" id="295" r:id="Rd775715cd3d94a50"/>
    <p:sldId xmlns:r="http://schemas.openxmlformats.org/officeDocument/2006/relationships" id="296" r:id="R0f00f6b1883940af"/>
    <p:sldId xmlns:r="http://schemas.openxmlformats.org/officeDocument/2006/relationships" id="297" r:id="R23e88ec6ab174f53"/>
    <p:sldId xmlns:r="http://schemas.openxmlformats.org/officeDocument/2006/relationships" id="298" r:id="R2fd3669e6f3c4172"/>
    <p:sldId xmlns:r="http://schemas.openxmlformats.org/officeDocument/2006/relationships" id="299" r:id="R0e7c967a0edf4e75"/>
    <p:sldId xmlns:r="http://schemas.openxmlformats.org/officeDocument/2006/relationships" id="300" r:id="R4a3eb60bce6446d0"/>
    <p:sldId xmlns:r="http://schemas.openxmlformats.org/officeDocument/2006/relationships" id="301" r:id="R026df0faba614cb6"/>
    <p:sldId xmlns:r="http://schemas.openxmlformats.org/officeDocument/2006/relationships" id="302" r:id="Ra648cf941cce420a"/>
    <p:sldId xmlns:r="http://schemas.openxmlformats.org/officeDocument/2006/relationships" id="303" r:id="R884f2af5bf9c4a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2f593d45e4cad" /><Relationship Type="http://schemas.openxmlformats.org/officeDocument/2006/relationships/slideMaster" Target="/ppt/slideMasters/slideMaster1.xml" Id="Ra8444da9bbcf41d7" /><Relationship Type="http://schemas.openxmlformats.org/officeDocument/2006/relationships/notesMaster" Target="/ppt/notesMasters/notesMaster1.xml" Id="R68dfcd6d43d045d1" /><Relationship Type="http://schemas.openxmlformats.org/officeDocument/2006/relationships/presProps" Target="/ppt/presProps.xml" Id="R60e29d39d20e4667" /><Relationship Type="http://schemas.openxmlformats.org/officeDocument/2006/relationships/viewProps" Target="/ppt/viewProps.xml" Id="R37585662f56948ea" /><Relationship Type="http://schemas.openxmlformats.org/officeDocument/2006/relationships/tableStyles" Target="/ppt/tableStyles.xml" Id="R60075569c9064d10" /><Relationship Type="http://schemas.openxmlformats.org/officeDocument/2006/relationships/slide" Target="/ppt/slides/slide1.xml" Id="R48eae5fb8353487c" /><Relationship Type="http://schemas.openxmlformats.org/officeDocument/2006/relationships/slide" Target="/ppt/slides/slide2.xml" Id="R56b87fa4ece34298" /><Relationship Type="http://schemas.openxmlformats.org/officeDocument/2006/relationships/slide" Target="/ppt/slides/slide3.xml" Id="R43a7f768caf744a7" /><Relationship Type="http://schemas.openxmlformats.org/officeDocument/2006/relationships/slide" Target="/ppt/slides/slide4.xml" Id="R39d3f22915534ab7" /><Relationship Type="http://schemas.openxmlformats.org/officeDocument/2006/relationships/slide" Target="/ppt/slides/slide5.xml" Id="R0dcba1acd4584ba9" /><Relationship Type="http://schemas.openxmlformats.org/officeDocument/2006/relationships/slide" Target="/ppt/slides/slide6.xml" Id="Rf996abb6d7a644d2" /><Relationship Type="http://schemas.openxmlformats.org/officeDocument/2006/relationships/slide" Target="/ppt/slides/slide7.xml" Id="R411ab861869c4d9f" /><Relationship Type="http://schemas.openxmlformats.org/officeDocument/2006/relationships/slide" Target="/ppt/slides/slide8.xml" Id="Rf7c3d21d30d34f8e" /><Relationship Type="http://schemas.openxmlformats.org/officeDocument/2006/relationships/slide" Target="/ppt/slides/slide9.xml" Id="R93b5a88bcd1845e0" /><Relationship Type="http://schemas.openxmlformats.org/officeDocument/2006/relationships/slide" Target="/ppt/slides/slide10.xml" Id="R44610b29867f4bb6" /><Relationship Type="http://schemas.openxmlformats.org/officeDocument/2006/relationships/slide" Target="/ppt/slides/slide11.xml" Id="R0faf62e81b744702" /><Relationship Type="http://schemas.openxmlformats.org/officeDocument/2006/relationships/slide" Target="/ppt/slides/slide12.xml" Id="R781c656edd5f4208" /><Relationship Type="http://schemas.openxmlformats.org/officeDocument/2006/relationships/slide" Target="/ppt/slides/slide13.xml" Id="R82c3585830ed4353" /><Relationship Type="http://schemas.openxmlformats.org/officeDocument/2006/relationships/slide" Target="/ppt/slides/slide14.xml" Id="R6cf94309ee6e44e0" /><Relationship Type="http://schemas.openxmlformats.org/officeDocument/2006/relationships/slide" Target="/ppt/slides/slide15.xml" Id="Ra6c1bd4db7494e4f" /><Relationship Type="http://schemas.openxmlformats.org/officeDocument/2006/relationships/slide" Target="/ppt/slides/slide16.xml" Id="Rb942d1d932214f6d" /><Relationship Type="http://schemas.openxmlformats.org/officeDocument/2006/relationships/slide" Target="/ppt/slides/slide17.xml" Id="R8c3828255c0b48ed" /><Relationship Type="http://schemas.openxmlformats.org/officeDocument/2006/relationships/slide" Target="/ppt/slides/slide18.xml" Id="Rbebb68782e7c4b03" /><Relationship Type="http://schemas.openxmlformats.org/officeDocument/2006/relationships/slide" Target="/ppt/slides/slide19.xml" Id="R41effb1af36c4d54" /><Relationship Type="http://schemas.openxmlformats.org/officeDocument/2006/relationships/slide" Target="/ppt/slides/slide20.xml" Id="R319b0cf8457f4d3a" /><Relationship Type="http://schemas.openxmlformats.org/officeDocument/2006/relationships/slide" Target="/ppt/slides/slide21.xml" Id="R32ff9881a0e94307" /><Relationship Type="http://schemas.openxmlformats.org/officeDocument/2006/relationships/slide" Target="/ppt/slides/slide22.xml" Id="Ra903c0b3b4f44bf4" /><Relationship Type="http://schemas.openxmlformats.org/officeDocument/2006/relationships/slide" Target="/ppt/slides/slide23.xml" Id="R9b96a1070b3b4650" /><Relationship Type="http://schemas.openxmlformats.org/officeDocument/2006/relationships/slide" Target="/ppt/slides/slide24.xml" Id="Rc8d0456f27784f8c" /><Relationship Type="http://schemas.openxmlformats.org/officeDocument/2006/relationships/slide" Target="/ppt/slides/slide25.xml" Id="R087671a2327a4788" /><Relationship Type="http://schemas.openxmlformats.org/officeDocument/2006/relationships/slide" Target="/ppt/slides/slide26.xml" Id="Ra499969026b84fe1" /><Relationship Type="http://schemas.openxmlformats.org/officeDocument/2006/relationships/slide" Target="/ppt/slides/slide27.xml" Id="R49ba6e8083404b28" /><Relationship Type="http://schemas.openxmlformats.org/officeDocument/2006/relationships/slide" Target="/ppt/slides/slide28.xml" Id="R66d78b6213284926" /><Relationship Type="http://schemas.openxmlformats.org/officeDocument/2006/relationships/slide" Target="/ppt/slides/slide29.xml" Id="Rc3055ca2fd45417c" /><Relationship Type="http://schemas.openxmlformats.org/officeDocument/2006/relationships/slide" Target="/ppt/slides/slide30.xml" Id="R2f5e8ba23b054ea9" /><Relationship Type="http://schemas.openxmlformats.org/officeDocument/2006/relationships/slide" Target="/ppt/slides/slide31.xml" Id="Rc853e937715640de" /><Relationship Type="http://schemas.openxmlformats.org/officeDocument/2006/relationships/slide" Target="/ppt/slides/slide32.xml" Id="R153172bb43d440df" /><Relationship Type="http://schemas.openxmlformats.org/officeDocument/2006/relationships/slide" Target="/ppt/slides/slide33.xml" Id="Rcd082af6dab94019" /><Relationship Type="http://schemas.openxmlformats.org/officeDocument/2006/relationships/slide" Target="/ppt/slides/slide34.xml" Id="R02abda9c0de04c40" /><Relationship Type="http://schemas.openxmlformats.org/officeDocument/2006/relationships/slide" Target="/ppt/slides/slide35.xml" Id="R6f701f6ccd09481d" /><Relationship Type="http://schemas.openxmlformats.org/officeDocument/2006/relationships/slide" Target="/ppt/slides/slide36.xml" Id="R68b3ac9afe164b17" /><Relationship Type="http://schemas.openxmlformats.org/officeDocument/2006/relationships/slide" Target="/ppt/slides/slide37.xml" Id="R8cdb5505ebab4750" /><Relationship Type="http://schemas.openxmlformats.org/officeDocument/2006/relationships/slide" Target="/ppt/slides/slide38.xml" Id="R92c4e5b093a54bf4" /><Relationship Type="http://schemas.openxmlformats.org/officeDocument/2006/relationships/slide" Target="/ppt/slides/slide39.xml" Id="R3428791005b34274" /><Relationship Type="http://schemas.openxmlformats.org/officeDocument/2006/relationships/slide" Target="/ppt/slides/slide40.xml" Id="Rd775715cd3d94a50" /><Relationship Type="http://schemas.openxmlformats.org/officeDocument/2006/relationships/slide" Target="/ppt/slides/slide41.xml" Id="R0f00f6b1883940af" /><Relationship Type="http://schemas.openxmlformats.org/officeDocument/2006/relationships/slide" Target="/ppt/slides/slide42.xml" Id="R23e88ec6ab174f53" /><Relationship Type="http://schemas.openxmlformats.org/officeDocument/2006/relationships/slide" Target="/ppt/slides/slide43.xml" Id="R2fd3669e6f3c4172" /><Relationship Type="http://schemas.openxmlformats.org/officeDocument/2006/relationships/slide" Target="/ppt/slides/slide44.xml" Id="R0e7c967a0edf4e75" /><Relationship Type="http://schemas.openxmlformats.org/officeDocument/2006/relationships/slide" Target="/ppt/slides/slide45.xml" Id="R4a3eb60bce6446d0" /><Relationship Type="http://schemas.openxmlformats.org/officeDocument/2006/relationships/slide" Target="/ppt/slides/slide46.xml" Id="R026df0faba614cb6" /><Relationship Type="http://schemas.openxmlformats.org/officeDocument/2006/relationships/slide" Target="/ppt/slides/slide47.xml" Id="Ra648cf941cce420a" /><Relationship Type="http://schemas.openxmlformats.org/officeDocument/2006/relationships/slide" Target="/ppt/slides/slide48.xml" Id="R884f2af5bf9c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c7f10153a44f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b724c0b9c479a" /><Relationship Type="http://schemas.openxmlformats.org/officeDocument/2006/relationships/notesMaster" Target="/ppt/notesMasters/notesMaster1.xml" Id="R37080b88a4df4e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7d16729b04905" /><Relationship Type="http://schemas.openxmlformats.org/officeDocument/2006/relationships/notesMaster" Target="/ppt/notesMasters/notesMaster1.xml" Id="Re3ec0e574b444f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b3d4c3a1b420f" /><Relationship Type="http://schemas.openxmlformats.org/officeDocument/2006/relationships/notesMaster" Target="/ppt/notesMasters/notesMaster1.xml" Id="R49ddb9711cd14b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3dd7558a3467a" /><Relationship Type="http://schemas.openxmlformats.org/officeDocument/2006/relationships/notesMaster" Target="/ppt/notesMasters/notesMaster1.xml" Id="R75d98c454cbb43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b43e60e92f4059" /><Relationship Type="http://schemas.openxmlformats.org/officeDocument/2006/relationships/notesMaster" Target="/ppt/notesMasters/notesMaster1.xml" Id="Rf21a1e4105ad48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3319fd901b439c" /><Relationship Type="http://schemas.openxmlformats.org/officeDocument/2006/relationships/notesMaster" Target="/ppt/notesMasters/notesMaster1.xml" Id="R6c1239d193494a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e328dd485640b5" /><Relationship Type="http://schemas.openxmlformats.org/officeDocument/2006/relationships/notesMaster" Target="/ppt/notesMasters/notesMaster1.xml" Id="Raa7cac2b021b4b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dc3a0d5a8e4d35" /><Relationship Type="http://schemas.openxmlformats.org/officeDocument/2006/relationships/notesMaster" Target="/ppt/notesMasters/notesMaster1.xml" Id="Rf5976809feb144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8cc54c701640e1" /><Relationship Type="http://schemas.openxmlformats.org/officeDocument/2006/relationships/notesMaster" Target="/ppt/notesMasters/notesMaster1.xml" Id="R91973015768447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0d6e2a2edc4870" /><Relationship Type="http://schemas.openxmlformats.org/officeDocument/2006/relationships/notesMaster" Target="/ppt/notesMasters/notesMaster1.xml" Id="R1f081f6ecd0a42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30d7878f2547b2" /><Relationship Type="http://schemas.openxmlformats.org/officeDocument/2006/relationships/notesMaster" Target="/ppt/notesMasters/notesMaster1.xml" Id="R741c0284ff324a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e15827d89a4b3d" /><Relationship Type="http://schemas.openxmlformats.org/officeDocument/2006/relationships/notesMaster" Target="/ppt/notesMasters/notesMaster1.xml" Id="R8ea53822c06040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b711567def4cc7" /><Relationship Type="http://schemas.openxmlformats.org/officeDocument/2006/relationships/notesMaster" Target="/ppt/notesMasters/notesMaster1.xml" Id="R45c448c0c6fa4f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4bb435d20f46de" /><Relationship Type="http://schemas.openxmlformats.org/officeDocument/2006/relationships/notesMaster" Target="/ppt/notesMasters/notesMaster1.xml" Id="R1e73aa11bef14b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b501e1ea73486e" /><Relationship Type="http://schemas.openxmlformats.org/officeDocument/2006/relationships/notesMaster" Target="/ppt/notesMasters/notesMaster1.xml" Id="Rd0b4d37029a54a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a6c1619445430f" /><Relationship Type="http://schemas.openxmlformats.org/officeDocument/2006/relationships/notesMaster" Target="/ppt/notesMasters/notesMaster1.xml" Id="R0bc3c76d90bd4a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ee61ba231a4d24" /><Relationship Type="http://schemas.openxmlformats.org/officeDocument/2006/relationships/notesMaster" Target="/ppt/notesMasters/notesMaster1.xml" Id="Rab8e8784735640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c2e921c9bf4096" /><Relationship Type="http://schemas.openxmlformats.org/officeDocument/2006/relationships/notesMaster" Target="/ppt/notesMasters/notesMaster1.xml" Id="R0e16bb57fe5443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daddd589644288" /><Relationship Type="http://schemas.openxmlformats.org/officeDocument/2006/relationships/notesMaster" Target="/ppt/notesMasters/notesMaster1.xml" Id="R9f6dd1e8889648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b76a9783e04745" /><Relationship Type="http://schemas.openxmlformats.org/officeDocument/2006/relationships/notesMaster" Target="/ppt/notesMasters/notesMaster1.xml" Id="R571ee8c111cd43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4b92a565f44a5f" /><Relationship Type="http://schemas.openxmlformats.org/officeDocument/2006/relationships/notesMaster" Target="/ppt/notesMasters/notesMaster1.xml" Id="R6a47e06dcf334e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39817bd62d45ae" /><Relationship Type="http://schemas.openxmlformats.org/officeDocument/2006/relationships/notesMaster" Target="/ppt/notesMasters/notesMaster1.xml" Id="Rbbe4b8d99d0c4d3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546914b6634899" /><Relationship Type="http://schemas.openxmlformats.org/officeDocument/2006/relationships/notesMaster" Target="/ppt/notesMasters/notesMaster1.xml" Id="R41a4e3d4df40471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05610c864244c5" /><Relationship Type="http://schemas.openxmlformats.org/officeDocument/2006/relationships/notesMaster" Target="/ppt/notesMasters/notesMaster1.xml" Id="Rcee2d508f3e14c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2dfeed2b0e94e7e" /><Relationship Type="http://schemas.openxmlformats.org/officeDocument/2006/relationships/notesMaster" Target="/ppt/notesMasters/notesMaster1.xml" Id="R1fa3b6add20a4ee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a604e5aaac240b0" /><Relationship Type="http://schemas.openxmlformats.org/officeDocument/2006/relationships/notesMaster" Target="/ppt/notesMasters/notesMaster1.xml" Id="Rbc76a52e2ca74c9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c150b6533143cb" /><Relationship Type="http://schemas.openxmlformats.org/officeDocument/2006/relationships/notesMaster" Target="/ppt/notesMasters/notesMaster1.xml" Id="Rd0f0acbd1c2949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1adbb4736284d48" /><Relationship Type="http://schemas.openxmlformats.org/officeDocument/2006/relationships/notesMaster" Target="/ppt/notesMasters/notesMaster1.xml" Id="R111ba4aff1d64a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0cfe189beda4a48" /><Relationship Type="http://schemas.openxmlformats.org/officeDocument/2006/relationships/notesMaster" Target="/ppt/notesMasters/notesMaster1.xml" Id="Rc2066fafd856451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486ac0dca3e4f0e" /><Relationship Type="http://schemas.openxmlformats.org/officeDocument/2006/relationships/notesMaster" Target="/ppt/notesMasters/notesMaster1.xml" Id="Rd0a2b6341113455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b6e00a6977b4188" /><Relationship Type="http://schemas.openxmlformats.org/officeDocument/2006/relationships/notesMaster" Target="/ppt/notesMasters/notesMaster1.xml" Id="R8d2fd09792bb47e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4ed1bb3388473f" /><Relationship Type="http://schemas.openxmlformats.org/officeDocument/2006/relationships/notesMaster" Target="/ppt/notesMasters/notesMaster1.xml" Id="Re271d0c6095841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c1425024c643ff" /><Relationship Type="http://schemas.openxmlformats.org/officeDocument/2006/relationships/notesMaster" Target="/ppt/notesMasters/notesMaster1.xml" Id="Re7a2fb4dda6b44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af1786fae34558" /><Relationship Type="http://schemas.openxmlformats.org/officeDocument/2006/relationships/notesMaster" Target="/ppt/notesMasters/notesMaster1.xml" Id="R948fe169b13946e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39e26ae8802431c" /><Relationship Type="http://schemas.openxmlformats.org/officeDocument/2006/relationships/notesMaster" Target="/ppt/notesMasters/notesMaster1.xml" Id="R49591da01ee648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e8edb9b2ff64765" /><Relationship Type="http://schemas.openxmlformats.org/officeDocument/2006/relationships/notesMaster" Target="/ppt/notesMasters/notesMaster1.xml" Id="Rb8fcaa0edead406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ef75060dfd0408a" /><Relationship Type="http://schemas.openxmlformats.org/officeDocument/2006/relationships/notesMaster" Target="/ppt/notesMasters/notesMaster1.xml" Id="Rdbb26bedbcfb40b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3692d3338e8400d" /><Relationship Type="http://schemas.openxmlformats.org/officeDocument/2006/relationships/notesMaster" Target="/ppt/notesMasters/notesMaster1.xml" Id="R29a3e21c0765402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bebd0f69ca84b33" /><Relationship Type="http://schemas.openxmlformats.org/officeDocument/2006/relationships/notesMaster" Target="/ppt/notesMasters/notesMaster1.xml" Id="R1193f2f4f34643e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6eabffe37eb4fbb" /><Relationship Type="http://schemas.openxmlformats.org/officeDocument/2006/relationships/notesMaster" Target="/ppt/notesMasters/notesMaster1.xml" Id="R45f1bd645b464c1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c95335bed7a4860" /><Relationship Type="http://schemas.openxmlformats.org/officeDocument/2006/relationships/notesMaster" Target="/ppt/notesMasters/notesMaster1.xml" Id="R563359a7b78a442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c1ff21c57e408c" /><Relationship Type="http://schemas.openxmlformats.org/officeDocument/2006/relationships/notesMaster" Target="/ppt/notesMasters/notesMaster1.xml" Id="R6c53f0bc316f4fd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cf5eff14cfd42dd" /><Relationship Type="http://schemas.openxmlformats.org/officeDocument/2006/relationships/notesMaster" Target="/ppt/notesMasters/notesMaster1.xml" Id="Rba1201c822ee4e9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6dacc2cf40d4815" /><Relationship Type="http://schemas.openxmlformats.org/officeDocument/2006/relationships/notesMaster" Target="/ppt/notesMasters/notesMaster1.xml" Id="R38b6a6da19704fa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48c777d012a402d" /><Relationship Type="http://schemas.openxmlformats.org/officeDocument/2006/relationships/notesMaster" Target="/ppt/notesMasters/notesMaster1.xml" Id="Rbd3de500dfc346b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81152b79364450c" /><Relationship Type="http://schemas.openxmlformats.org/officeDocument/2006/relationships/notesMaster" Target="/ppt/notesMasters/notesMaster1.xml" Id="R8500c3ebb6ac4a0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7eb529fe53b4e23" /><Relationship Type="http://schemas.openxmlformats.org/officeDocument/2006/relationships/notesMaster" Target="/ppt/notesMasters/notesMaster1.xml" Id="Rca25d854dce14fe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efa4ee6c3ff4b83" /><Relationship Type="http://schemas.openxmlformats.org/officeDocument/2006/relationships/notesMaster" Target="/ppt/notesMasters/notesMaster1.xml" Id="Rd81db578ed0c43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1。先说明目标，再让学生带着三个问题进入后续内容：机制是什么、数字怎么算、何时会失效。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2。先说明目标，再让学生带着三个问题进入后续内容：机制是什么、数字怎么算、何时会失效。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3。先说明目标，再让学生带着三个问题进入后续内容：机制是什么、数字怎么算、何时会失效。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4。先说明目标，再让学生带着三个问题进入后续内容：机制是什么、数字怎么算、何时会失效。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58816b2e54b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70181ee244c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0e00c2f2e49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83b35d8be4a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5c14bb6b840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8414c02bd4ea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15086133e42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2c97cc45045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f70c7a7a2489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fb331cf634e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0a8bf54fe4a4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6C3288-5094-443B-BE97-BCD148822A2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144BEA2-A73B-4AF1-A21E-678B9ABF2D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010E27DF-B94D-4B67-A534-ADB0AB628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2020F44D-0B8C-46C2-82A7-22B1454D4A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3616304C-A7CE-436A-A1D8-B717B27681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8CBEB1-1867-4E46-931C-43A98D917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7B1D4E6-E51C-4B37-A503-6AD44D1F1E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ADA8BF5-9B05-433E-BDB6-C96A76F283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83E060-4147-4210-9DC9-F8541FB1CC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C2AB8CA-27D5-4FE1-9AE3-C5516B349A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795A56-3623-4E77-BADE-F85E5046583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325993-A07C-4183-A9E1-13A8062EF0B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32EEF8F-029A-45B4-BE6E-E864C01E0C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4F7B1E-3D01-4FF2-ADD3-71E665ECC3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81F1CEB-DB99-4042-AB49-B47A4A1D5C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CA0DC83-4843-4ED7-B4B5-7615C37F1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079F67E-85A1-4680-B381-7B5F24F662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6F354D4-DF8D-4581-893C-76BFE441FA7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1BA5550-2814-462C-B498-A0F53495B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38F230D-F0BD-4EB5-B154-37E7CCC589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A648845-12A5-4C5F-8206-88CD1AA218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A32D68-7883-4354-9800-F03AFDDE7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6E0F34-A6CC-48A4-85B3-C6AF7BB9FCA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062E68E-764E-4207-ADB9-39BFF06AC8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0F1B562-4B54-4F9A-948F-3C1F4C7727BE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E0A94E8-6AA6-4302-AFB7-D2B17ADE448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A7FEBEA-D98D-413A-A0D0-90D89D9384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A488BEB-30E0-47C2-A185-C4A39ABDAB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46D1F2E-C413-4436-9037-A108FFA1EA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4F7E41-C39D-4010-8041-277CD1BAE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C8CBE9C-486D-43FA-9406-CA06E91C1F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0F7001C-FEA5-4EF6-AC2D-E8B375DA40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11B2D8B-9957-46B8-B857-7BEE0132F3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EC940BC-B43E-4F00-9E76-DD38D7CD7C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8D41EFA-0864-4560-9E5B-8EDEDCDE02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3AEC702-4E28-43F7-BE69-D56C46A6FD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2AAFA2C-D5C0-43CA-8A6D-FC4BF82D9F3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1C2D0B6-9827-4AB5-9086-C0ED8C3771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B8F99E0-C81D-44A2-91C7-578DCDE16D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5EC0618-259F-4294-99AF-683F917CCB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961FD20-12D4-405D-A98B-737F12FC36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C77E93A9-370C-4328-8D0C-F12A56659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FC0D0B2-9225-4C9C-9976-7914B3056CE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AC96525-0A2E-49EF-8764-A3501B74B9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F1C6EBE-6798-45BA-9E6A-5B3842E773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7C70DC-21BC-4530-BF24-126F022F2C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2577EB-4987-453B-9F00-AB7776B141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C158374-E31E-4D90-BA14-930B18B33B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1BB429-EDCB-4B82-8313-6B02419294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D2DA937-5110-4E64-AD55-D76DC7F19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49B8DACA-C75C-4EE0-8CBF-558E843C67C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FE4AA6C-06A3-4C2C-88CD-56C49A6359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B6230EE-9CC5-4B59-9838-01B4187292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0ED8668-924F-421B-AF6F-E20061DA37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666744-836C-4C73-B027-DD754B0ACFF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4F26D14-AE42-4676-98AF-1E376771139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80e192af0e45ec" /><Relationship Type="http://schemas.openxmlformats.org/officeDocument/2006/relationships/slideLayout" Target="/ppt/slideLayouts/slideLayout1.xml" Id="Ra213df8ea3a54179" /><Relationship Type="http://schemas.openxmlformats.org/officeDocument/2006/relationships/slideLayout" Target="/ppt/slideLayouts/slideLayout2.xml" Id="R1169af0abcb440fb" /><Relationship Type="http://schemas.openxmlformats.org/officeDocument/2006/relationships/slideLayout" Target="/ppt/slideLayouts/slideLayout3.xml" Id="Rff10fb6ee5134099" /><Relationship Type="http://schemas.openxmlformats.org/officeDocument/2006/relationships/slideLayout" Target="/ppt/slideLayouts/slideLayout4.xml" Id="R975c6c34296c425f" /><Relationship Type="http://schemas.openxmlformats.org/officeDocument/2006/relationships/slideLayout" Target="/ppt/slideLayouts/slideLayout5.xml" Id="Rf7c139540dfc4945" /><Relationship Type="http://schemas.openxmlformats.org/officeDocument/2006/relationships/slideLayout" Target="/ppt/slideLayouts/slideLayout6.xml" Id="R815960ca65c243dc" /><Relationship Type="http://schemas.openxmlformats.org/officeDocument/2006/relationships/slideLayout" Target="/ppt/slideLayouts/slideLayout7.xml" Id="R6c95da7f161143d1" /><Relationship Type="http://schemas.openxmlformats.org/officeDocument/2006/relationships/slideLayout" Target="/ppt/slideLayouts/slideLayout8.xml" Id="R01fdfb5d42514702" /><Relationship Type="http://schemas.openxmlformats.org/officeDocument/2006/relationships/slideLayout" Target="/ppt/slideLayouts/slideLayout9.xml" Id="R2943752e55334cfe" /><Relationship Type="http://schemas.openxmlformats.org/officeDocument/2006/relationships/slideLayout" Target="/ppt/slideLayouts/slideLayout10.xml" Id="Racde7b126e3c4432" /><Relationship Type="http://schemas.openxmlformats.org/officeDocument/2006/relationships/slideLayout" Target="/ppt/slideLayouts/slideLayout11.xml" Id="Reabc359aeb83413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B0D69D8-0984-4495-ACBF-E3DCBBE0A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D3AD58B-F729-4CE8-8D48-D1BBC512A4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B29D073-8306-47BA-8E57-B1F9C6866A5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ED3B70-E8F9-4174-B16A-9E9401AA18A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F85B1F1-D1D7-4331-8359-968C458F68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3df8ea3a54179"/>
    <p:sldLayoutId xmlns:r="http://schemas.openxmlformats.org/officeDocument/2006/relationships" id="2147483650" r:id="R1169af0abcb440fb"/>
    <p:sldLayoutId xmlns:r="http://schemas.openxmlformats.org/officeDocument/2006/relationships" id="2147483651" r:id="Rff10fb6ee5134099"/>
    <p:sldLayoutId xmlns:r="http://schemas.openxmlformats.org/officeDocument/2006/relationships" id="2147483652" r:id="R975c6c34296c425f"/>
    <p:sldLayoutId xmlns:r="http://schemas.openxmlformats.org/officeDocument/2006/relationships" id="2147483653" r:id="Rf7c139540dfc4945"/>
    <p:sldLayoutId xmlns:r="http://schemas.openxmlformats.org/officeDocument/2006/relationships" id="2147483654" r:id="R815960ca65c243dc"/>
    <p:sldLayoutId xmlns:r="http://schemas.openxmlformats.org/officeDocument/2006/relationships" id="2147483655" r:id="R6c95da7f161143d1"/>
    <p:sldLayoutId xmlns:r="http://schemas.openxmlformats.org/officeDocument/2006/relationships" id="2147483656" r:id="R01fdfb5d42514702"/>
    <p:sldLayoutId xmlns:r="http://schemas.openxmlformats.org/officeDocument/2006/relationships" id="2147483657" r:id="R2943752e55334cfe"/>
    <p:sldLayoutId xmlns:r="http://schemas.openxmlformats.org/officeDocument/2006/relationships" id="2147483658" r:id="Racde7b126e3c4432"/>
    <p:sldLayoutId xmlns:r="http://schemas.openxmlformats.org/officeDocument/2006/relationships" id="2147483659" r:id="Reabc359aeb834131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bb7f18ac1b40b9" /><Relationship Type="http://schemas.openxmlformats.org/officeDocument/2006/relationships/notesSlide" Target="/ppt/notesSlides/notesSlide1.xml" Id="R7ee1c7e0fb5f48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b65aa56c8f41ab" /><Relationship Type="http://schemas.openxmlformats.org/officeDocument/2006/relationships/notesSlide" Target="/ppt/notesSlides/notesSlide2.xml" Id="Re3b7b91c92ad4e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0064c5a4284e73" /><Relationship Type="http://schemas.openxmlformats.org/officeDocument/2006/relationships/notesSlide" Target="/ppt/notesSlides/notesSlide3.xml" Id="R56931793b945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5545bbc3d54a6e" /><Relationship Type="http://schemas.openxmlformats.org/officeDocument/2006/relationships/notesSlide" Target="/ppt/notesSlides/notesSlide4.xml" Id="R7fc6700c39bf43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d676750aad4727" /><Relationship Type="http://schemas.openxmlformats.org/officeDocument/2006/relationships/notesSlide" Target="/ppt/notesSlides/notesSlide5.xml" Id="Rab3d87c81b9644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e9bd5ac1a24b35" /><Relationship Type="http://schemas.openxmlformats.org/officeDocument/2006/relationships/notesSlide" Target="/ppt/notesSlides/notesSlide6.xml" Id="R4198434511a94b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4072665df84fe0" /><Relationship Type="http://schemas.openxmlformats.org/officeDocument/2006/relationships/notesSlide" Target="/ppt/notesSlides/notesSlide7.xml" Id="R412cdd59883645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cee8b0342d4dc7" /><Relationship Type="http://schemas.openxmlformats.org/officeDocument/2006/relationships/notesSlide" Target="/ppt/notesSlides/notesSlide8.xml" Id="R6a432452b09b4c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6658438dad424e" /><Relationship Type="http://schemas.openxmlformats.org/officeDocument/2006/relationships/notesSlide" Target="/ppt/notesSlides/notesSlide9.xml" Id="Rddb76a1c282f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2360d7b79549a6" /><Relationship Type="http://schemas.openxmlformats.org/officeDocument/2006/relationships/notesSlide" Target="/ppt/notesSlides/notesSlide10.xml" Id="Re2e60fea26a34a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f439c19c554161" /><Relationship Type="http://schemas.openxmlformats.org/officeDocument/2006/relationships/notesSlide" Target="/ppt/notesSlides/notesSlide11.xml" Id="Rbc6b44af9c4449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cc520d68d24b2c" /><Relationship Type="http://schemas.openxmlformats.org/officeDocument/2006/relationships/notesSlide" Target="/ppt/notesSlides/notesSlide12.xml" Id="R4c9d375d500240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b1b2fe4ea34ba5" /><Relationship Type="http://schemas.openxmlformats.org/officeDocument/2006/relationships/notesSlide" Target="/ppt/notesSlides/notesSlide13.xml" Id="R5c1f106c81d84d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855ac5c8534c7c" /><Relationship Type="http://schemas.openxmlformats.org/officeDocument/2006/relationships/notesSlide" Target="/ppt/notesSlides/notesSlide14.xml" Id="Rdc57294c11154d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e181b00d7a466c" /><Relationship Type="http://schemas.openxmlformats.org/officeDocument/2006/relationships/notesSlide" Target="/ppt/notesSlides/notesSlide15.xml" Id="R968642cfe4c846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633c1d5f584321" /><Relationship Type="http://schemas.openxmlformats.org/officeDocument/2006/relationships/notesSlide" Target="/ppt/notesSlides/notesSlide16.xml" Id="R485c10bd4bd948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a91b9f99c64453" /><Relationship Type="http://schemas.openxmlformats.org/officeDocument/2006/relationships/notesSlide" Target="/ppt/notesSlides/notesSlide17.xml" Id="R17c2f875222641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f98ff794fd4a93" /><Relationship Type="http://schemas.openxmlformats.org/officeDocument/2006/relationships/notesSlide" Target="/ppt/notesSlides/notesSlide18.xml" Id="R4eb936ec538346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0de8cbb4d04141" /><Relationship Type="http://schemas.openxmlformats.org/officeDocument/2006/relationships/notesSlide" Target="/ppt/notesSlides/notesSlide19.xml" Id="Rea1f76e84eeb44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2b7ea888ad4a88" /><Relationship Type="http://schemas.openxmlformats.org/officeDocument/2006/relationships/notesSlide" Target="/ppt/notesSlides/notesSlide20.xml" Id="Rb74fc338683748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3d264afcee4ba3" /><Relationship Type="http://schemas.openxmlformats.org/officeDocument/2006/relationships/notesSlide" Target="/ppt/notesSlides/notesSlide21.xml" Id="R7fc1dccc1a244d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b5bc5cd34f4a1e" /><Relationship Type="http://schemas.openxmlformats.org/officeDocument/2006/relationships/notesSlide" Target="/ppt/notesSlides/notesSlide22.xml" Id="R85cc144e9ec442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0fbe7b1c34d89" /><Relationship Type="http://schemas.openxmlformats.org/officeDocument/2006/relationships/notesSlide" Target="/ppt/notesSlides/notesSlide23.xml" Id="R9fe40e198c3f499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584838a1f4a2b" /><Relationship Type="http://schemas.openxmlformats.org/officeDocument/2006/relationships/notesSlide" Target="/ppt/notesSlides/notesSlide24.xml" Id="R874a082f0f15490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8bf95c7c94f8b" /><Relationship Type="http://schemas.openxmlformats.org/officeDocument/2006/relationships/notesSlide" Target="/ppt/notesSlides/notesSlide25.xml" Id="Re19b26f0b11443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7350b746a45e8" /><Relationship Type="http://schemas.openxmlformats.org/officeDocument/2006/relationships/notesSlide" Target="/ppt/notesSlides/notesSlide26.xml" Id="Rd13dad5642f5497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7092e8be4594" /><Relationship Type="http://schemas.openxmlformats.org/officeDocument/2006/relationships/notesSlide" Target="/ppt/notesSlides/notesSlide27.xml" Id="R8b4cc29cd69c436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d63d7bf774b73" /><Relationship Type="http://schemas.openxmlformats.org/officeDocument/2006/relationships/notesSlide" Target="/ppt/notesSlides/notesSlide28.xml" Id="Ra24934c2c9c249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eb4c008444f90" /><Relationship Type="http://schemas.openxmlformats.org/officeDocument/2006/relationships/notesSlide" Target="/ppt/notesSlides/notesSlide29.xml" Id="Raaac46cb0f6c4a9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d29e1e2204044" /><Relationship Type="http://schemas.openxmlformats.org/officeDocument/2006/relationships/notesSlide" Target="/ppt/notesSlides/notesSlide30.xml" Id="R43709df4a58b4ad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a7e03cba44be0" /><Relationship Type="http://schemas.openxmlformats.org/officeDocument/2006/relationships/notesSlide" Target="/ppt/notesSlides/notesSlide31.xml" Id="Ra764fc431cd84a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0cb8a9754a42" /><Relationship Type="http://schemas.openxmlformats.org/officeDocument/2006/relationships/notesSlide" Target="/ppt/notesSlides/notesSlide32.xml" Id="R448d586ad0ae40c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ec8fdb0d04e4c" /><Relationship Type="http://schemas.openxmlformats.org/officeDocument/2006/relationships/notesSlide" Target="/ppt/notesSlides/notesSlide33.xml" Id="Rd97983fb8aba4a6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7e46cf0b74181" /><Relationship Type="http://schemas.openxmlformats.org/officeDocument/2006/relationships/notesSlide" Target="/ppt/notesSlides/notesSlide34.xml" Id="R7643ffcf752b493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bf58232a64283" /><Relationship Type="http://schemas.openxmlformats.org/officeDocument/2006/relationships/notesSlide" Target="/ppt/notesSlides/notesSlide35.xml" Id="Ree1506f49496499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0e9a3274e4976" /><Relationship Type="http://schemas.openxmlformats.org/officeDocument/2006/relationships/notesSlide" Target="/ppt/notesSlides/notesSlide36.xml" Id="R2c5634e80736483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94bf3c7a74dee" /><Relationship Type="http://schemas.openxmlformats.org/officeDocument/2006/relationships/notesSlide" Target="/ppt/notesSlides/notesSlide37.xml" Id="R495269c1edf446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f17b9cf25445b" /><Relationship Type="http://schemas.openxmlformats.org/officeDocument/2006/relationships/notesSlide" Target="/ppt/notesSlides/notesSlide38.xml" Id="R962d91ce5e6e4d0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138d1913b4c55" /><Relationship Type="http://schemas.openxmlformats.org/officeDocument/2006/relationships/notesSlide" Target="/ppt/notesSlides/notesSlide39.xml" Id="R3a2aa8f23bb04af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47926ca034cd2" /><Relationship Type="http://schemas.openxmlformats.org/officeDocument/2006/relationships/notesSlide" Target="/ppt/notesSlides/notesSlide40.xml" Id="R3ca51af003474ab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650fd69e948dc" /><Relationship Type="http://schemas.openxmlformats.org/officeDocument/2006/relationships/notesSlide" Target="/ppt/notesSlides/notesSlide41.xml" Id="R9c0638a3484d424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d6a2c01684d15" /><Relationship Type="http://schemas.openxmlformats.org/officeDocument/2006/relationships/notesSlide" Target="/ppt/notesSlides/notesSlide42.xml" Id="Rac770af704d842e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6d988b86a420e" /><Relationship Type="http://schemas.openxmlformats.org/officeDocument/2006/relationships/notesSlide" Target="/ppt/notesSlides/notesSlide43.xml" Id="R294359abf6d7435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026af79c6454a" /><Relationship Type="http://schemas.openxmlformats.org/officeDocument/2006/relationships/notesSlide" Target="/ppt/notesSlides/notesSlide44.xml" Id="R3276d92b1d9b445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36825c9224e1f" /><Relationship Type="http://schemas.openxmlformats.org/officeDocument/2006/relationships/notesSlide" Target="/ppt/notesSlides/notesSlide45.xml" Id="Raae868454a394c5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d4a31dc3b4a93" /><Relationship Type="http://schemas.openxmlformats.org/officeDocument/2006/relationships/notesSlide" Target="/ppt/notesSlides/notesSlide46.xml" Id="R0a2eb6450456448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ac5cc04c3b4546" /><Relationship Type="http://schemas.openxmlformats.org/officeDocument/2006/relationships/notesSlide" Target="/ppt/notesSlides/notesSlide47.xml" Id="R87b6abdf5352417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732291c50340c5" /><Relationship Type="http://schemas.openxmlformats.org/officeDocument/2006/relationships/notesSlide" Target="/ppt/notesSlides/notesSlide48.xml" Id="R4399556f6e1446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3F53F69-6DD9-4F6E-A0A3-3481B71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99F5ABB-F3F6-459B-9BAF-66AFB6C7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685800"/>
            <a:ext cx="9652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5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5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15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6FD89A5-36BC-4AA7-B902-4186142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600200"/>
            <a:ext cx="99060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论文比较与实验验证</a:t>
            </a:r>
            <a:endParaRPr sz="42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3D8347E-2715-4683-B089-BDC76518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02000"/>
            <a:ext cx="8890000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建立可复现、可解释、可公平比较的证据链</a:t>
            </a:r>
            <a:endParaRPr sz="2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6C894F8-A99A-49C1-99CC-81E7B02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257800"/>
            <a:ext cx="914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每讲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小时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理论、代码路径、案例与练习</a:t>
            </a:r>
            <a:endParaRPr sz="15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D4967A4-BCB0-45E2-8AF2-B5BBEB5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43600"/>
            <a:ext cx="914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华中科技大学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张书豪课题组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0B53D460-0777-46A7-9C29-593383BD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3970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3594B16-EF3E-468B-9E37-3DF59582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200" y="1701800"/>
            <a:ext cx="927100" cy="953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F9E3B4-E5F4-4B9A-9A28-B8DA0DE2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4869CF4-2333-47F8-883A-A1F861B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80079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4D5AF4-1901-4487-80BD-C9C48F5F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8A4ED0F-0BF8-4921-858A-F1B98D0C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两小时课程地图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E1723F8-A193-40E0-B1F4-4689A7D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832E2F2-281D-4E3B-AA60-F6CE2DA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从研究问题到可复现结论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36519C4E-EC40-438C-85FD-919DD893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0B76141-8FCE-493B-AA82-E29C0676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F0D456E-A43F-4881-A3DE-9ED99E5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00–25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论文拆解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2521BE2-C0CD-4F12-9A22-75226225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D8A38CE-20F3-4709-A784-FDB912CD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5D3160F-7D42-40F1-B000-0BE01D87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48DABC9-5437-47A6-8295-B51689E0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25–55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公平比较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28DFB1E-086A-4C7B-B2F6-4190E37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AEA40D9-08D7-417D-854E-E02A3A03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93E46F1-FCD2-4874-8C7B-E3D8D3AD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868FE586-C9AC-41F3-9652-A5DA3F15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65–95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实验设计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7AAEB297-55FE-4B31-8163-B1B92B6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C4D82799-F4CC-4D0C-91D6-24B6E2F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D6F6ABC-7C74-41C3-98FE-10C638B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72970CD-9A42-407E-BB7B-9AFE19F7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95–120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复现练习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F1ECAB8-98B2-4641-A673-A4FB396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课后应能把一个性能主张改写成可验证的实验问题。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DF4A49-C811-4D0A-AA6B-DE25F0D5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2B3385B3-D04A-4415-BB0B-C7E0FAD6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37744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E851E04-1FFB-4091-8664-8E578D0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26F4AEF-1416-41BF-9A47-7B6EEE18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2A50833-B396-4C08-8CCC-95BD5F4F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研究问题、假设与主张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86C027A-92BA-4D6C-BE39-0206EDC9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6C30AE8E-1A0C-4A7E-ADEC-DFC86B4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05E1AB9-11FD-4172-85B9-927C5B89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研究问题描述未知关系，例如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压力何时导致尾延迟恶化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B08ABBB3-1194-40F8-B563-3863E0D4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82403EB-4816-4746-8A85-CFAB3BC8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假设给出可检验解释，例如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抢占恢复成本是主要原因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D1840BFF-09DC-4CCC-B6FD-965C19D3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5ABCB04-298B-4FE3-8904-CDD34DFF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实验让不同解释产生不同预测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80475EE5-C0FC-4262-B1EF-144FF1A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0DB85EF-5F79-48CC-9B53-BA480B14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主张只能覆盖实验真正验证的范围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6E354F8-54E9-4000-887C-33065F4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61C0F5D-CEA9-4185-A3F9-73109989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1CF230D-30C9-4E3B-BF9B-C3FEBADC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不要从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观察到相关性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直接跳到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证明了原因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AD1FEDC-180D-49D0-8576-7630B61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277A796-6CF5-413F-908B-2C63053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86714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F8A4DB6-C758-4CB3-9D20-FC6C067C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E08A350-2465-4B5D-B783-7203F29D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9B61703-1F18-4E85-BDE0-5939B7D8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自变量、因变量与控制变量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D07B3FE-3ABF-42E2-B43B-1EDBB57B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6C9F4C4-2297-4EAA-AEE7-9FADAE9F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实验中改变或测量</a:t>
            </a:r>
            <a:endParaRPr sz="20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8B468FE-B71A-4671-99EA-66D0BCB7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自变量：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chunk size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、并发或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 size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E520037-FB82-43E3-A38A-B6CF37E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因变量：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TTFT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TPOT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goodput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、显存占用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5C73C4C-194D-4856-A391-9469E68D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为了公平而固定</a:t>
            </a:r>
            <a:endParaRPr sz="20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C8888E8-2D5A-400E-ADD9-B870E243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模型、精度、硬件、软件版本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47B1AD9-7BD5-4792-B4C1-3C76195D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输入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输出长度分布和随机种子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0B53879-CDC0-4B19-9A49-16BA6276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4356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控制变量不完整时，结果可能来自另一个变化。</a:t>
            </a:r>
            <a:endParaRPr sz="1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95B612D-3092-4DC5-AFB1-C9ED3BB7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EFFED0F-37B1-4A2E-9DE8-ABD6194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0916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0F3C9F-8D38-411F-96CD-ED182C4A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FD5246E-DD45-41EC-BD74-6FD78427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C9C8408-6970-4DC2-9E7F-D0E7F29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Baseline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是什么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CF5AC3E-7EA8-46C3-A66B-EF87CEE5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3BD9E6FD-C00E-4D3D-A841-C6808FA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7ADF7F5-59D4-4FDC-BB62-38C4C69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Baseline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是要超越或解释的参照实现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FF2E1AD4-9DCF-495A-BE0B-38C19FE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4F4F85A-7FD8-4541-86B6-C6FFD78D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它应使用合理版本和公平调优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42D73B5A-4935-4AD0-A2AF-589BF8D4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1EE206C-E8CE-4B2E-8F29-585AEF75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多个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baseline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可分别代表默认系统、同类方法和上界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233E0922-C614-487D-8E02-4AE626BF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CF8F372-B807-4460-9221-F5DC58D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报告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baseline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的配置与失败情况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B263A5EC-ED4D-4625-A61B-3ABBF2D4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DB67121-1544-433F-8576-E15F72D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A330667-6916-4DE4-B9F4-6BF2CC2A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默认参数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不一定是公平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baseline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AB8BAFE-D7D9-40A9-BAC7-D9D48652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956B6EB-5056-45BF-BF11-0752121B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20136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36E26C-F041-48A1-AFBC-83704094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A86C422-9E0B-48FF-9D23-F56BE849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B847148-62F1-4F1C-A4C3-5D5ED989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Goodput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的数字例子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C82308A-74CC-4205-80D6-98CBE06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46B167F-3B80-426E-8E70-4B59D2BB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10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秒内完成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100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个请求，其中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72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个满足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SLO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FE15E713-F6F5-4F00-B0DA-6293829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79600"/>
            <a:ext cx="107950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2B4E9D5-1F1A-41D6-932D-E1ADE8CD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159000"/>
            <a:ext cx="10160000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throughput = 100 / 10 = 10 req/s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goodput = 72 / 10 = 7.2 req/s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若优化后完成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110 个但仅 60 个满足 SLO：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throughput = 11 req/s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，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goodput = 6 req/s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6FC8AE7-1DE8-4C11-9F99-1D74DB8C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1562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吞吐提高仍可能伴随有效服务能力下降。</a:t>
            </a:r>
            <a:endParaRPr sz="17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022780-A08F-476C-82EC-D0ABF358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F5304C-68D8-4C57-BDBB-7ADFF689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01383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A46A8AD-392C-40AB-B776-BB2E844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6489959-6FAF-4CDA-B9F7-9530B316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系统论文的五个对象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8A8945B-CA1A-4E7C-9430-4E2A4E29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542C76D8-8394-4CBA-BEA9-BBD1F7C0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F1F270A-D21C-4C22-A5D5-0B803E7D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问题：哪类工作负载在什么约束下失败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5D33C2FC-ABB5-4D26-B588-8CF561E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580BDF4-E875-42F2-B47B-BE00E47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机制：系统改变了哪个决策或数据路径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105E592-F5D8-406B-B403-72D2D1ED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2B7DBC0-A4B1-4408-AEEF-F75A5D11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实现：机制落在哪些组件和接口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D5C80521-CF16-4451-86C3-727472F8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C1E03DC-156B-44F6-96D3-40630666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证据：哪些实验排除了其他解释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04C54517-9038-47C8-B3D8-D0198DB1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C1ABCCA-4701-4F9C-ABEC-0D018A9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51562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边界：什么条件下收益消失或结论不适用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139E1175-DECB-4154-8838-B6AB8A94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DDEF7EE-4EC8-4FDB-8D01-046D043A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4815FFD-1AEF-45A7-A15B-EE3DA0C3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读论文时先建立因果链，再看图表数字。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7618D9B-302C-4632-A68B-A3E1FA25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7D48BA0-D3C2-4ED4-9792-1AA32DA7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25732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0E7CF3B-D0FA-422F-8B27-8775A601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73C843-3964-437E-975A-97F034A0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从主张到实验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9E87F38-6A78-4CC1-81B4-1358AB21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19E999E-0F64-4627-8D90-9F827940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每个主张都要映射到独立证据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35C8162-39D1-4D28-9602-5AE3AFC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995805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E9A118E-445F-40F4-82F1-32C4E98D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2C4AE74-A904-4F7C-BC2C-632F61EF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写出主张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044DB98-C61A-44AC-830A-62444D7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0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714ED8D-0BC9-4993-BFF9-0E052D14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60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7379852-E707-42A0-92A7-1AB27727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7B4D6EC-BFC5-4B1D-A31E-A3D7A5C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确定对照组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14A40F3-5236-4A14-B6EE-7ED2CEF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2D895DDD-B679-40D6-8B8A-31B36313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1A03115-CA87-49F4-AAD4-AE09F42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73E2A5D-6C7A-45FF-900B-3CDF2449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控制关键变量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D12ADEB-8C1E-4146-808F-8609AF0D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88631DF-5E38-4ABC-B717-323F0BE0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88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E3AFD47-FD5E-4F1F-AF26-1009B30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3020CF3-7B54-43E1-B50D-3802BC3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选择指标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7608110-1B86-4F50-A1F1-5A2D0B5A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2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7A7814FB-6FD6-428E-8061-96E1BB4D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717311A-055D-4082-936D-2AD0A034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309D14D-6A40-4F24-BA47-0DF09B8A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解释结果与边界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3E1C6797-5B06-4C4E-A317-A581BA0F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实验设计的目标是区分竞争性解释。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277B845-5A6E-4E9E-971C-40E4C90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EAD011A-1ADB-45E8-9333-5BC6812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1126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D073DB-640F-4DF5-913E-99B83C9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9E288C5-580B-4A3F-8FCC-341D594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不公平与公平比较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96337AC-8FF7-4C64-86F3-506DFAC0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62E8D96-D6CC-49AB-8CFC-B7E097D8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常见问题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7A35FCD-AFCF-44E7-B530-17F0859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模型、精度或硬件不同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E07082B-3EC4-43B8-84AE-6D8E8AE3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请求长度分布不同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C381456-4B6C-4123-8067-C4E6DA76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基线配置过旧或参数未调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D1B4523-CC66-409E-94BF-1AE4ADBE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最低要求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60A684C-8B8C-4804-B5B1-14CD22B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对齐模型和质量目标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06E54AB-819C-4C62-B745-65D1EDF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trace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132CB8A-1F74-49B5-B8CB-08765578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公开版本、配置和调参范围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7505C010-1DFD-4165-B933-C0BB963E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比较前先证明测试对象处在可比条件。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76A805C-5B5B-4EA5-BD1E-0F0568F2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B96C0A3-B73A-46A8-ACBB-84A3FA8F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43835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2B70EF-758C-49B4-9229-90B901F6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7EE4600-6BED-4629-B02A-8336B20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工作负载设计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AF4D897-DB23-4B47-91E5-DD1F3023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4E6D750-F9BC-444B-8C56-9A0BCD9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19C927-4328-47B7-BD46-02C18FD6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合成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用于控制变量和扫描边界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F95588A4-FEB6-4701-A377-33D4FF54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23BAE51-977D-48B4-A726-1F73C9F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真实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trace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用于验证到达与长度相关性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59E1877E-5113-4B73-8E4F-9ED2025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32597B-A6D9-4F02-BB98-F6AF02C9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压力测试用于触发队列、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与抢占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52679BA7-1868-4691-A8C0-049009D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B57FC6E-30FC-4067-B9ED-9E274134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多组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覆盖优化的目标区间和失效区间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1247CD5-538E-40B1-82A3-6175F45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F387E07-398E-4AE4-8F6A-384821E0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AB0C7F5-6188-4786-94BD-FAA93EC5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一个平均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无法支撑广泛结论。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C66C9F4-6708-4EA6-A1A6-7E5DE6C1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1B391F1-F0C8-4CA1-8BDB-D71518BC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52141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A89BD25-6C41-469C-A3DF-F3EE85B3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BE10CE9-DD33-483E-BE23-C6604D8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指标与统计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A43EC29-981D-465C-A3D7-198465DA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DF72F5E1-98AD-482B-9CB9-C57A298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5B2542EC-387F-485C-AEB5-DF42FF4D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延迟报告中位数和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P95/P99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B2A651F-1F23-4AA1-8D51-26EE1658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B35A1FC-EC50-4DF5-97F3-39E14981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吞吐报告有效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或满足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的请求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D4A04B6C-42D7-4F40-BAC3-51ACA993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4585C4F-3A8D-4B83-AEBC-B010FFC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多次重复并给出离散程度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E612F85-E659-4C1F-847E-318D095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9B5A114-B672-4ED3-A788-BC56A86A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稳定期、预热期和测量窗口分开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BA92E7F-3A42-4120-A488-5B1BB63A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D6E4BAB-BAB0-4555-9A89-379F961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98F613D-13F3-402D-9D7A-DD926BFD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统计方法应匹配系统抖动和重尾分布。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5ADB83-4118-4F28-BBE0-0A893DB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B75A131-6C9F-4EFC-AAF3-7CEE911A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60440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C1C3608-9C5C-43BE-B085-BB4BF085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FE0F319-4B96-4756-9385-E9926F36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31820AC-92F2-4936-AF54-B9DD03D9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近期研究：重新审视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压缩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CCBCE1F-E90E-4992-8D59-0057D9CE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2246516-CFDF-4C9C-9F56-F396B9C8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Rethinking KV Cache Compression</a:t>
            </a:r>
            <a:r>
              <a:rPr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MLSys 2025</a:t>
            </a:r>
            <a:endParaRPr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585459F-949D-472B-BB2C-1CF2F2CA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问题：许多工作只报告缓存压缩率或算法质量。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DE15687-A7BE-4030-A13C-9BC25F5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方法：论文把实现效率、输出长度和样本级质量纳入系统评测。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2DD8438-D864-4B5B-8BA9-446CAACE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论文报告：研究发现压缩并不总能转化为吞吐或端到端延迟收益。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3F29EFA1-12E9-49B1-B345-9DE9101D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F00F687-EA8D-4D10-B747-B0D521F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D74798A-C975-4290-9F74-A9A4369E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这是很好的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负结果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案例：完整指标会改变结论。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00FC3DC-AB4D-4563-8050-A2ADFFEE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https://proceedings.mlsys.org/paper_files/paper/2025/hash/26289c647c6828e862e271ca3c490486-Abstract-Conference.html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D2D39ED-E14E-4979-967D-7E9DD17B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E628DBE-0D70-45D3-8722-94139955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96817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A278BCC-32FB-4EAF-9EB3-C39A36B1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AA50FF9-52D3-4906-86CF-7FCCE8CB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微基准与端到端实验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2C68271-F44F-4EC5-8F7A-52AA0000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6981F10-D6E3-4E43-A576-91ABF200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微基准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FA66CE9-4656-4967-92CB-63BC02A6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隔离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、通信或元数据开销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4AAF28D-72E9-45FB-8DCA-523BDB3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便于解释机制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D480DB3-9D42-4B6F-ADB1-1E21609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无法证明服务层收益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7C8E3D6-201F-413D-AD1D-9268D64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端到端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CFDD656-D6F5-4E1D-BA3F-0A5D1B1D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包含调度、排队和状态管理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45DE621-1B16-434D-AC1C-4650DD8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直接测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与成本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CC6C668-7595-4D08-99A9-B863D310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需要更多控制和诊断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E76521A-1FFB-4EA9-A59D-68D00A40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两类实验互相支撑，不能相互替代。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FD37E47-BCB2-4611-A5C1-0D27FFC1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F91C77F-26C9-4558-9FDE-5D9BCA55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444735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4C5FC9A-76B8-4120-B6C6-45BF8846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5B0C55E-1DF1-47A1-873F-E73D9D21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消融实验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005221C-743F-445D-9F36-8AB727E8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68F9F114-2F43-4366-A362-F7F82D5B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8894563-8E84-464A-AAA3-1C1F87E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关闭单个机制，验证它的独立贡献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23167C5-60F0-4EF4-85DA-9E2BCF52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7C00A4C-70FB-428B-A140-F60E8615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固定其他组件和参数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93E230EC-8C1E-4A57-92A0-8968B916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B1F9385-2C4C-453C-9ABE-91D82C44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解释机制间的交互而非只列数字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6242D691-E2BA-4F73-8EA1-85BDD8C0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881BF10-2EAC-4B24-A622-A80B61D9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对自适应系统报告选择分布与误判代价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78816C4-74B5-4867-961E-E8116D35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9E507A1-7B56-461E-8E23-5755EBB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9FB3B9B-DDFC-4A76-B787-A48D096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消融要解释为什么变化，而不仅是变化多少。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C532CA6-7BCB-4AAC-ACC4-4AC83841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71B4B24-F153-408A-B773-77166EBD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49080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9E5C99-2AC8-45F6-85DA-069A9CA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426E4F5-9E3D-4C6F-94A1-89112915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正确性验证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DAD1D89-478E-4BE9-AB9F-2C9330C9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652D9922-05B2-4083-B28D-BB59416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566D229-C823-4EA6-B6F4-DE207C8C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固定随机种子和采样策略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E8F14C6F-86E2-4BEF-AFF7-8E56306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958F0EB-8B26-4318-BF97-CC0B151A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比较输出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logits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或误差界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FE5333EA-C282-4D13-A6E8-06F84096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FB44355-A8A0-4CF0-A50B-CD41E93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压力下检查状态泄漏与请求串扰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D2688755-6C31-4CF7-926B-4AAD00CC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F4AF291-0CB0-4BD2-8CF7-24D36489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异常和恢复路径纳入测试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A50B153-999F-436B-971E-052017D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AFE5682-8018-43B3-858F-75BA35E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239199E-97C4-4690-A54C-F499B59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性能优化首先不能破坏语义和隔离性。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A7F31D8-2DA9-41F7-B7D0-0B63DC12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76712EC-3AD3-4990-BAB3-2A3F071A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55436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8AB66BC-BBB4-4431-83E5-5AB5623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303C943-3911-4FA6-8448-34B340D7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E89B4E8-57CC-4245-8EC3-24288C7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近期研究：重新评估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P/D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分离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20B07A7-433B-4CFE-A144-83ACBF4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EE66D00-CEBE-41A5-86DF-CDADE1D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Revisiting Disaggregated LLM Serving</a:t>
            </a:r>
            <a:r>
              <a:rPr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2025/2026</a:t>
            </a:r>
            <a:endParaRPr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74765DE-0074-43E8-8B8E-4559E47D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P/D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分离常被假设一定能提高性能或能效。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39865B0-1B55-488A-AC07-A9AF1D2F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方法：研究比较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colocated baseline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、不同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传输路径和频率设置。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58FC3E3-4EF6-4B7E-874E-B6D7D9F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论文报告：论文报告收益依赖请求负载和传输介质，能效结论也并非必然成立。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133CCA9-7D42-457E-B1A5-77EC43AD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63FEBE3-69FC-4295-99E6-181630E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3DD6D86-8CEB-4DC5-91F1-F52DAF61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课堂用它检查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baseline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、传输成本和结论边界。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B48CD5B-1962-41E8-BEC1-EEAA5734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https://arxiv.org/abs/2601.08833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1BA6DC8-4C2C-4860-8541-9B21DEC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FAEC2AC-77AD-4329-845E-3D99FA1C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655693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0B6B1B5-2B8A-4930-A16F-7BDA7F6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ADCA3A1-A6FE-4E01-9E1B-8E130B1D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复现实验清单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71416CC-E41A-4F01-A3C9-8DE02F2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6E2D1B-29E1-4CF2-8158-CD65269F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6000"/>
            <a:ext cx="10795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仓库中应能找到这些信息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F538FA0-3FBD-4136-8CC1-0DBECFAC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795000" cy="353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BF7DA53-A595-47DA-8DB1-90BE947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5800"/>
            <a:ext cx="10185400" cy="166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commit / patch / dependency lock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model + precision + parallel config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hardware + driver + runtime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workload generator + trace seed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launch command + env variables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raw logs + plotting script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37D3DA9-CA6E-4FBC-AE8F-0037DF4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864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图表只是结果，复现材料必须包含产生图表的全过程。</a:t>
            </a:r>
            <a:endParaRPr sz="16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6CCE1E2-0019-4A66-AEFD-7DAD4340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6F843CE-9317-4B08-AB80-1131DBE5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077757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DAE25E-A36A-4D49-B527-70AE22D6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2E2AC514-DECE-4865-BCE4-2C459DBB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论文图表的阅读顺序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F5A3E86-7A02-46AE-BEDF-74D734DC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7D17EEC0-F474-4B44-93A8-BD58E7A5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98252F4-DD57-42CE-A796-6F268C4E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先读坐标、单位、归一化基线和误差线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62B9BEC-0B70-4E42-9716-6C27605C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E30DF7F-40A2-4839-998B-4A2A4994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再核对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、并发与硬件配置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CD0F554B-E8FD-44A7-9DA3-A6A1E21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C53D081-F5D6-40C0-84DC-9055F1F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检查图中是否同时呈现吞吐与延迟约束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61388DD6-7FB8-4D01-ADFD-E647EBF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9108D1C-85A5-453A-86E8-8E73C146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最后判断结果是否支持标题中的主张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754A6B88-3B38-46EE-B0FC-FD3C5C4D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5777EAF-1F90-42AB-993A-991985E2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F6E6E73-12E9-41DF-865B-0A445587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图形风格不能替代实验条件。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4D2AE63-6BA5-4510-B7BC-C14230A4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8F0673F-8734-42AE-8948-EEA9128C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675198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148FD1C-BFB6-4587-B26B-978E9798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DB3F1EB-CA52-4B82-94B7-2E67DEBD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最小复现实验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4A23842-831E-48A0-A1AC-8F9E33A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0DC46EDB-FD22-4C16-A33A-B8895051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1966E79-FA02-4DE6-B534-AC8EBF31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先复现一个稳定、规模较小的主结果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DF66F1A0-D9F8-4970-8EBA-F0CAE50C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2992303-47F9-474A-A528-50E635AA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建立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golden command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与预期区间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5F8AC23F-3823-427D-9E38-931782F3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3B78866-5A7D-4A0D-A753-D611555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记录失败尝试和环境差异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884C3AF5-5B5A-4E94-A77D-45D017B7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B360499-6F7C-4457-A0F7-2765031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再扩展模型、负载和硬件范围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ECC24A4-8E22-45A5-861C-72BDC4A6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FE39778-4F4D-40F3-B18C-FDCB050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CE2793C-09CD-4FAC-B56A-1420478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最小复现用于验证方法，不追求一次覆盖全部结果。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A2EC8B-669E-4924-B0EB-3580AEE4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BF59212-260D-4030-B644-B68F9C1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5527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5157ED7-C258-4267-B9DA-9FAA220D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A2D8B6B-1EA2-4241-96F4-BC263F3D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A18593B-DDD1-4430-B7FA-81A1EAB3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尾延迟样本数的陷阱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FFDECBB-BA0C-4B35-B349-76ED9510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0080CF4-6093-4CE3-8A66-5A51CA2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只有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100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个请求时，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P99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几乎由最慢的一个请求决定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A096F47-1E37-4B46-8DC5-8DDE7F11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79600"/>
            <a:ext cx="107950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CDE9A5D-E166-4F6D-AE17-FE4F259E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159000"/>
            <a:ext cx="10160000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样本少：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P99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估计高度不稳定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请求存在时间相关性：独立同分布假设不成立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预热与故障事件会改变分布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置信区间用区间估计表示重复采样的不确定性，并应说明算法、样本数和重复次数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C0E92C5-B045-455F-8E5F-FFF1DFCF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1562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置信区间反映估计方法在重复采样中的不确定性，不等于</a:t>
            </a:r>
            <a:r>
              <a:rPr sz="17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7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真值落在区间内的概率</a:t>
            </a:r>
            <a:r>
              <a:rPr sz="17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17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7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FCCB669-1560-4320-BD3A-4F988B90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0204480-D928-4525-953E-6A0D3271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958192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2816A4-DC60-406E-B88F-FC9E55B9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A992D30-679F-4B97-8A6D-9AC24A8E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证据边界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59C32DC-4DFF-4FD3-BB80-DC1E371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744D4B5-D864-4C47-A703-970BB7C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可以声称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C84DCA2-1260-48C2-909F-8BC67EB8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在给定硬件和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下改善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DABF433-ED3D-487D-96B5-7FC307B3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机制解释与局部实验一致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0E5DA41-06A7-4FA9-9001-F37C36AD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公开限制与失败点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C998FFA-A37C-4A9B-81CF-74D4E8CD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不能直接声称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7BE4970-1B0D-4635-B6B1-7DC29529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由单一模型推断所有模型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7318ED1-46FC-4BB1-8F66-285BA5D7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由微基准推断端到端收益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771AA48-0874-41FB-AB28-A52E526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由仿真结果声称真实硬件性能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D7DF9A4-EE46-4C0A-A1E6-BCABA305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结论的范围不能超过证据覆盖的范围。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BCC60B0-6E4F-4533-9C19-464F8385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EC6D6CE-63CA-4649-9618-F01EC70B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058887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58D6CA9-27BC-4B2D-9B34-1CB7F708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FD351E2-8CA7-4FE3-A089-7E21F464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8AAA86C-0C84-4928-AB7A-5FE298B9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一张图的审阅清单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FA4FC92-EC51-4414-BA28-D48D1F7A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CE7FD4B4-88C1-4556-A7C8-9653A499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334B886-3AFC-4224-9F00-05EDC93C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坐标轴、单位、对数刻度和归一化对象是否明确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5674FEC9-B0ED-45A5-97B5-CB761777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0A1DDE6-6834-4E31-BC73-695DCC10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模型、硬件、并发和长度分布是否一致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9DA41292-BF8A-4642-AB74-3AB4079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D6B6F85-C798-4A84-9B9A-C465D07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误差线或重复实验是否支持差异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5E60A907-EE69-4280-A0EB-224941BB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70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1677F8C-77E0-4EF2-AF3C-DCD8B10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标题中的结论是否超出图中证据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1F1CB32-A5AC-413C-99D9-41CD6EF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9070FF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F3D496F-A91D-4BC3-9640-1CBDC573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3B7D2C4-0DB1-4A39-BE04-5144C688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先读实验条件，再读柱子高低。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BCEC41-1BF1-47AB-B8D3-305A0096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8E114BA-FCB3-4903-92D9-557A34C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8309109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13F9A-8491-4531-BD18-CD19ADC2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74D61-F82F-47DB-89D3-6A5F2A43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6E47A-605C-4B00-B94C-ADC8BE1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344F7-32B3-40AC-B930-2AD8A33F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把论文主张拆成证据地图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9A165-1660-4878-851A-4F59C332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BFA32-18B8-4D5C-B77B-24139EE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662DC-A57D-4E74-87E1-0D4F29C0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9616A-80DB-4CEF-8887-4F6E48F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536FD-0CC8-4C48-88C2-7DB6748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56BC3-F031-4FEF-870D-B372F7C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5A371-4F3A-48A4-B5B5-A2F8FCC4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逐条连接研究问题、机制、指标与实验，而不是只复述结果。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E358B-354B-4667-B2FC-6DE42A8A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775EE-C62D-42F2-ADB0-61D73586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200993986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68064-6C0D-4739-A875-1F7E54C6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3662-086A-4C61-A454-E2C0C412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0EBE0-F5B0-4C0E-BAEF-E92749F7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E20C3-EBA9-4721-9DEC-F0C2F97D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把论文主张拆成证据地图：四个必须说清的点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E50A3-D931-4B51-84A5-7E524EF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EB9F0-8672-4EF8-AB89-C8BBDF17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57392-57F9-4145-AFD2-CE1358B2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22662-0C5A-41A8-990C-B63534DF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3A7A2-8C8B-43E7-9A66-54D81C4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49BA0-624D-4654-9A8A-7839698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DB3CD-424D-4CD3-B1FE-0CF2028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3E6E9-3E00-4F55-ABD8-E095F14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主张应说明对象、条件、比较基线与改善指标。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B8567-B825-49A1-985C-5F9431E9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BCD75-199A-4E11-8AA4-01B649D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29D1E-BBAF-4C85-949C-62BF3E7E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425E6-FD1B-4985-987C-DC60CEDD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机制解释为什么有效；实验检查它是否真的有效。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32935-CBC2-4C87-AB6F-0FEB688C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AB70F-7050-4121-B601-3270D0D8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72CB5-17B9-4ACF-A980-93DCBE24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BF0C7-BA1E-4E20-803F-0877FE57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每个核心主张至少需要直接对应的证据。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783ED-ADC6-4D44-B280-2233C059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00AC1-8CD1-4FE9-8FB8-827048B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77D76-2281-41AC-AA2F-1CE55ED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8A768-5F98-4F45-94D4-6D7C965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限制条件和失败场景同样属于结论。</a:t>
            </a:r>
          </a:p>
        </p:txBody>
      </p:sp>
    </p:spTree>
    <p:extLst>
      <p:ext uri="{BB962C8B-B14F-4D97-AF65-F5344CB8AC3E}">
        <p14:creationId xmlns:p14="http://schemas.microsoft.com/office/powerpoint/2010/main" val="19023740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5D700-016B-4FEA-909F-EB9472EE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AF383-5A88-4E0B-82F3-D88BFCD1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0E959-ACE0-4E2F-BB49-7EFF3691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07D1D-BCB7-4E94-93A9-0C650025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把论文主张拆成证据地图：把结论算出来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55F4A-6C5D-4472-BCAF-8EEB80A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3D604-88F2-4725-9E2E-705DBAA3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07882-C968-4A91-ABE6-5D65DAA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C88EA-5695-4C4B-9FA4-28B42045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D041B-AE23-45DA-AED3-A49C851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8394F-5497-40B3-81D0-0D4D624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5C312-5763-4DC5-A593-F05897D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D625A-635A-4BE1-82A7-16E7708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宽泛主张：系统显著提升推理性能。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32AEE-5FF0-4963-A6C0-817F85CF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D4BBB-A3E4-4842-9691-B03CDAF6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01506-A54D-476E-A836-E6251EF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BB8DB-7EE2-4E62-B4AF-B24162A7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可检验主张：在指定模型和到达分布下，提高满足 TTFT/TPOT SLO 的 goodput。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28DAD-9B26-4255-AA13-82D76D05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BFBAF-C42F-4434-9EF4-5B113C20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FA46F-0BA6-47AA-98B7-DFC8CF35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01378-9803-4C8A-A9E2-CC6B7AE4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证据应包含公平基线、负载扫描和置信区间。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BAF7F-7BFD-4DF0-A89B-776377E7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2D85E-A0A9-4890-89D3-9D344A13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C90F9-2F71-415E-BE31-925BCF6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FD44B-0528-4775-B711-76CC7263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若只给单点 token/s，无法支持 SLO 主张。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8DB57-5D5A-4AD6-963F-AEA34797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197334939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17B77-877A-49DF-A1F2-2C04E61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B7E32-D0D8-4EB1-B0DE-5C1A8888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1F09D-E171-402B-AFA5-239D6EB9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818AC-9B3E-4A48-8961-B4475332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把论文主张拆成证据地图：五步走通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CF3A-9F6E-4196-9C7A-62FD1026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8700-6256-40EF-96B4-8C2DC1B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BDFF8-3DF3-4E35-AC73-D2E5FAD0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5DC1B-5610-4383-A580-C0CE3BF0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9CC34-7A32-46D3-A62E-E52AAC8D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30644-0C2A-4F5B-8492-261E7A9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BA30D-B5FD-4FD5-AAEC-C46C9C01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摘录核心主张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1B256-BD75-4361-99F4-07EF950B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51AB5-AA61-4ED4-A94D-55F2A9B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F8B45-4031-4FA2-93EA-658E16CC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3DCEC-9021-451A-9A82-CF37D31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标注适用条件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4EBA3-4CE6-4C14-ACAF-1614C6C2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46317-A0A1-491D-A2CD-B743FA0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52FBB-4A64-4B0B-A83E-D336CA78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0F077-6219-4898-8AA9-23D34CB3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找到对应图表/实验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F45C3-73FF-4507-A518-D8AC3705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5A7CA-CA84-4AD5-AB7D-3F741C5D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544CC-E6BA-40CB-9DB4-5A241A31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08867-9373-4883-92E6-C2911115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检查变量与基线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FC22E-ACAC-42E9-85DB-8DC3231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CAA9A-E5D9-4DBC-BC73-A00EA5ED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717AB-DD55-4D94-904C-756B873E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4EF1E-8CE4-4F90-B601-FF802D7E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记录证据缺口和边界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2D231-73F9-4435-9273-1DDEEF53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D15F7-5638-47BE-853E-A016075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217372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7525B-0BCB-47D8-B5E2-2A627784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9154F-1E85-41E7-8495-F69D05C4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B83F6-8BE9-49D0-8EC5-30C6392E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33ECC-6514-45EC-A248-ACFC6E77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把论文主张拆成证据地图：四个看似合理的误区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77358-DE42-49F5-BC28-41796DAD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AD788-38AD-4904-B1CD-DE37E8C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F8587-FB10-4A58-8A1F-13B12F7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82188-6A65-46D5-A5DD-EDC2E18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250EC-FE50-4905-A6CE-97A7E15E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CEEC1-C139-47FF-8315-064B005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C2A9B-FA22-4123-A37F-65626BF2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摘要语句当实验事实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DFE34-E7E0-4439-B380-EDD4C2BE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D29E6-5CDA-4C82-8B8D-A2FBB5A6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B16B7-980A-4436-9DCF-17A50EE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相关图表不直接支持主张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6683E-2B97-4A9B-AD47-81331D93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8FBD7-497C-490B-857F-E627763F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4F5A5-A3C5-4D1E-A2B0-8C6C947A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忽略硬件和负载条件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2EA7F-ADB1-477D-B6A1-36F05A31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9088F-7EA5-4057-904F-B1C40D75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F3C29-24E2-462E-A68D-91D54C8A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只看最佳配置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DBA6C-4984-4B2E-A1BF-58D4D40A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4568498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A9367-1DA3-4FB5-840C-3B69F72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71609-B28B-4D0D-9255-DEAC795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BAB55-CDE4-4C2B-B4AB-2B3E2145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47EAA-D704-4E4F-9E1F-536B1AB8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把论文主张拆成证据地图：10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2E881-1CAB-497E-B5DA-79C17238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9E1D8-73E9-409F-B8F8-B97C48AE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5D67E-70B8-4373-B228-6CC8A01B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933A2-1611-4A0F-B768-9B4CE68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B136D-4677-4602-86A5-78340B19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B2B78-73AC-45F4-8A4A-1733D935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A7055-1487-4FCE-A8D0-4E86AD55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C7670-31B4-4264-A892-05B6CC9F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一个完整主张含哪些限定？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29514-CC4B-4229-B65E-06BE4CF4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0A65E-80B5-4E65-839B-7BE9955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EFD66-8AD6-4F3F-9D21-DEF142C9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5C909-A4FE-4566-95E0-1A93B106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机制说明能替代实验吗？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96E75-8E26-4247-984D-6A19ABF0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A9581-0244-4EAD-9C74-03B32AC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2A200-7273-4CC5-8CDF-3902960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0415B-3D55-4EA9-A58A-D2D8ABB6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如何发现证据与主张错位？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18DE5-D285-40D1-A22A-1910C855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E58A4-1DF6-48A9-830E-03F7D415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带走一句话：逐条连接研究问题、机制、指标与实验，而不是只复述结果。</a:t>
            </a:r>
          </a:p>
        </p:txBody>
      </p:sp>
    </p:spTree>
    <p:extLst>
      <p:ext uri="{BB962C8B-B14F-4D97-AF65-F5344CB8AC3E}">
        <p14:creationId xmlns:p14="http://schemas.microsoft.com/office/powerpoint/2010/main" val="99774653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462D1-1874-4E84-B0EF-9DC14E75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84DC8-22E4-4B37-A824-8F48B1E9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2994D-25AF-4691-B64E-FC818F4E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2EBCA-9A81-4CF5-A205-E912F040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设计公平的工作负载与基线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E18BB-02D9-4395-B3AB-FB264E63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175B5-17D2-428D-B9AE-423FF03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66669-39F9-412F-AA1F-F695635C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4AE6F-0C53-4E79-8290-6B202597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BEF01-A80B-4449-9526-A87F1E93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B12E6-778E-4332-923C-4E6186E2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35960-4C7A-4C9D-8F56-F4FA0AEC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确保比较差异来自系统，而不是请求、配置或调参机会。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203A2-C242-4456-8DE1-8ADA6CB8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46FFC-1511-4360-BAA7-30B7519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5142947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F765C-9C45-4F63-87B9-4D37B21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D3056-C902-4BE5-BF23-968FC4E8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A7176-FA70-452D-8060-4FECB38E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61236-8263-4655-ABBA-A60B5B9A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设计公平的工作负载与基线：四个必须说清的点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E1E66-1505-4DB3-A12F-6F52C01B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7D8A9-6726-4365-A939-2A9BD07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8403B-8E54-4B26-BE24-FEAACFE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22DDC-7706-4927-B31D-A31A7A0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0940F-9321-49B4-BC8B-B07EA86F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28600-6820-40E7-B64B-2493AFE2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7A8C9-1DA8-4639-A64A-47CD75C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929FC-3B11-4A3F-9132-F48CD433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同一请求序列、模型、精度和生成参数是基本前提。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8073D-8D14-4404-979D-E65D3924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9F76B-4077-44B2-BD90-1889AD2D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633E6-50D0-4961-9FC6-FD81F15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BD788-A89B-4985-AFC5-507B6305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基线应是强实现，并给予合理调优。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45CFD-A9F7-46B6-AB98-F6C7E1A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95AC3-E3A9-4D47-B70B-01A9BA5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9B797-0538-4883-893A-6816F45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05CA5-A53E-4FAB-8DC2-F9B432D0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负载必须覆盖方法声称有效的区域。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CFD61-ABD8-443C-B552-E46F86E0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7823A-DA02-4172-AE09-97F2A570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0F79B-5A41-4137-83D6-D29414C4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9DAE3-07E1-40A2-8C1C-788ABB76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训练/调参数据与最终评测应分离。</a:t>
            </a:r>
          </a:p>
        </p:txBody>
      </p:sp>
    </p:spTree>
    <p:extLst>
      <p:ext uri="{BB962C8B-B14F-4D97-AF65-F5344CB8AC3E}">
        <p14:creationId xmlns:p14="http://schemas.microsoft.com/office/powerpoint/2010/main" val="171579743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79B94-D31A-42C7-AE8E-19998132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BAE00-13F7-434E-82AC-99CE736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D42CF-EFA8-49FA-8C7D-4214BC0E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7ED75-6487-4ECC-ADD3-63F4CCC1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设计公平的工作负载与基线：把结论算出来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96278-8360-4E06-913A-FF47BFBE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EE6B5-4AED-44CC-81FF-C4CAF5B8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EDE0A-549B-482E-BA6D-A6FFF2B5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86F67-BCD4-4E1E-A1B2-489FCBC3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428E3-0B9F-43A0-B1B0-4B3442B7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417BB-2C72-46DB-8C2D-F3DF8F3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CC057-BCD1-4D7A-8C5A-4F230205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BBA70-CF15-4953-825C-2E974A7E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方法 A 用真实长度分布，基线 B 用更长请求，会天然更慢。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A08D7-D9BB-4E89-A17A-B7447D2F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A9224-421A-4E22-8041-BB65F9BF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F4946-1E0B-4A33-812F-7481A66B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1E9C4-5536-4B03-94A9-58E5A8DE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即使指标计算无误，比较仍不公平。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BE3F8-EFB2-48C4-87FE-6CAE54F0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B92B2-A60B-4E0E-916F-1AF05BAF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53422-DB36-41B4-B971-755C3913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B18EB-E9BE-4214-83BD-EBAF847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正确做法是固定请求 trace，并记录两边实际完成的 token。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81F1A-7138-4AF5-BB1B-958CDAC4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310FA-1539-4C56-A466-41D165C3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0C622-95A4-42EA-BF21-FA53DC12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8A868-EEC4-42CE-8538-359164D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若支持特性不同，要明确关闭或单独报告。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24ED8-5AD3-4A34-A3B3-3BD01C33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22218619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498CB7-28CF-4EF1-83E0-83449277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E25F8-A000-4CC7-AF93-4506B3E8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E6C7E-BE18-4C0F-81F3-D76E2492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286CB-646F-41BA-80B8-3D867F7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设计公平的工作负载与基线：五步走通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C2E38-45F0-4871-BECC-AFC52B0D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7B1B7-D04A-43AE-AF6C-DFD37ED3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18B24-7449-433D-8480-9273234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C577A-0F9D-4AFA-BFE9-A64D869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80EAD-0D30-4933-BEA7-9950C508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EF8D7-19B6-4448-AD0B-F1EAD3C2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0742A-F4FE-403B-BDD5-9663C1B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冻结模型与请求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85A40-0A4E-4F8A-A73A-CACC78E1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E867A-3DEE-4022-9473-F825401A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35BCC-38ED-4F8A-A071-338BC9C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9E3C2-DED2-407F-BD24-AB68B29E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对齐精度和生成语义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8AE71-1CD5-4762-8051-326690E6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8F18A-DCCC-48C1-8267-7509C62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E244A-C09D-486D-92E9-E46DF0D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BB944-41BD-4274-AD23-87C5852F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为各系统独立调参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0994D-D5DE-4418-8947-FC0C6034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55AE0-1720-409B-92C8-C220B001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50A66-CCE9-4362-B43D-861235B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AF6D11-F83F-490B-8BE8-809A6538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扫描多个负载点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577DA-B7BA-4690-B72D-42915690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78EFA0-EB98-457B-AB30-514D699B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91DF2-5214-4281-85B7-CA32012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5951AC-40DD-494E-AA7C-87C29505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保存完整配置与原始结果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A2035-EF70-4514-A033-42B182BB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E95BE-6057-4005-9BD2-CBF74D6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61191426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F4C71-38BF-427E-B2ED-C2A98E4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C3E26-A399-4DE7-85C2-CD72D78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D2078-294C-4E82-AF7E-6367FE4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298C2-FEDD-493B-B32A-06062C1E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设计公平的工作负载与基线：四个看似合理的误区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D1F70-E0F9-498C-9FD3-5274360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E6A69-5CFC-428D-BF49-DD12DC5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15D11-9AFD-41F5-BDAC-FF7C6CE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0ED3D-2CAA-4822-B336-ED043959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8E8C7-D50E-4377-8BEF-FE4536C3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6DAB6-1F8F-4EEF-A429-33BC7E78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6DAAF-A69B-4D5D-A1F4-9D10D96D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基线使用默认参数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C1081-522B-4C9B-9D74-E665A554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2C5D9-E3EA-41B7-BDB6-19D5141C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D7C14-38BA-40DE-AE3D-66F6DE53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两边 batch 策略不同却不说明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A841E-15CD-43FC-969F-F0B7E6B5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13EE3-AD96-4A80-AFA2-0B022839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C4CDD-B8C6-48E8-8C8D-A1AE611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删掉失败请求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BBDC8-BA6A-4ED1-AA09-BF3AE0F3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C00DB-BF4C-48EF-A17D-0A7BE134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187A1-81EA-4F69-B125-9F399EA2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只选对方法有利的模型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F7902-5004-40F5-8F5F-AA756AF8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79000026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6D4A1-20E7-4CE5-8355-09ACD02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A9238-7B1B-48F7-B1A9-45C6D5C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76A52-7026-419E-B918-739A8C01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9E536-C7B4-4337-8D04-DA1622C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设计公平的工作负载与基线：10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AF625-1E27-4048-86B1-C196E57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350D5-42B7-4FB6-BCC3-E592CB7B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03EC4-BEA4-4E30-BEE3-61A17F93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47490-A3A3-40A3-8409-1E0DA2BC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161D5-CCF0-4AEB-8AAC-BFFA90E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422F9-399C-4464-8D69-FA50C7C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7F9F7-BAE0-42A5-8227-1DCC961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458B7-01E8-4162-B4D4-BABBC5B6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公平比较必须固定什么？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73715-BD1C-4C68-9F6E-F19D8582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A1978-37D0-4EDF-8A2C-B03185A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1E965-6B3F-40FA-BEE9-EA9ADC6F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C380-1380-42E5-8EF5-53ACE263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为什么基线也应调优？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0D4EC-B339-424B-920E-9576D69E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6A6A8-B87A-4C3F-8443-C9406B93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240B2-45CE-4B72-A00D-66D086B7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1B66D-F616-447A-BE4C-ADEB2C4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特性不对等时如何报告？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4DCBE-9A2C-4F28-B348-30E756B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9CDDC-416F-4287-8BEA-8934C98A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带走一句话：确保比较差异来自系统，而不是请求、配置或调参机会。</a:t>
            </a:r>
          </a:p>
        </p:txBody>
      </p:sp>
    </p:spTree>
    <p:extLst>
      <p:ext uri="{BB962C8B-B14F-4D97-AF65-F5344CB8AC3E}">
        <p14:creationId xmlns:p14="http://schemas.microsoft.com/office/powerpoint/2010/main" val="44323985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3F502-D172-488C-AD40-F2B7A812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C586C-DE6A-4196-96A9-89459FE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C84D0-A862-44B8-AB25-E2EF248A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857AB-E604-4CDC-9DEA-D1884F1E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从一次数字到统计结论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707BC-231E-42FE-9B02-DA7FF510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F73C3-4524-4812-A5C7-4CD00F21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77C8B-4E22-429D-9682-E62A2836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CD032-E407-4587-9D2E-56BA2A80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C0278-DA52-4E09-911B-82C0C46B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DA024-7D62-4644-8FB8-90C00353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B5463-5375-419B-A0A7-FF76ED1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正确处理预热、重复、波动、分位数与异常值。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B5F99-3CD3-4BED-BF7C-C5D80812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10121-87DF-4573-9D9E-B69F06D7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311318006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82572-66FD-44DC-B620-87945731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665E9-D5DC-41E5-8491-ECB2AD2B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122D-7E30-49CA-8D6F-713EFE5E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A81A6-AB40-42B7-8062-23EB3562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从一次数字到统计结论：四个必须说清的点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0B3E8-A553-41B1-95BE-8F1F7C12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9550A-1AB8-4194-A299-8BC8F972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25524-66F2-468A-A1B0-999D49A6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01B3-7AFF-4620-BC0E-8CD52C2F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222AF-87CA-47E0-805A-04DA5FE8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BC1EC-6CC1-49B5-85ED-56BD458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23FBF-4BBE-42E6-AA1A-5DCF765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F8BAD-BF04-4E94-AA63-270588F6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先定义实验单位：请求、运行轮次或时间窗口。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56C3A-944B-463C-8D9E-E48E871D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D39CD-B478-4EBF-8627-37D67FD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961A3-88AB-4BEB-A118-F7305195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37101-8AC3-4F7C-BF53-08B96975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预热用于排除编译、缓存和频率爬升等冷启动影响。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A4463-54F5-4579-ADD9-85371879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69DEE-6C7B-4BED-AC85-73CF361E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EF948-8229-416C-AD65-B8E88182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5F834-44F5-452E-ABC6-1A25CCA2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重复实验应保留各次结果，而非只留最好值。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D662D-BB12-45CF-BBC6-8AFDD44F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AD895-FA0F-44EE-9911-5F189A5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6F16B-5CBE-45A5-9A99-C441DECB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A6D39-543D-4DA2-AA38-C0B0DF56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置信区间表达估计不确定性，不是装饰。</a:t>
            </a:r>
          </a:p>
        </p:txBody>
      </p:sp>
    </p:spTree>
    <p:extLst>
      <p:ext uri="{BB962C8B-B14F-4D97-AF65-F5344CB8AC3E}">
        <p14:creationId xmlns:p14="http://schemas.microsoft.com/office/powerpoint/2010/main" val="74668414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929D1-935A-4089-969E-A39C7E1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A7FE5-12B8-43EA-A8C8-2225E3E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16560-B3B5-4831-BFF9-A5177478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5AD46-4705-422E-AF78-1810FC1F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从一次数字到统计结论：把结论算出来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2E2DE-253B-423F-BD08-DC04F00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6B5E9-43FC-4C82-A910-60404176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4C32A-7B23-4433-BC98-FB1867AF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6BC82-583C-4998-8A3C-D2A29B9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53199-E61A-45E9-B1C6-21776D9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90225-9D28-4231-B917-14ABC815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A3CA8-1517-4D62-BDC5-4E7FD7BA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F9B41-0CFF-448D-8AAC-8CC36F88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五次 goodput 为 92、95、94、61、93。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EA867-0493-467E-ACD3-F6DC690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A099E-AE97-435A-B11D-C48A9B8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B287D-A424-4351-868B-63D8321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8B127-1A9D-43BA-9382-0658078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61 可能是异常，也可能暴露真实抖动。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314CB-D9D3-4438-BB08-2735956D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64DE7-6221-4F66-84A3-92665755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5A66A-BE2F-4AEE-8E5E-0654C5C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8A879-6708-4611-B122-4C82EC7F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先查日志、温度、错误和后台任务，再决定是否排除。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E286B-3C14-4999-B8CE-7CF6FC6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8D68E-B7B7-4E92-9529-3327D3C9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3CD1A-292A-46FD-AF5F-53F114CB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80872-725E-42E0-87D9-41A7F1BF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若排除，必须公开规则并同时保留原始数据。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8DFE5-0E46-4CB6-90D0-E6CE8550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152289828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55F1D9-CFE0-4190-9406-C2333FFE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D7FBF-569F-404D-B4C2-CDEEDFBE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5D329-431F-4C2A-9B23-8EFFBA63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0AA8B-F4C5-43B4-AA45-BF7AEDA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从一次数字到统计结论：五步走通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826EB-DDC9-46AC-BC1B-7EC24328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C6AB3-CE34-40A1-B73B-BCE5C783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34746-6EDA-4E88-BB4A-A3E0B03A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EB9ED-05AE-41A6-AF35-C9C0ABF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6AA20-E3CF-4AB9-957D-DB374042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B97BA-52D6-4908-A5BF-68A201DB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0991F-BAA1-43DE-9BEB-1759E9E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预注册指标与排除规则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3B734-5DEF-4389-9F03-6D16D5BB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873A1-77CC-49C5-9B61-3677312D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F5518-19C3-444C-9F7F-7860C6B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91922-03A8-4783-B8DA-8AD835F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完成固定预热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C9B56-0F33-420D-B532-5C5E00E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5B88A-E18C-4C60-A9CD-3F519233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963D0-5761-4944-A188-7E91A8A9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A12DD-7370-4396-BD53-48844250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运行多次独立重复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33574-B320-4B40-B992-29BEB0A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5ED4-C61B-4982-932C-C568F95F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EF8D0-7323-4633-AEEC-6B53BEC7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2CFA4-5F8E-439E-A61A-DC6F1BE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检查分布和系统日志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DE47B-FBC4-4492-A975-86635D8E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3F7E0-D32C-4CD9-911E-955DAD29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91A9B-7F40-4123-A988-F2D80C5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AE7BC5-968E-4236-B327-5A5FF0AC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报告中心趋势与不确定性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B06B49-FBA6-4D10-A016-753EB549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BFCF3-4583-44C6-A583-F601547B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28102983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D235C-B8C2-46A7-8CB5-359D256D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2C665-8FFD-4A3D-BF18-2BAA682B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308FB-CE90-467F-A237-FCAB458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D0557-434A-49C7-9AA7-4E41D5CC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从一次数字到统计结论：四个看似合理的误区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0FD6E-177C-47A8-A50F-C08FDCEC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41EA6-FF02-45C4-9EB3-ACAA2071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60FDE-5926-4012-AD76-A6AD9D5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44A2E-5F25-4E19-932D-FEC65A9B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B2318-2227-41D8-8A2F-DFA9B8B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0419F-2F36-458B-A81B-EAAE27F1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BECAB-E580-4D76-A3BC-F11EB66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最好一次代表性能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69DB9-9E87-4FB3-AF4B-BC796EA9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A7B1B-441A-422A-A310-FF027C6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65208-12FE-40E4-88EA-384AF53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无规则删除异常值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5EBA4-0584-4926-BE38-034EA711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E8B45-FC02-4669-937E-B0778170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A4F0C-22B2-4AC7-8895-37E78FBC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P99 样本不足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EE27B-4026-4231-AD25-AD10C0E0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61DD6-F0DF-453E-A5DC-564D4C8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0CE8A-7174-4F79-A42A-6F8D8325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跨请求平均后再算分位数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03778-0BE5-4029-AA02-5899FCE4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38587154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33805-CEDB-48CF-B26D-1E1877E2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57BE0-C537-494B-85D1-1BA2B426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5C1F8-C9F6-4D82-804E-41FFA65F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22643-99A7-4052-8180-677E3ED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从一次数字到统计结论：10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8C717-99BC-4C8D-9AC6-F833DA11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BCBCE-19C4-4504-98F7-B44B2EA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FC663-4E47-46FA-937C-92E2AE6E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675F7-6421-48BA-A743-1D62B5C2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19966-BE56-4234-A17B-A5D9E4D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0D825-6381-4FA9-A7AD-68E6176F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080EE-9DCA-4CA4-807D-57E82532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A2650-9084-405D-B1AB-14D036A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异常值应先删还是先查？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75E66-DE7D-4E80-A587-EC1AF5A7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594A1-9E16-4DA8-ADE8-69471BAD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73954-6CE9-49E8-A68E-A8119A55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35409-7C54-4074-AAD8-FF93CC2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分位数为何要基于逐请求数据？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47D14-6DB6-44C0-97FB-BB0670AB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B1BE6-5227-4A76-962E-D06F904A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77B6B-AD11-4EE8-A3AA-068B2BE1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81FC9-F83B-4148-B452-AFE6B6D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置信区间回答什么问题？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A94FD-40B9-4DD4-83DD-2666A381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B2BC2-1539-4A57-A167-897E3E3F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带走一句话：正确处理预热、重复、波动、分位数与异常值。</a:t>
            </a:r>
          </a:p>
        </p:txBody>
      </p:sp>
    </p:spTree>
    <p:extLst>
      <p:ext uri="{BB962C8B-B14F-4D97-AF65-F5344CB8AC3E}">
        <p14:creationId xmlns:p14="http://schemas.microsoft.com/office/powerpoint/2010/main" val="86516772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9028F-78C2-4C54-91B6-F90485A6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D67CE-933E-4708-9A52-282EDEC7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9C68D-C126-4B02-83B5-CB78B9C7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5887A-024D-4713-9BE5-B485CF05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做一次审稿人式复现审计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E8AAA-4200-4547-A712-8AFB663C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5622D-8CB9-4B0C-9765-40B1BDC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07F86-30D6-41C8-9E16-206724BE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46C58-F562-451F-A190-76E02624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7F232-FED5-48FB-9378-5F8B0AE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275DA-1089-4E39-A0DF-A354AAA3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37136-DD9B-4ED0-A74E-B3940FC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检查别人能否根据论文和仓库得到同一结论。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128E7-B65F-47D1-A97A-36460F3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4EBB9-61B5-441C-9924-E9D3B128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60609945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04775-B99E-4E60-A9DA-B839E7F3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CC486-FDE9-4C5F-B0EA-6A36C58B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AC4BA-AF44-4625-8622-91ABADC0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6E7E1-E031-4779-8498-CCB05C2E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做一次审稿人式复现审计：四个必须说清的点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639DE-7B60-4438-A4BB-241CF305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4200B-8395-48B5-B494-D8ACF765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13777-4605-4116-A0C9-B04FF755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02A10-C57D-41B3-BCBD-DEEBD88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71CB9-D8A6-43F7-97E9-F2412150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48292-32CF-4602-AEEE-6E354041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4E138-209E-4AE2-9EA4-D069FE01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DF5B5-1A23-465C-AF2C-B60821F0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复现需要代码版本、环境、模型、数据、命令和分析脚本。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4BCB8-E396-4E48-AC67-F0CD59D2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534D1-7D98-4E89-81E3-E8578D50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CA7FC-95B2-473C-AF82-0A59B176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114A3-603E-4A42-B9A0-2525E19C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图表应可追溯到原始记录和处理步骤。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DFA17-B02E-4C0A-A482-D855E6FD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278E2-E283-4702-B121-57E5E0A7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43A20-F063-4FAC-A2D2-46FD373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9ACD3-A44B-4161-80FB-3EEA6AEA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消融验证各机制的独立贡献。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22959-D657-4D7B-876A-00B2BE2F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B8A1C-940F-4B5D-BCFE-30E6850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AA14B-03D1-4DFE-B263-7B4B3104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38E31-4BDA-434B-9040-D0EC4C7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负结果与已知限制帮助界定适用范围。</a:t>
            </a:r>
          </a:p>
        </p:txBody>
      </p:sp>
    </p:spTree>
    <p:extLst>
      <p:ext uri="{BB962C8B-B14F-4D97-AF65-F5344CB8AC3E}">
        <p14:creationId xmlns:p14="http://schemas.microsoft.com/office/powerpoint/2010/main" val="198291321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90F59-0A89-48C4-B2C0-938995C6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AC50C-288A-485F-8374-4CBC54BD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F1E59-9E74-471E-8817-51F7E948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411CF-04AA-4AF4-B466-C7DB34C0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做一次审稿人式复现审计：把结论算出来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AC83B-F8D8-4D05-BCC3-4ED95575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36CA5-4BDD-4184-80B9-213A040B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BA116-7EDD-4D33-BCC4-8BDFB83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465CC-D592-472A-9AFA-45650219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64B2E-E327-40B3-AA49-0C36E43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E65C9-04C2-4D5A-A3CB-7344DD74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52F01-8FDB-45DE-8A6E-DCFCC6DE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42B06-37D7-45F8-91E4-61216836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论文图 7 声称调度策略带来 1.4× goodput。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E2BE4-417E-4C89-A957-2980B8BA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A9C7F-79DD-4978-86F6-1A52ADE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F4A63-E6C8-41F1-9A4E-D0754349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1092-59F5-4225-9493-01268B6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仓库只给最终 CSV，没有请求 trace 与配置。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F08C2-3C2B-402A-90B6-7609A20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72DBA-046A-44DA-A225-790DADB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FAB40-B6CD-45F9-BC1E-7B56F453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00ADA-9A44-400F-8EB2-A9E44658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无法确认负载、SLO 或失败请求处理方式。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B60BC-0851-4961-B090-6064CFF3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BDE2E-7B77-4BF0-9ABB-DE3572A4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CF311-8F99-41CB-95D1-A5FF65DD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1C0B2-D7DD-49F1-ACAA-4A70C76D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结论暂时应标为“不可独立复核”，而不是直接接受或否定。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DA8A0-B7A2-4400-8485-3F52A125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34536052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2A97E-30A5-457E-92C3-30F6DBF3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5B942-C9D3-4302-B41D-B26BC99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CD027-EEC1-4E44-9D0D-1F2EF56A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4F093-3CA9-40EA-A819-0ABEBC7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做一次审稿人式复现审计：五步走通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AF788-167E-40C5-8C3C-923FEA41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A7A02-A832-4D10-9584-6E04538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3E1AA-BD30-49F5-BA26-CEEB0CDE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727C5-ECE7-43DC-BBD9-0F897365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7FF98-58AA-4B2D-9985-AD8B924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E3B79-3048-430C-9A73-412E363F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64F79-4241-4D51-AF6C-946A4C0D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从图表反查数据来源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6807C-E977-4029-82BC-26F36297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A88F2-9C01-4B99-BD75-1E86131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4ECA8-D149-4D21-9F92-C47F952C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8DF21-860D-425D-B79E-A55D68F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重建运行命令与环境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FAD71-946B-4EAB-8FAB-52886C0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E43E1-D28D-46C0-AD74-8A652D0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B004A-BDB4-4AAA-B0DE-376E83B7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EB9D6-F925-45B4-B264-E463278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核对基线和分析逻辑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1DB74-C59A-420A-B6A9-D69034FB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840D4-AE03-4278-9FCE-C08D3DAF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BDC62-73E3-4994-9BA7-1651A485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CDFFE-2751-40F1-B424-AFA9BDA5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复跑关键点与消融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986DB-6C03-4AF7-A1CF-8840B3AC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29F84-E88B-489A-A0D9-76B444C6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299D07-37B4-41D0-BCB3-149335F6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D2F337-83CF-4F96-A106-C37C882A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记录一致、偏差和无法验证项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99302-A088-49F4-8156-2A8829DF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A55ACB-83A6-467F-A0D2-378F8D1E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07544557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3543D-2941-4E16-95A8-FE897581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74EAB-0445-428E-BE62-6EBFC2FB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B8005-8F92-467B-AE31-F62F1D58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4CBD2-023C-4FC8-87FE-B41FECB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做一次审稿人式复现审计：四个看似合理的误区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63B87-4AB2-45D2-A246-97DC61C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3D539-F04B-4949-B1D4-255EDE42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B2BEA-FE71-4E42-9F62-9B322ED6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FDE5D-E065-4327-80BE-8C58C64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462AD-4A69-4767-A2C9-5C4FA56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CA400-DCC8-4490-B395-E8C23C4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7F90C-7166-4DCA-BC0E-3AADE674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脚本能运行等于复现成功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0F101-6908-4A8B-A0A8-853FFCD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B93FB-3055-4225-AA98-A31AA140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EFCAC-8BD1-4C20-821E-EA1F0288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版本号使用 latest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748DB-651E-4D44-B3D5-2EC68008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510F4-ECF1-4626-9CAC-473A8AC0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EE533-B593-415B-AA39-CF521FFB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图表手工处理无记录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00139-D681-48FF-8CFD-0427169E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648F2-6938-43F6-B45D-4EF2721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E2046-AEE9-4832-9734-B1C5A892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只复现最容易的结果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83EA3-0F78-488B-8C2D-6E28784D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576404205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F9223-9E11-4280-9A44-26F851D8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7D1C0-292D-46B5-A1B9-C0ACFED4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E039D-D15A-4B2A-A916-C307AEC4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4D199-41FA-4F11-B39B-67CAC9BC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做一次审稿人式复现审计：10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2098D-1FE5-42A7-A4E9-71F9AB3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BC627-2694-4C20-9EEA-C08AB9BA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7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B1257-E8B4-47A0-9CBF-FF50C9AF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E0B3C-BDA6-46C1-8DA7-B90C1DD7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1F53B-5B7E-4C72-ADD4-C63ED618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553C3-ADD0-4E60-B13E-1E840D8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DCBD6-A39F-4D41-83AA-F024595A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D10A2-CFD6-4CE1-94C1-3AB7DF5D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最小复现包应包含什么？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80BA6-3DF0-4F40-A75C-751B8EB0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F767B-2568-4DED-8F51-D7F2FBF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8236F-0500-46BF-9F3C-1A8B717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6B836-561A-4C57-93D8-46A41993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消融回答什么问题？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B59D3-AAF2-426A-A7FD-F0F15E8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F0E42-CE1C-4604-A0F6-0982BEB0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2C8A1-908D-4736-9BA8-DA5E6872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200F9-A18B-4AF7-8383-223E7C3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无法复核时应如何表述？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880F1-1C80-4D68-BC30-D1FAB28C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0AE3F-2F0A-4F27-AC10-A0932564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带走一句话：检查别人能否根据论文和仓库得到同一结论。</a:t>
            </a:r>
          </a:p>
        </p:txBody>
      </p:sp>
    </p:spTree>
    <p:extLst>
      <p:ext uri="{BB962C8B-B14F-4D97-AF65-F5344CB8AC3E}">
        <p14:creationId xmlns:p14="http://schemas.microsoft.com/office/powerpoint/2010/main" val="206803877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0E8C38-F47B-470D-AEDC-0FE609C4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177F644-FB73-4BDE-B536-0CEF6BE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课堂练习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6D02C1A-D188-45A8-9585-726FB217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8D919AE-4FBE-4C48-B1FF-DAF46D27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0922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课堂练习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建议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15–20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sz="15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6E83326-E4EF-481F-A1CE-CE89EB0C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EC83B37-2FF0-4C74-809A-012729E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034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选择一篇推理系统论文，用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问题、机制、实现、证据、边界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各写一句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6CB9850-5DD5-40A8-8EB4-A8EBAE0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BE7C8D6-D232-4A3E-B8E1-8B92739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8448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找出一张性能图中所有需要补充的实验条件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FC38FA1-8219-47CF-BD24-3CF5E6DF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8862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BBB433D-A1B4-466C-9CF8-BC6E7DA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8862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设计一个最小复现实验并列出原始数据字段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E96D703-7FE5-4619-AF27-5CC6B421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61000"/>
            <a:ext cx="10414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练习产出：一页论文比较表和一份可执行复现清单。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4974AE4-6120-46C5-8F21-9E95DA13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E8DF96F-2C0C-484C-A33E-FB8D904C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8781491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6CD37C-D8C3-43C5-B313-E7E288D9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37673C9-428A-444C-B6A0-081B270A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本讲总结与延伸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E0D9B55-980C-4130-93F0-55B61549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ABC9B3A-8C02-4EC0-AF0A-841DC7CF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1176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带走四句话</a:t>
            </a:r>
            <a:endParaRPr sz="15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541A7D80-1FD9-468B-B93B-8F9256BA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论文比较首先比较问题设定和实验条件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9CD775A-B923-4163-B12F-BD163F5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6416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工作负载决定结果的适用范围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57AEC44-80E0-4E15-B2DB-5CAF53FC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798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微基准解释机制，端到端实验验证服务收益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AFBA0F2-B798-4069-AF2F-9A415A04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3180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结论范围必须与真实证据范围一致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AC47673-9ECC-479E-A9BC-6C62B1DE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10200"/>
            <a:ext cx="1041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延伸阅读：本讲引用论文与课程资料见相关页面。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F720AC-63DC-4563-8303-F0A0D0B4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7FA5A82-ABBE-426F-BA86-A0571F15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4251767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2026-09-07T10:50:24.5490000Z</dcterms:created>
  <dcterms:modified xsi:type="dcterms:W3CDTF">2026-09-07T10:50:24.5490000Z</dcterms:modified>
</coreProperties>
</file>