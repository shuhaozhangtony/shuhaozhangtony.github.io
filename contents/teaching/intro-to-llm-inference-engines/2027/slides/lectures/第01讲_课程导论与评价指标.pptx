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bf631ff024fed" /><Relationship Type="http://schemas.openxmlformats.org/officeDocument/2006/relationships/extended-properties" Target="/docProps/app.xml" Id="R02db3618153e40b4" /><Relationship Type="http://schemas.openxmlformats.org/officeDocument/2006/relationships/officeDocument" Target="/ppt/presentation.xml" Id="R579e3431a3fc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f8d43727d456d"/>
  </p:sldMasterIdLst>
  <p:notesMasterIdLst>
    <p:notesMasterId xmlns:r="http://schemas.openxmlformats.org/officeDocument/2006/relationships" r:id="Re9bc8117e2534042"/>
  </p:notesMasterIdLst>
  <p:sldIdLst>
    <p:sldId xmlns:r="http://schemas.openxmlformats.org/officeDocument/2006/relationships" id="256" r:id="Rdba8010f45644e85"/>
    <p:sldId xmlns:r="http://schemas.openxmlformats.org/officeDocument/2006/relationships" id="257" r:id="R94dad15a50ac4c8e"/>
    <p:sldId xmlns:r="http://schemas.openxmlformats.org/officeDocument/2006/relationships" id="258" r:id="Rd11d978de29149a1"/>
    <p:sldId xmlns:r="http://schemas.openxmlformats.org/officeDocument/2006/relationships" id="259" r:id="R617d1139bb8d4680"/>
    <p:sldId xmlns:r="http://schemas.openxmlformats.org/officeDocument/2006/relationships" id="260" r:id="R5c1fd23f63914a38"/>
    <p:sldId xmlns:r="http://schemas.openxmlformats.org/officeDocument/2006/relationships" id="261" r:id="Re231bba166374da8"/>
    <p:sldId xmlns:r="http://schemas.openxmlformats.org/officeDocument/2006/relationships" id="262" r:id="Ra27bb997b79c4923"/>
    <p:sldId xmlns:r="http://schemas.openxmlformats.org/officeDocument/2006/relationships" id="263" r:id="R4b2da60b969440d7"/>
    <p:sldId xmlns:r="http://schemas.openxmlformats.org/officeDocument/2006/relationships" id="264" r:id="R4fccb51d7d404972"/>
    <p:sldId xmlns:r="http://schemas.openxmlformats.org/officeDocument/2006/relationships" id="265" r:id="Rf5fb6772944c431e"/>
    <p:sldId xmlns:r="http://schemas.openxmlformats.org/officeDocument/2006/relationships" id="266" r:id="R419e62d45d8b43a4"/>
    <p:sldId xmlns:r="http://schemas.openxmlformats.org/officeDocument/2006/relationships" id="267" r:id="R52e73f61e70c482d"/>
    <p:sldId xmlns:r="http://schemas.openxmlformats.org/officeDocument/2006/relationships" id="268" r:id="R08c77902601c4cae"/>
    <p:sldId xmlns:r="http://schemas.openxmlformats.org/officeDocument/2006/relationships" id="269" r:id="R11ee1ec3c0644e1c"/>
    <p:sldId xmlns:r="http://schemas.openxmlformats.org/officeDocument/2006/relationships" id="270" r:id="Re5596ab830574ed0"/>
    <p:sldId xmlns:r="http://schemas.openxmlformats.org/officeDocument/2006/relationships" id="271" r:id="R9087d5437f084627"/>
    <p:sldId xmlns:r="http://schemas.openxmlformats.org/officeDocument/2006/relationships" id="272" r:id="R9526800e291d4346"/>
    <p:sldId xmlns:r="http://schemas.openxmlformats.org/officeDocument/2006/relationships" id="273" r:id="R46d442197b984e82"/>
    <p:sldId xmlns:r="http://schemas.openxmlformats.org/officeDocument/2006/relationships" id="274" r:id="R8217758ad880416d"/>
    <p:sldId xmlns:r="http://schemas.openxmlformats.org/officeDocument/2006/relationships" id="275" r:id="Rf1ef2cb0e1964e94"/>
    <p:sldId xmlns:r="http://schemas.openxmlformats.org/officeDocument/2006/relationships" id="276" r:id="R99b248414a7f4777"/>
    <p:sldId xmlns:r="http://schemas.openxmlformats.org/officeDocument/2006/relationships" id="277" r:id="Rdc697dbe1349419c"/>
    <p:sldId xmlns:r="http://schemas.openxmlformats.org/officeDocument/2006/relationships" id="278" r:id="R91a76becac56435b"/>
    <p:sldId xmlns:r="http://schemas.openxmlformats.org/officeDocument/2006/relationships" id="279" r:id="Re068c5b13bc24083"/>
    <p:sldId xmlns:r="http://schemas.openxmlformats.org/officeDocument/2006/relationships" id="280" r:id="Rd16c03d3480f4e3d"/>
    <p:sldId xmlns:r="http://schemas.openxmlformats.org/officeDocument/2006/relationships" id="281" r:id="Rd14603186e7a4f8e"/>
    <p:sldId xmlns:r="http://schemas.openxmlformats.org/officeDocument/2006/relationships" id="282" r:id="Rd048b5dd823b460c"/>
    <p:sldId xmlns:r="http://schemas.openxmlformats.org/officeDocument/2006/relationships" id="283" r:id="R2eba6ac4950f401c"/>
    <p:sldId xmlns:r="http://schemas.openxmlformats.org/officeDocument/2006/relationships" id="284" r:id="Rf57ed685288445a3"/>
    <p:sldId xmlns:r="http://schemas.openxmlformats.org/officeDocument/2006/relationships" id="285" r:id="R7ed7925c50dd4206"/>
    <p:sldId xmlns:r="http://schemas.openxmlformats.org/officeDocument/2006/relationships" id="286" r:id="R694aa57864e241f3"/>
    <p:sldId xmlns:r="http://schemas.openxmlformats.org/officeDocument/2006/relationships" id="287" r:id="R7c205834d70b4051"/>
    <p:sldId xmlns:r="http://schemas.openxmlformats.org/officeDocument/2006/relationships" id="288" r:id="R19de257b693b4e00"/>
    <p:sldId xmlns:r="http://schemas.openxmlformats.org/officeDocument/2006/relationships" id="289" r:id="R98429c907c2a4e27"/>
    <p:sldId xmlns:r="http://schemas.openxmlformats.org/officeDocument/2006/relationships" id="290" r:id="Rc781c2978de843a9"/>
    <p:sldId xmlns:r="http://schemas.openxmlformats.org/officeDocument/2006/relationships" id="291" r:id="R48c5dcf261f24b50"/>
    <p:sldId xmlns:r="http://schemas.openxmlformats.org/officeDocument/2006/relationships" id="292" r:id="R07704eadd39e46c2"/>
    <p:sldId xmlns:r="http://schemas.openxmlformats.org/officeDocument/2006/relationships" id="293" r:id="Re0d032f4d7d248e4"/>
    <p:sldId xmlns:r="http://schemas.openxmlformats.org/officeDocument/2006/relationships" id="294" r:id="R93714b94e7cb4c37"/>
    <p:sldId xmlns:r="http://schemas.openxmlformats.org/officeDocument/2006/relationships" id="295" r:id="Ra633654e85444186"/>
    <p:sldId xmlns:r="http://schemas.openxmlformats.org/officeDocument/2006/relationships" id="296" r:id="Rcd6efc59c7e94e05"/>
    <p:sldId xmlns:r="http://schemas.openxmlformats.org/officeDocument/2006/relationships" id="297" r:id="Rf4f982f9c8524059"/>
    <p:sldId xmlns:r="http://schemas.openxmlformats.org/officeDocument/2006/relationships" id="298" r:id="R820829a3b81a44b8"/>
    <p:sldId xmlns:r="http://schemas.openxmlformats.org/officeDocument/2006/relationships" id="299" r:id="Rf8d22399b723465e"/>
    <p:sldId xmlns:r="http://schemas.openxmlformats.org/officeDocument/2006/relationships" id="300" r:id="R0ae4ccf19f7f4bdd"/>
    <p:sldId xmlns:r="http://schemas.openxmlformats.org/officeDocument/2006/relationships" id="301" r:id="Rf5831423a67542f6"/>
    <p:sldId xmlns:r="http://schemas.openxmlformats.org/officeDocument/2006/relationships" id="302" r:id="R51b525590bf44c7d"/>
    <p:sldId xmlns:r="http://schemas.openxmlformats.org/officeDocument/2006/relationships" id="303" r:id="Rf87c3c5036db40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57f1ab0d64111" /><Relationship Type="http://schemas.openxmlformats.org/officeDocument/2006/relationships/slideMaster" Target="/ppt/slideMasters/slideMaster1.xml" Id="Rc59f8d43727d456d" /><Relationship Type="http://schemas.openxmlformats.org/officeDocument/2006/relationships/notesMaster" Target="/ppt/notesMasters/notesMaster1.xml" Id="Re9bc8117e2534042" /><Relationship Type="http://schemas.openxmlformats.org/officeDocument/2006/relationships/presProps" Target="/ppt/presProps.xml" Id="R22a4ada19f584107" /><Relationship Type="http://schemas.openxmlformats.org/officeDocument/2006/relationships/viewProps" Target="/ppt/viewProps.xml" Id="Reca01726e2984779" /><Relationship Type="http://schemas.openxmlformats.org/officeDocument/2006/relationships/tableStyles" Target="/ppt/tableStyles.xml" Id="R08522410bad54cf2" /><Relationship Type="http://schemas.openxmlformats.org/officeDocument/2006/relationships/slide" Target="/ppt/slides/slide1.xml" Id="Rdba8010f45644e85" /><Relationship Type="http://schemas.openxmlformats.org/officeDocument/2006/relationships/slide" Target="/ppt/slides/slide2.xml" Id="R94dad15a50ac4c8e" /><Relationship Type="http://schemas.openxmlformats.org/officeDocument/2006/relationships/slide" Target="/ppt/slides/slide3.xml" Id="Rd11d978de29149a1" /><Relationship Type="http://schemas.openxmlformats.org/officeDocument/2006/relationships/slide" Target="/ppt/slides/slide4.xml" Id="R617d1139bb8d4680" /><Relationship Type="http://schemas.openxmlformats.org/officeDocument/2006/relationships/slide" Target="/ppt/slides/slide5.xml" Id="R5c1fd23f63914a38" /><Relationship Type="http://schemas.openxmlformats.org/officeDocument/2006/relationships/slide" Target="/ppt/slides/slide6.xml" Id="Re231bba166374da8" /><Relationship Type="http://schemas.openxmlformats.org/officeDocument/2006/relationships/slide" Target="/ppt/slides/slide7.xml" Id="Ra27bb997b79c4923" /><Relationship Type="http://schemas.openxmlformats.org/officeDocument/2006/relationships/slide" Target="/ppt/slides/slide8.xml" Id="R4b2da60b969440d7" /><Relationship Type="http://schemas.openxmlformats.org/officeDocument/2006/relationships/slide" Target="/ppt/slides/slide9.xml" Id="R4fccb51d7d404972" /><Relationship Type="http://schemas.openxmlformats.org/officeDocument/2006/relationships/slide" Target="/ppt/slides/slide10.xml" Id="Rf5fb6772944c431e" /><Relationship Type="http://schemas.openxmlformats.org/officeDocument/2006/relationships/slide" Target="/ppt/slides/slide11.xml" Id="R419e62d45d8b43a4" /><Relationship Type="http://schemas.openxmlformats.org/officeDocument/2006/relationships/slide" Target="/ppt/slides/slide12.xml" Id="R52e73f61e70c482d" /><Relationship Type="http://schemas.openxmlformats.org/officeDocument/2006/relationships/slide" Target="/ppt/slides/slide13.xml" Id="R08c77902601c4cae" /><Relationship Type="http://schemas.openxmlformats.org/officeDocument/2006/relationships/slide" Target="/ppt/slides/slide14.xml" Id="R11ee1ec3c0644e1c" /><Relationship Type="http://schemas.openxmlformats.org/officeDocument/2006/relationships/slide" Target="/ppt/slides/slide15.xml" Id="Re5596ab830574ed0" /><Relationship Type="http://schemas.openxmlformats.org/officeDocument/2006/relationships/slide" Target="/ppt/slides/slide16.xml" Id="R9087d5437f084627" /><Relationship Type="http://schemas.openxmlformats.org/officeDocument/2006/relationships/slide" Target="/ppt/slides/slide17.xml" Id="R9526800e291d4346" /><Relationship Type="http://schemas.openxmlformats.org/officeDocument/2006/relationships/slide" Target="/ppt/slides/slide18.xml" Id="R46d442197b984e82" /><Relationship Type="http://schemas.openxmlformats.org/officeDocument/2006/relationships/slide" Target="/ppt/slides/slide19.xml" Id="R8217758ad880416d" /><Relationship Type="http://schemas.openxmlformats.org/officeDocument/2006/relationships/slide" Target="/ppt/slides/slide20.xml" Id="Rf1ef2cb0e1964e94" /><Relationship Type="http://schemas.openxmlformats.org/officeDocument/2006/relationships/slide" Target="/ppt/slides/slide21.xml" Id="R99b248414a7f4777" /><Relationship Type="http://schemas.openxmlformats.org/officeDocument/2006/relationships/slide" Target="/ppt/slides/slide22.xml" Id="Rdc697dbe1349419c" /><Relationship Type="http://schemas.openxmlformats.org/officeDocument/2006/relationships/slide" Target="/ppt/slides/slide23.xml" Id="R91a76becac56435b" /><Relationship Type="http://schemas.openxmlformats.org/officeDocument/2006/relationships/slide" Target="/ppt/slides/slide24.xml" Id="Re068c5b13bc24083" /><Relationship Type="http://schemas.openxmlformats.org/officeDocument/2006/relationships/slide" Target="/ppt/slides/slide25.xml" Id="Rd16c03d3480f4e3d" /><Relationship Type="http://schemas.openxmlformats.org/officeDocument/2006/relationships/slide" Target="/ppt/slides/slide26.xml" Id="Rd14603186e7a4f8e" /><Relationship Type="http://schemas.openxmlformats.org/officeDocument/2006/relationships/slide" Target="/ppt/slides/slide27.xml" Id="Rd048b5dd823b460c" /><Relationship Type="http://schemas.openxmlformats.org/officeDocument/2006/relationships/slide" Target="/ppt/slides/slide28.xml" Id="R2eba6ac4950f401c" /><Relationship Type="http://schemas.openxmlformats.org/officeDocument/2006/relationships/slide" Target="/ppt/slides/slide29.xml" Id="Rf57ed685288445a3" /><Relationship Type="http://schemas.openxmlformats.org/officeDocument/2006/relationships/slide" Target="/ppt/slides/slide30.xml" Id="R7ed7925c50dd4206" /><Relationship Type="http://schemas.openxmlformats.org/officeDocument/2006/relationships/slide" Target="/ppt/slides/slide31.xml" Id="R694aa57864e241f3" /><Relationship Type="http://schemas.openxmlformats.org/officeDocument/2006/relationships/slide" Target="/ppt/slides/slide32.xml" Id="R7c205834d70b4051" /><Relationship Type="http://schemas.openxmlformats.org/officeDocument/2006/relationships/slide" Target="/ppt/slides/slide33.xml" Id="R19de257b693b4e00" /><Relationship Type="http://schemas.openxmlformats.org/officeDocument/2006/relationships/slide" Target="/ppt/slides/slide34.xml" Id="R98429c907c2a4e27" /><Relationship Type="http://schemas.openxmlformats.org/officeDocument/2006/relationships/slide" Target="/ppt/slides/slide35.xml" Id="Rc781c2978de843a9" /><Relationship Type="http://schemas.openxmlformats.org/officeDocument/2006/relationships/slide" Target="/ppt/slides/slide36.xml" Id="R48c5dcf261f24b50" /><Relationship Type="http://schemas.openxmlformats.org/officeDocument/2006/relationships/slide" Target="/ppt/slides/slide37.xml" Id="R07704eadd39e46c2" /><Relationship Type="http://schemas.openxmlformats.org/officeDocument/2006/relationships/slide" Target="/ppt/slides/slide38.xml" Id="Re0d032f4d7d248e4" /><Relationship Type="http://schemas.openxmlformats.org/officeDocument/2006/relationships/slide" Target="/ppt/slides/slide39.xml" Id="R93714b94e7cb4c37" /><Relationship Type="http://schemas.openxmlformats.org/officeDocument/2006/relationships/slide" Target="/ppt/slides/slide40.xml" Id="Ra633654e85444186" /><Relationship Type="http://schemas.openxmlformats.org/officeDocument/2006/relationships/slide" Target="/ppt/slides/slide41.xml" Id="Rcd6efc59c7e94e05" /><Relationship Type="http://schemas.openxmlformats.org/officeDocument/2006/relationships/slide" Target="/ppt/slides/slide42.xml" Id="Rf4f982f9c8524059" /><Relationship Type="http://schemas.openxmlformats.org/officeDocument/2006/relationships/slide" Target="/ppt/slides/slide43.xml" Id="R820829a3b81a44b8" /><Relationship Type="http://schemas.openxmlformats.org/officeDocument/2006/relationships/slide" Target="/ppt/slides/slide44.xml" Id="Rf8d22399b723465e" /><Relationship Type="http://schemas.openxmlformats.org/officeDocument/2006/relationships/slide" Target="/ppt/slides/slide45.xml" Id="R0ae4ccf19f7f4bdd" /><Relationship Type="http://schemas.openxmlformats.org/officeDocument/2006/relationships/slide" Target="/ppt/slides/slide46.xml" Id="Rf5831423a67542f6" /><Relationship Type="http://schemas.openxmlformats.org/officeDocument/2006/relationships/slide" Target="/ppt/slides/slide47.xml" Id="R51b525590bf44c7d" /><Relationship Type="http://schemas.openxmlformats.org/officeDocument/2006/relationships/slide" Target="/ppt/slides/slide48.xml" Id="Rf87c3c5036db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40352670c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49d5621894d66" /><Relationship Type="http://schemas.openxmlformats.org/officeDocument/2006/relationships/notesMaster" Target="/ppt/notesMasters/notesMaster1.xml" Id="R07d164023102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6da8c170b431c" /><Relationship Type="http://schemas.openxmlformats.org/officeDocument/2006/relationships/notesMaster" Target="/ppt/notesMasters/notesMaster1.xml" Id="R757a532e9d4b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9a1a2007f042ec" /><Relationship Type="http://schemas.openxmlformats.org/officeDocument/2006/relationships/notesMaster" Target="/ppt/notesMasters/notesMaster1.xml" Id="R2e624037ddad4d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dcb9bc8d104bf0" /><Relationship Type="http://schemas.openxmlformats.org/officeDocument/2006/relationships/notesMaster" Target="/ppt/notesMasters/notesMaster1.xml" Id="Reb3ce385a1c6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a9f0cc65c34010" /><Relationship Type="http://schemas.openxmlformats.org/officeDocument/2006/relationships/notesMaster" Target="/ppt/notesMasters/notesMaster1.xml" Id="R8e05e2db5efc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76cae49ea9420c" /><Relationship Type="http://schemas.openxmlformats.org/officeDocument/2006/relationships/notesMaster" Target="/ppt/notesMasters/notesMaster1.xml" Id="Rf7276ae3e5cd48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8cfc914b494f7a" /><Relationship Type="http://schemas.openxmlformats.org/officeDocument/2006/relationships/notesMaster" Target="/ppt/notesMasters/notesMaster1.xml" Id="Rc75787490faa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ce35a3a204bc5" /><Relationship Type="http://schemas.openxmlformats.org/officeDocument/2006/relationships/notesMaster" Target="/ppt/notesMasters/notesMaster1.xml" Id="R52c3790977f345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742d84564445f" /><Relationship Type="http://schemas.openxmlformats.org/officeDocument/2006/relationships/notesMaster" Target="/ppt/notesMasters/notesMaster1.xml" Id="R595074ca37dc49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bda0077ae8412b" /><Relationship Type="http://schemas.openxmlformats.org/officeDocument/2006/relationships/notesMaster" Target="/ppt/notesMasters/notesMaster1.xml" Id="R29a1aad8164f40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276b2602364d77" /><Relationship Type="http://schemas.openxmlformats.org/officeDocument/2006/relationships/notesMaster" Target="/ppt/notesMasters/notesMaster1.xml" Id="R0a4e67abb85343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2a9cdd16ef4fbc" /><Relationship Type="http://schemas.openxmlformats.org/officeDocument/2006/relationships/notesMaster" Target="/ppt/notesMasters/notesMaster1.xml" Id="Re9f28d293dce41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87817d4e62486d" /><Relationship Type="http://schemas.openxmlformats.org/officeDocument/2006/relationships/notesMaster" Target="/ppt/notesMasters/notesMaster1.xml" Id="R35028560d57d41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43a86aace945a2" /><Relationship Type="http://schemas.openxmlformats.org/officeDocument/2006/relationships/notesMaster" Target="/ppt/notesMasters/notesMaster1.xml" Id="R9f380469a26b4f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c53ad16807423d" /><Relationship Type="http://schemas.openxmlformats.org/officeDocument/2006/relationships/notesMaster" Target="/ppt/notesMasters/notesMaster1.xml" Id="R35e9968aca5b4c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e47fd94365441d" /><Relationship Type="http://schemas.openxmlformats.org/officeDocument/2006/relationships/notesMaster" Target="/ppt/notesMasters/notesMaster1.xml" Id="R0a0ce6de2a364e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821d044dd54ee1" /><Relationship Type="http://schemas.openxmlformats.org/officeDocument/2006/relationships/notesMaster" Target="/ppt/notesMasters/notesMaster1.xml" Id="R2b420c33ae9f4f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83ee53181c41fc" /><Relationship Type="http://schemas.openxmlformats.org/officeDocument/2006/relationships/notesMaster" Target="/ppt/notesMasters/notesMaster1.xml" Id="R5dd6cab5669941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91455a5d834469" /><Relationship Type="http://schemas.openxmlformats.org/officeDocument/2006/relationships/notesMaster" Target="/ppt/notesMasters/notesMaster1.xml" Id="Rf524aaf1538f47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0178792882410e" /><Relationship Type="http://schemas.openxmlformats.org/officeDocument/2006/relationships/notesMaster" Target="/ppt/notesMasters/notesMaster1.xml" Id="R7329aa8b55cc4c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9c2bb35ad14486" /><Relationship Type="http://schemas.openxmlformats.org/officeDocument/2006/relationships/notesMaster" Target="/ppt/notesMasters/notesMaster1.xml" Id="R7d87a3123a464e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eafc49d3fa4f75" /><Relationship Type="http://schemas.openxmlformats.org/officeDocument/2006/relationships/notesMaster" Target="/ppt/notesMasters/notesMaster1.xml" Id="Rcf34888586974f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7bd7cfef734c67" /><Relationship Type="http://schemas.openxmlformats.org/officeDocument/2006/relationships/notesMaster" Target="/ppt/notesMasters/notesMaster1.xml" Id="Rd5db4443a9844e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1ba483fbf546ab" /><Relationship Type="http://schemas.openxmlformats.org/officeDocument/2006/relationships/notesMaster" Target="/ppt/notesMasters/notesMaster1.xml" Id="R1ba97f910df04b1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62c42427ae420a" /><Relationship Type="http://schemas.openxmlformats.org/officeDocument/2006/relationships/notesMaster" Target="/ppt/notesMasters/notesMaster1.xml" Id="R2ff0b974ee3d42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e83c0aff474282" /><Relationship Type="http://schemas.openxmlformats.org/officeDocument/2006/relationships/notesMaster" Target="/ppt/notesMasters/notesMaster1.xml" Id="R55d6f9e2021e45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cef7c5fec14076" /><Relationship Type="http://schemas.openxmlformats.org/officeDocument/2006/relationships/notesMaster" Target="/ppt/notesMasters/notesMaster1.xml" Id="Rd8401ba5ba604e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509a2a5001462c" /><Relationship Type="http://schemas.openxmlformats.org/officeDocument/2006/relationships/notesMaster" Target="/ppt/notesMasters/notesMaster1.xml" Id="Rd564056b46824f2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e8b758bd66e48bd" /><Relationship Type="http://schemas.openxmlformats.org/officeDocument/2006/relationships/notesMaster" Target="/ppt/notesMasters/notesMaster1.xml" Id="R6c6f8330484542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41ded29ecd403d" /><Relationship Type="http://schemas.openxmlformats.org/officeDocument/2006/relationships/notesMaster" Target="/ppt/notesMasters/notesMaster1.xml" Id="Rb1f0fd1d5ad24c0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2ce2771ded4000" /><Relationship Type="http://schemas.openxmlformats.org/officeDocument/2006/relationships/notesMaster" Target="/ppt/notesMasters/notesMaster1.xml" Id="R42371c14cd65410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3f9c3ae2744653" /><Relationship Type="http://schemas.openxmlformats.org/officeDocument/2006/relationships/notesMaster" Target="/ppt/notesMasters/notesMaster1.xml" Id="R1259cbe4190b44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9263f207ec4637" /><Relationship Type="http://schemas.openxmlformats.org/officeDocument/2006/relationships/notesMaster" Target="/ppt/notesMasters/notesMaster1.xml" Id="Rf00c5b7f834444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47faf7c949a4977" /><Relationship Type="http://schemas.openxmlformats.org/officeDocument/2006/relationships/notesMaster" Target="/ppt/notesMasters/notesMaster1.xml" Id="R36727e5226e6459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b8aab216af84374" /><Relationship Type="http://schemas.openxmlformats.org/officeDocument/2006/relationships/notesMaster" Target="/ppt/notesMasters/notesMaster1.xml" Id="Rfda9101d648044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ba7273cfc143de" /><Relationship Type="http://schemas.openxmlformats.org/officeDocument/2006/relationships/notesMaster" Target="/ppt/notesMasters/notesMaster1.xml" Id="R0cc546c496e7455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1b6739e6c34d94" /><Relationship Type="http://schemas.openxmlformats.org/officeDocument/2006/relationships/notesMaster" Target="/ppt/notesMasters/notesMaster1.xml" Id="R5add9df0b4c447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ebcdbd0de4466c" /><Relationship Type="http://schemas.openxmlformats.org/officeDocument/2006/relationships/notesMaster" Target="/ppt/notesMasters/notesMaster1.xml" Id="R049d41add2f645e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940ce03eee74ca2" /><Relationship Type="http://schemas.openxmlformats.org/officeDocument/2006/relationships/notesMaster" Target="/ppt/notesMasters/notesMaster1.xml" Id="Rcfb631891bcd436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64cbfb869374b1f" /><Relationship Type="http://schemas.openxmlformats.org/officeDocument/2006/relationships/notesMaster" Target="/ppt/notesMasters/notesMaster1.xml" Id="Rec8b0668287e45b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ae32ffea5744a17" /><Relationship Type="http://schemas.openxmlformats.org/officeDocument/2006/relationships/notesMaster" Target="/ppt/notesMasters/notesMaster1.xml" Id="R61a913f5fbef49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bad2749bd94596" /><Relationship Type="http://schemas.openxmlformats.org/officeDocument/2006/relationships/notesMaster" Target="/ppt/notesMasters/notesMaster1.xml" Id="R046d8dc78c744cd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6e1e47497194156" /><Relationship Type="http://schemas.openxmlformats.org/officeDocument/2006/relationships/notesMaster" Target="/ppt/notesMasters/notesMaster1.xml" Id="Rd9af169795464b7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9ef9c98abce457f" /><Relationship Type="http://schemas.openxmlformats.org/officeDocument/2006/relationships/notesMaster" Target="/ppt/notesMasters/notesMaster1.xml" Id="R98523c34d66942a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23c64b569974d45" /><Relationship Type="http://schemas.openxmlformats.org/officeDocument/2006/relationships/notesMaster" Target="/ppt/notesMasters/notesMaster1.xml" Id="Re60e2fa9fe08475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827e5dc56be4cdf" /><Relationship Type="http://schemas.openxmlformats.org/officeDocument/2006/relationships/notesMaster" Target="/ppt/notesMasters/notesMaster1.xml" Id="Ra4b3878726b846d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fff4863bb984c59" /><Relationship Type="http://schemas.openxmlformats.org/officeDocument/2006/relationships/notesMaster" Target="/ppt/notesMasters/notesMaster1.xml" Id="R7ac202f8b6e5432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aa50219680e48bf" /><Relationship Type="http://schemas.openxmlformats.org/officeDocument/2006/relationships/notesMaster" Target="/ppt/notesMasters/notesMaster1.xml" Id="Reeae43e6722c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1。先说明目标，再让学生带着三个问题进入后续内容：机制是什么、数字怎么算、何时会失效。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2。先说明目标，再让学生带着三个问题进入后续内容：机制是什么、数字怎么算、何时会失效。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3。先说明目标，再让学生带着三个问题进入后续内容：机制是什么、数字怎么算、何时会失效。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4。先说明目标，再让学生带着三个问题进入后续内容：机制是什么、数字怎么算、何时会失效。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3ef10338447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cca06ef1540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1471c58e543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e67220aa343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c5a4aaaa24c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85b16361f4b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16f91e3b440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deb86683143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f2fe0430e49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69231f30f474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8b7131e094b7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AB4838-DF3D-43BB-B4CE-99282A77EE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7EA76DA-3DA1-449E-AA0C-E45C6FACE1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D1BADE83-B5C5-44E8-A44F-092CB5E9D5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55534587-F30A-4977-913F-9BC13A6DEA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B5994DEA-4EB0-4E15-AEC8-29245FECD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43E0F3-FB82-4AD6-B9E2-AA9CC8443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D16AE3-9408-455C-A36C-9A6EC86F2B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4F3741-7B46-4CF1-BC56-B9C2FD66F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DF1844-679D-4602-A685-49F63B25A3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FE8EEF-738C-4528-9828-8E39CB0EA4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74A17A2-E4B3-4597-893F-05597D4368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83C33F5-9600-4E43-B0EA-4E74C85038E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2DA248-5193-4094-A342-91CFF9765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6D7E92-6FB3-4520-A6C9-1286999BF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CAA5BF-D495-4337-90DD-D42976FB5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D81061-ECCD-4AEA-B3AC-8C658FD36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8CE78E8-1052-42D0-893E-13D8C8D037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0BB354A-CD9B-4A60-9A70-F02C3C58D4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ADCDFEE-4046-4891-996D-A6EE3637D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8916F4-E517-4608-8314-EB3BBF3CD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195161A-6CF2-42B9-9C2A-EE384432C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0848AB-5F97-4B90-87EC-2F3901F3F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21443F6-8801-4C43-A571-7C3FAEA50AF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66B36D1-3D01-4CF4-A8D8-C92C21775D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0ED996A-F63A-4D6C-8A94-C2CD14173B54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1FDB451-23FA-4D01-B549-0721323426F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435C405-1940-452E-B018-DBD56A8158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85B4C21-AFBD-4B26-A48A-1005B8C574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DFEFD86-35FE-4B44-B0B5-29BA7DFB7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8FE0073-D659-4E70-9AB6-DE59433BA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E86B8EA-CA89-45FB-BD3F-B59075F3F3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019672-59B7-4508-BC43-102BC9DB46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E641A38-5969-444E-9F24-BEF9EBCA5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3CE8EE-B281-411C-B5DC-B762CA478C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88E7D5F-CC96-4C87-9A8B-58DF213C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1D7BE7B-D3A1-4CCA-99F5-32882E67C3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782C08B-1681-4F2D-8E25-CE456A5227F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1BFC12-AFE5-4A8C-9BC0-62CF5B5640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DC89DB5-B252-46B1-8B8D-96C462499F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17256EF-E740-4DA5-BA60-292D8206B0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825B5D2-50BC-402B-9A56-05D9042F6B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350A331C-3F8B-40E8-BADD-0AF83F72F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6C2AB31-992C-4B23-8D1A-5503468FFF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468AE3B-8055-4962-9580-073834BDB7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D7DC5C-DDBF-46AC-8B9F-DAA6790389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24FD36-428A-4A0E-8F8B-85113E740B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BBDD5D-E34C-49C6-8931-ED82BFA45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CE3D956-8DAF-4AAB-AE6F-171B800C3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362405E-8B96-4322-8C76-7137256A9D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34CDCC0-7B6D-4D01-9468-1499F7AEE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ADAA7E55-34DD-4A7B-B28A-9AEA604C0C5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DBA2B0B-5583-47E2-A5D6-F8112C914F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11E568F-D22D-4A55-8750-C0B84E8CB2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BA377A4-20D2-4EDB-A7B4-9E3E43F0C0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E0DE6F-C9B4-46C2-ABCA-1F6D810E25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041F27C-D92B-466B-9849-C40B6B75BF7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bc158af0d46f9" /><Relationship Type="http://schemas.openxmlformats.org/officeDocument/2006/relationships/slideLayout" Target="/ppt/slideLayouts/slideLayout1.xml" Id="R4e86160aef574968" /><Relationship Type="http://schemas.openxmlformats.org/officeDocument/2006/relationships/slideLayout" Target="/ppt/slideLayouts/slideLayout2.xml" Id="R9c39a41b7cad4ce3" /><Relationship Type="http://schemas.openxmlformats.org/officeDocument/2006/relationships/slideLayout" Target="/ppt/slideLayouts/slideLayout3.xml" Id="Rb47319561ffd420d" /><Relationship Type="http://schemas.openxmlformats.org/officeDocument/2006/relationships/slideLayout" Target="/ppt/slideLayouts/slideLayout4.xml" Id="R8cb60beec5f84ae5" /><Relationship Type="http://schemas.openxmlformats.org/officeDocument/2006/relationships/slideLayout" Target="/ppt/slideLayouts/slideLayout5.xml" Id="Rf4adac5d1f54488e" /><Relationship Type="http://schemas.openxmlformats.org/officeDocument/2006/relationships/slideLayout" Target="/ppt/slideLayouts/slideLayout6.xml" Id="Rf9e965e515b148a1" /><Relationship Type="http://schemas.openxmlformats.org/officeDocument/2006/relationships/slideLayout" Target="/ppt/slideLayouts/slideLayout7.xml" Id="R25e057e64d984b9b" /><Relationship Type="http://schemas.openxmlformats.org/officeDocument/2006/relationships/slideLayout" Target="/ppt/slideLayouts/slideLayout8.xml" Id="R0bc3fd71b38b49b1" /><Relationship Type="http://schemas.openxmlformats.org/officeDocument/2006/relationships/slideLayout" Target="/ppt/slideLayouts/slideLayout9.xml" Id="Reaa2d24849764f85" /><Relationship Type="http://schemas.openxmlformats.org/officeDocument/2006/relationships/slideLayout" Target="/ppt/slideLayouts/slideLayout10.xml" Id="R0c1780b7d3ea4123" /><Relationship Type="http://schemas.openxmlformats.org/officeDocument/2006/relationships/slideLayout" Target="/ppt/slideLayouts/slideLayout11.xml" Id="R73213f2913ab42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737734C-F9FF-494E-8B37-41160E89F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DBBFB3-3808-45D0-9353-DBA7029B2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0E9382-E5E8-4004-9582-FFE9B3F6B10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46315D-A064-4C5E-9E70-635015A9F2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495F17-22B1-47DF-885C-FB1D5E9C56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86160aef574968"/>
    <p:sldLayoutId xmlns:r="http://schemas.openxmlformats.org/officeDocument/2006/relationships" id="2147483650" r:id="R9c39a41b7cad4ce3"/>
    <p:sldLayoutId xmlns:r="http://schemas.openxmlformats.org/officeDocument/2006/relationships" id="2147483651" r:id="Rb47319561ffd420d"/>
    <p:sldLayoutId xmlns:r="http://schemas.openxmlformats.org/officeDocument/2006/relationships" id="2147483652" r:id="R8cb60beec5f84ae5"/>
    <p:sldLayoutId xmlns:r="http://schemas.openxmlformats.org/officeDocument/2006/relationships" id="2147483653" r:id="Rf4adac5d1f54488e"/>
    <p:sldLayoutId xmlns:r="http://schemas.openxmlformats.org/officeDocument/2006/relationships" id="2147483654" r:id="Rf9e965e515b148a1"/>
    <p:sldLayoutId xmlns:r="http://schemas.openxmlformats.org/officeDocument/2006/relationships" id="2147483655" r:id="R25e057e64d984b9b"/>
    <p:sldLayoutId xmlns:r="http://schemas.openxmlformats.org/officeDocument/2006/relationships" id="2147483656" r:id="R0bc3fd71b38b49b1"/>
    <p:sldLayoutId xmlns:r="http://schemas.openxmlformats.org/officeDocument/2006/relationships" id="2147483657" r:id="Reaa2d24849764f85"/>
    <p:sldLayoutId xmlns:r="http://schemas.openxmlformats.org/officeDocument/2006/relationships" id="2147483658" r:id="R0c1780b7d3ea4123"/>
    <p:sldLayoutId xmlns:r="http://schemas.openxmlformats.org/officeDocument/2006/relationships" id="2147483659" r:id="R73213f2913ab426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eba07007d1483e" /><Relationship Type="http://schemas.openxmlformats.org/officeDocument/2006/relationships/notesSlide" Target="/ppt/notesSlides/notesSlide1.xml" Id="R1e4df77c584e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69eae98ac34d35" /><Relationship Type="http://schemas.openxmlformats.org/officeDocument/2006/relationships/notesSlide" Target="/ppt/notesSlides/notesSlide2.xml" Id="Re756da42d8bd42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9fd93e43464d81" /><Relationship Type="http://schemas.openxmlformats.org/officeDocument/2006/relationships/notesSlide" Target="/ppt/notesSlides/notesSlide3.xml" Id="R006e4815816643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5570235d4143ea" /><Relationship Type="http://schemas.openxmlformats.org/officeDocument/2006/relationships/notesSlide" Target="/ppt/notesSlides/notesSlide4.xml" Id="Re618d561d44344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5f4d6a7744afb" /><Relationship Type="http://schemas.openxmlformats.org/officeDocument/2006/relationships/notesSlide" Target="/ppt/notesSlides/notesSlide5.xml" Id="R82dabb15eb314b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12d3aadcf04608" /><Relationship Type="http://schemas.openxmlformats.org/officeDocument/2006/relationships/notesSlide" Target="/ppt/notesSlides/notesSlide6.xml" Id="R9625866d4c484f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38a74ec9ba47e1" /><Relationship Type="http://schemas.openxmlformats.org/officeDocument/2006/relationships/notesSlide" Target="/ppt/notesSlides/notesSlide7.xml" Id="R2ebfc959008e44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ad359e95c54a91" /><Relationship Type="http://schemas.openxmlformats.org/officeDocument/2006/relationships/notesSlide" Target="/ppt/notesSlides/notesSlide8.xml" Id="Rc4236ee2e9b147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3d41d67e8744f8" /><Relationship Type="http://schemas.openxmlformats.org/officeDocument/2006/relationships/notesSlide" Target="/ppt/notesSlides/notesSlide9.xml" Id="R3a49b8a59095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5e7264a59f4698" /><Relationship Type="http://schemas.openxmlformats.org/officeDocument/2006/relationships/notesSlide" Target="/ppt/notesSlides/notesSlide10.xml" Id="Rf6c8083508c145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41de89447c4dbf" /><Relationship Type="http://schemas.openxmlformats.org/officeDocument/2006/relationships/notesSlide" Target="/ppt/notesSlides/notesSlide11.xml" Id="R4d5bfe97d7ca4c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8b255044654429" /><Relationship Type="http://schemas.openxmlformats.org/officeDocument/2006/relationships/notesSlide" Target="/ppt/notesSlides/notesSlide12.xml" Id="R4bf4689c5e1b48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9f5f09c9894b37" /><Relationship Type="http://schemas.openxmlformats.org/officeDocument/2006/relationships/notesSlide" Target="/ppt/notesSlides/notesSlide13.xml" Id="R4146b06768794f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c48fe92040485c" /><Relationship Type="http://schemas.openxmlformats.org/officeDocument/2006/relationships/notesSlide" Target="/ppt/notesSlides/notesSlide14.xml" Id="Rd76ff558db2141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713ec0e4c348e8" /><Relationship Type="http://schemas.openxmlformats.org/officeDocument/2006/relationships/notesSlide" Target="/ppt/notesSlides/notesSlide15.xml" Id="Reead6a509b074a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cc1ef3004e4fd1" /><Relationship Type="http://schemas.openxmlformats.org/officeDocument/2006/relationships/notesSlide" Target="/ppt/notesSlides/notesSlide16.xml" Id="Re3cdccc571c641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0817989fdc4818" /><Relationship Type="http://schemas.openxmlformats.org/officeDocument/2006/relationships/notesSlide" Target="/ppt/notesSlides/notesSlide17.xml" Id="R6ff77b1fb74240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597961c7814ba8" /><Relationship Type="http://schemas.openxmlformats.org/officeDocument/2006/relationships/notesSlide" Target="/ppt/notesSlides/notesSlide18.xml" Id="R95dfa224ef4b43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14c7fa5d742ff" /><Relationship Type="http://schemas.openxmlformats.org/officeDocument/2006/relationships/notesSlide" Target="/ppt/notesSlides/notesSlide19.xml" Id="Ra929bb42f66f4d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deb98ea2f343b2" /><Relationship Type="http://schemas.openxmlformats.org/officeDocument/2006/relationships/notesSlide" Target="/ppt/notesSlides/notesSlide20.xml" Id="R4edd1b0f7cd849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d207cc99f3423f" /><Relationship Type="http://schemas.openxmlformats.org/officeDocument/2006/relationships/notesSlide" Target="/ppt/notesSlides/notesSlide21.xml" Id="R6467b78a9a454b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cf3e09e50b487e" /><Relationship Type="http://schemas.openxmlformats.org/officeDocument/2006/relationships/notesSlide" Target="/ppt/notesSlides/notesSlide22.xml" Id="R5ece21f004e14b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6be7ffa94143" /><Relationship Type="http://schemas.openxmlformats.org/officeDocument/2006/relationships/notesSlide" Target="/ppt/notesSlides/notesSlide23.xml" Id="R2702c72e2b8940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ba48a7a6a469d" /><Relationship Type="http://schemas.openxmlformats.org/officeDocument/2006/relationships/notesSlide" Target="/ppt/notesSlides/notesSlide24.xml" Id="R10dc952176b641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bfe6654df4ac6" /><Relationship Type="http://schemas.openxmlformats.org/officeDocument/2006/relationships/notesSlide" Target="/ppt/notesSlides/notesSlide25.xml" Id="R768fa810353145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ffc01683411e" /><Relationship Type="http://schemas.openxmlformats.org/officeDocument/2006/relationships/notesSlide" Target="/ppt/notesSlides/notesSlide26.xml" Id="R6916df009f5c46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4c9d9333c4f4b" /><Relationship Type="http://schemas.openxmlformats.org/officeDocument/2006/relationships/notesSlide" Target="/ppt/notesSlides/notesSlide27.xml" Id="Rd4451b68d0804d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471e54036408d" /><Relationship Type="http://schemas.openxmlformats.org/officeDocument/2006/relationships/notesSlide" Target="/ppt/notesSlides/notesSlide28.xml" Id="R72ac885ce25846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87e3496e342c8" /><Relationship Type="http://schemas.openxmlformats.org/officeDocument/2006/relationships/notesSlide" Target="/ppt/notesSlides/notesSlide29.xml" Id="Rfddf8ce6fa774a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55d2c70bb4f7d" /><Relationship Type="http://schemas.openxmlformats.org/officeDocument/2006/relationships/notesSlide" Target="/ppt/notesSlides/notesSlide30.xml" Id="Rd1d9af3f3cd94c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358ec0ef14733" /><Relationship Type="http://schemas.openxmlformats.org/officeDocument/2006/relationships/notesSlide" Target="/ppt/notesSlides/notesSlide31.xml" Id="R15725091cdeb4d4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6c6280144f84" /><Relationship Type="http://schemas.openxmlformats.org/officeDocument/2006/relationships/notesSlide" Target="/ppt/notesSlides/notesSlide32.xml" Id="Rd9e82f17481f4a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27b5764a4e02" /><Relationship Type="http://schemas.openxmlformats.org/officeDocument/2006/relationships/notesSlide" Target="/ppt/notesSlides/notesSlide33.xml" Id="Reeeb1b7d92e640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195fba8de4c35" /><Relationship Type="http://schemas.openxmlformats.org/officeDocument/2006/relationships/notesSlide" Target="/ppt/notesSlides/notesSlide34.xml" Id="Ra7e872739c494c5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4d8fa7c24853" /><Relationship Type="http://schemas.openxmlformats.org/officeDocument/2006/relationships/notesSlide" Target="/ppt/notesSlides/notesSlide35.xml" Id="Rbee2ae05824942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a0197f2fb463d" /><Relationship Type="http://schemas.openxmlformats.org/officeDocument/2006/relationships/notesSlide" Target="/ppt/notesSlides/notesSlide36.xml" Id="R8e3d4a3668af4b6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c4af5cd04e03" /><Relationship Type="http://schemas.openxmlformats.org/officeDocument/2006/relationships/notesSlide" Target="/ppt/notesSlides/notesSlide37.xml" Id="Rb0d3ea4bc13c43b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d233e8fc6485d" /><Relationship Type="http://schemas.openxmlformats.org/officeDocument/2006/relationships/notesSlide" Target="/ppt/notesSlides/notesSlide38.xml" Id="R50022494fe584e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1ba9c77e84b21" /><Relationship Type="http://schemas.openxmlformats.org/officeDocument/2006/relationships/notesSlide" Target="/ppt/notesSlides/notesSlide39.xml" Id="Rfbe7d015b3f1415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fc19838b74fb1" /><Relationship Type="http://schemas.openxmlformats.org/officeDocument/2006/relationships/notesSlide" Target="/ppt/notesSlides/notesSlide40.xml" Id="Refd34615ea66404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0570673c54bbd" /><Relationship Type="http://schemas.openxmlformats.org/officeDocument/2006/relationships/notesSlide" Target="/ppt/notesSlides/notesSlide41.xml" Id="Rcaa2c078c23540c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223752254a99" /><Relationship Type="http://schemas.openxmlformats.org/officeDocument/2006/relationships/notesSlide" Target="/ppt/notesSlides/notesSlide42.xml" Id="R880e4450ddc64d9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2d96a8aaa4eb8" /><Relationship Type="http://schemas.openxmlformats.org/officeDocument/2006/relationships/notesSlide" Target="/ppt/notesSlides/notesSlide43.xml" Id="Rd6d40175720f454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988fcdeb042ae" /><Relationship Type="http://schemas.openxmlformats.org/officeDocument/2006/relationships/notesSlide" Target="/ppt/notesSlides/notesSlide44.xml" Id="R797c2019e3144c7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f9fd2454d4b18" /><Relationship Type="http://schemas.openxmlformats.org/officeDocument/2006/relationships/notesSlide" Target="/ppt/notesSlides/notesSlide45.xml" Id="Rd289aaa47f3c4f2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9509efd9e4b74" /><Relationship Type="http://schemas.openxmlformats.org/officeDocument/2006/relationships/notesSlide" Target="/ppt/notesSlides/notesSlide46.xml" Id="R7cef00c8e8dc4ea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3b1ddb24004392" /><Relationship Type="http://schemas.openxmlformats.org/officeDocument/2006/relationships/notesSlide" Target="/ppt/notesSlides/notesSlide47.xml" Id="R09a60252ad594b8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37cae7b7ce4fa1" /><Relationship Type="http://schemas.openxmlformats.org/officeDocument/2006/relationships/notesSlide" Target="/ppt/notesSlides/notesSlide48.xml" Id="R338cb59bdec84c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7141FD-F40E-4BE2-A51E-C5A63FB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3B3AFAA-7C19-4C50-A16E-B3AC183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85800"/>
            <a:ext cx="9652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5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5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15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2743939-43C0-4B43-A68A-B02D621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00200"/>
            <a:ext cx="99060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课程导论与评价指标</a:t>
            </a:r>
            <a:endParaRPr sz="42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9AB1513-8015-4BFB-B600-89CD6E8B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02000"/>
            <a:ext cx="8890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从一次请求出发，建立推理系统的全局坐标</a:t>
            </a:r>
            <a:endParaRPr sz="2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6D365B6-419C-4365-ADE3-A3AD3CFC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57800"/>
            <a:ext cx="914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每讲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小时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理论、代码路径、案例与练习</a:t>
            </a:r>
            <a:endParaRPr sz="15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6590554-D2C9-49AC-8C1E-45116EE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43600"/>
            <a:ext cx="914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华中科技大学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张书豪课题组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6E010157-05E9-4194-B68C-A806627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3970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73AE413-B30E-48E9-BB99-118176F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1701800"/>
            <a:ext cx="9271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4C558FE-57DB-4B19-A862-B03DB555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3C6E64D-B671-4D62-812A-1AE632D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8090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DC1A444-2DBD-412A-AE5C-13FDF976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B870361-2035-4A6B-9B86-9CB0719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两小时课程地图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DEA1AD5-002A-4124-A2F9-7CF87666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0B8BCC7-8ADB-45EE-9522-5B10275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先建立全过程，再定义可验证的性能目标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6DC3AB7-4DD2-43E7-890A-5D9F52F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B34CA86-F9FC-4237-9FBE-6F5B808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D991C7B-42A2-4E02-B49D-A8998F00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00–25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系统边界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8EB4D37-09E1-45E7-81BA-59629AA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37DDBFD-01E4-4F8A-8A07-B1D204C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7CBA202-E946-4409-A6BB-D64D826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99BF30A-9A29-47CD-A217-B128224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25–55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推理全过程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EF2D1DC-F524-4F19-825C-B996850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C3722B6-AE4E-4FDD-BAD6-30ECD38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D23CFD5-3D39-459B-B14C-37B8B03C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372C4D44-FEE2-414A-839F-8A3AB348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65–95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指标体系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288D1FA-C4C6-4CDA-AF97-4C1E98DD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702614E-94E4-42E7-8CC8-62A3EC9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18448C8-8C80-457C-92C8-EAB4109E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856020B-7019-4EF4-8F12-72BC39D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95–120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工作负载练习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0591FBD5-2A90-4AAF-8832-5E5CE2A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课后应能画出请求链路，并说明每个指标由哪一段路径决定。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D0EDEEE-C957-4FC5-9B24-93093303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9EE47E6-3CE3-4D0C-8278-45376B1F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595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618561-6BAE-4F1F-939A-68024D6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E80670C-36F3-42D6-A467-08FF07D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37E3ED5-B360-4EDD-844F-57F81A43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模型、推理与推理服务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F1FE4F3-7DFC-4A1B-A37C-38ED88FE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C8CC1DD-7286-4355-9811-81EAC12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0C8352F-5E09-4A1E-87AF-B08C3F3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模型：给定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序列，计算下一个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的概率分布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87979F34-7ED9-431B-BB9E-D4CEDEB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896815-E4C5-4824-8A23-D23E26B2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推理：反复执行模型并按采样规则选择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0D65A674-6197-4494-AD6E-1C54131A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F6CF1D2-3192-421D-9A6C-C3786613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推理服务：让许多用户通过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共享模型和硬件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BB9504C-5DFB-4B3D-A35D-DA4CC03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99BC6C7-E4F0-4CD9-8BA8-C415E38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本课程研究服务层到硬件执行层的完整路径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1FA6354-4E85-4E14-9CB4-40C943D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1198A16-BAA2-4E33-9B85-97C83C5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937A3AA-0F72-4574-BAEF-C60550E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322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先把模型看成计算函数，再把推理看成循环，最后把服务看成多请求共享系统。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11C8159-797E-4F89-A725-78C9A02D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2A5F7D5-025D-436F-9DFB-B154E86C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0486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D4A6CBB-512A-4C43-A06D-0F24E319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215B4EE-9FD9-48C1-8223-05A7FF01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781AC78-F5F1-44C0-9604-7DB4A5C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一句话如何变成流式输出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BAE82A7-E574-4F96-A09C-125651D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246B8F1-6641-4ABD-B6E9-2861EB8A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208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例子：用户输入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请用两句话解释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KV Cache”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60CD65A0-EC4E-4916-9688-2FD242B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48BEEDE-AE7B-4C80-B5F7-A4F6097D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548E6DD-AA8F-491D-8AC3-421336D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0"/>
            <a:ext cx="176276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文本切成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8A7A7FD-D8B0-4B54-9FE9-D54CCB2E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F83162B-4513-4E2D-9459-FF46DF3B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6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F29A5B-D401-4FBA-B82C-C31D607F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9B2E2C5-3AB7-4579-9676-4DA608F7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进入等待队列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E54694A-132D-442F-975D-07D9D47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2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CB8182E-2112-4D73-B201-27A3A444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BB37E0B-C795-4C9F-8D66-1575A23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E88D841-0AE5-4BE6-975B-36A7681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读完整输入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1954084-778F-4E6D-9A7B-93BB74FB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FFA2C510-D2CD-4815-A14F-882C86F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8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CA2F0B6-714D-49F5-8895-7F60ECFE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01B7F9D-1024-4BAA-88DD-9A9E3E5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Decode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逐个生成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E14F9D0-B8AF-4FA3-8B02-CC0AD8A1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4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9223739-9C9A-43CC-AB02-0E63CFE9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4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D20F189-9173-40E5-98FF-E7155C1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152506B-476C-4BEB-A748-4F631BDB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21000"/>
            <a:ext cx="176276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流式返回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11E632D-8C7B-4071-85E4-7BC0517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10668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后续所有指标都可以标在这条时间线上。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65DAC57-B908-47E6-B0F6-A2A849B2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AC8865C-9078-4CCD-923C-E65C50C8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34753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DDBDD77-D40C-4AF1-A432-6065C38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293A9E3-73B6-4409-B3D4-FDCA636B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CAA06F9-E600-4AFA-992F-6B5CEBB8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logits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与采样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5B56D67-FEBD-49A8-813C-F5C2BB4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BB133C43-C909-4B3F-A553-D5FF1E2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7F6FB11-5616-42DA-8D1B-2BBE2C71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是模型处理的离散编号，不一定对应一个汉字或单词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3B18EDD-DDA3-4C4A-AEA6-595096F7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E9F364C-875C-46A1-9F93-6F7D027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Logits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是模型对词表中每个候选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给出的未归一化分数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1EE4BBAD-34FB-409C-A552-C57D6A88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50E3263-B99A-4440-B5DD-4578B6C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Softmax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把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logits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转成概率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DAB640FF-9F77-4A28-958C-3B2B81F2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B2766C1-E5A1-4577-B4F7-8728245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Temperature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top-k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top-p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改变候选分布和随机性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3A76BE0-31F3-4680-8F0E-25CBD25A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5891911-E09D-48DE-96AE-E5D146F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F78443C-7B0D-4515-9779-0AE5828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系统优化必须保持采样语义，否则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更快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可能来自输出行为改变。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544D071-1F39-47B1-8D3C-5D9FBEF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A6E324D-4770-4915-B129-3B955C6A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33251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EDC034-AC8B-41AE-AED9-ADA630F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411712B-C4AD-442C-8F5B-6C74F68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70D593F-B480-454B-9879-712E95A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TTFT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TPOT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的具体时间线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FEEC7FF-4E60-4962-A0C0-550C9B51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4A4FE07-2935-4EE1-92BB-79AA2EA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假设请求在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0 ms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到达，首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420 ms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返回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CBB0972-C3B5-4E3B-B596-B778716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CA9B248-DD7D-4F39-94EE-4BA6D01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753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到达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                 0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排队结束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           120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Prefill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完成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/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首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token  420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后续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token          470, 520, 575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TTFT = 420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TPOT ≈ (575-420)/3 = 51.7 ms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8B930E9-48CF-4224-89A2-2ED5AF4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TTFT 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包含排队和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 Prefill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TPOT 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描述首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之后的输出节奏。</a:t>
            </a:r>
            <a:endParaRPr sz="17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AF76A57-9B8E-41EC-A918-A6E6187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BECED0E-2385-4AA7-AC51-E7447FF5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57572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CD9AF3-B377-4C70-86B1-950A006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99E4289-65A8-4756-AF09-9BA5426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课程研究对象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FEC4126-80F8-43E8-A4D1-B94D25C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3DB341E-04E6-4581-B699-042C637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812DEFF-A42A-40E8-A448-C3E49826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对象是在线大模型推理服务，不是模型训练过程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5870781-8EE0-4CCB-B5F1-638839A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649B69D-97FE-4C32-AA84-3F4B2C1B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系统需要同时处理模型执行、请求调度、状态管理与服务接口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75FDCAA0-91A2-4DC9-A64F-68A5D0D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7CADC08-75A9-4455-B104-0D8BF257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核心问题是有限资源下的延迟、吞吐、成本和可靠性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C14944A-9AB9-40D7-BF38-E6DD99D5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A391F41-6740-4616-83E1-EBC022F9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6BA936F-F3E4-4605-859D-88DAD57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后续七讲都围绕同一条请求路径展开。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184AFFA-C149-4AC1-9DD2-17EA5A7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64EBCE5-7FFC-472C-97D4-43D0547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1233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7449A16-D35D-419B-A38A-F9D406C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EF23EE9-F1BB-4F12-96FD-09EB30CD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端到端请求路径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77E54EF-B116-4108-B62C-6764953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FBA96AE-0BC5-4F79-804E-3031AC02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一条请求跨越服务层、运行时和硬件执行层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85489C7-D2A2-4CD0-97AB-8D0B7C6A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74936F-161C-4B51-A409-512F0A9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8DE8B29-47B5-41EA-A2AE-E02524F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API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鉴权与排队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1DC3672-811F-4C8C-B087-9A3271C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2A065BD-4C3D-4FF2-B472-18E05EC8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A8DB39A-B819-47F1-AAF2-71182AAF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F1ABC44-98E4-41AA-AB47-A6F9E652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调度器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选择批次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BD6583C-078C-4831-B194-5970D68D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3259B569-CAA0-47F4-B0D1-ABDC474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E785BDB-F358-4222-8C95-C5E65367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7343ADF-215F-4394-A3A1-19260608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处理输入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C8E6629-F624-462F-85DB-C960FE04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A1E2D9C-0166-4834-9AFD-A15FBBD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EB899A8-50A2-45A1-86F3-1F1E5F62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97860CF-D31C-4B66-B50B-5D1E581A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Decode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逐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生成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6965E40-7288-4036-BC65-06DCAA7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D9FAEF8F-133A-4838-A106-D850484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B78AA6A-0F6B-472A-B28F-D48E41D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714EC11-7404-458E-80E9-C1704780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流式返回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结束与回收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EEFA499-AE0E-4A07-BC4A-4F62401E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任何局部优化都要回到端到端路径判断收益。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1DEB0A-A562-42C0-9C3C-E500707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937B132-81CA-47FE-A541-7D36E9AF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8504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05CC91A-A830-478C-9135-9C048E32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D597FC4-7043-420A-B295-20845812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训练与推理的系统差异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A9B35B7-00FB-460D-A521-78A7EFF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11660F-4643-4866-9299-912B9D1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训练</a:t>
            </a:r>
            <a:endParaRPr sz="21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E0EEE4B-0FCA-4B19-A58D-129C8C5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批次结构更稳定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B659BA7-6189-4BD6-BD50-9B5E406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目标通常是吞吐与收敛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3CE74BC-4114-49EB-A234-89DE472F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状态随训练步骤更新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EBA867-B90F-4629-8C80-EEE10B98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推理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FFBACD7-618F-4F18-8C28-4FBC21E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请求长度高度变化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3509B55-2F1E-4D43-9128-732AB2A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用户直接感知尾延迟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870362F-CCFD-4ED7-8983-0EAD7A2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每个请求维护独立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2A296C6-401E-41B3-9F9C-B20C0A1B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推理系统的难点来自动态到达、动态长度和在线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SLO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F486217-9890-403B-9A2C-4C075E7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6A9DFCA-7D21-45A0-B18A-08A6736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80611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C8A6D25-7DDD-49C6-A994-C9433835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E6C1BFA-417A-4E82-809A-7DFA85C5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三类典型工作负载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5CF3E10-9452-4193-8F65-16A54C2E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9C77B614-BE29-4149-8F14-19A15D0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A80CE72-A6C6-4FBD-B733-3FC99C05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离线批处理：数据已知，强调总吞吐和单位成本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EA1769C4-6E05-4E47-8BDB-CF5C57CE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3326F4A-30F8-44CF-A6A3-00E791A7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在线对话：请求随机到达，强调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TTFT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与尾延迟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3EA9AA8-E73F-4EB4-9E74-BDC39BA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BBBC8EA-2561-4B46-88CC-040A3E2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RAG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Agent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：前缀更长、状态更多、工具调用打断执行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A78ABB9-83BF-46C2-BB76-E8F0911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35CB252-DC5A-49E8-BDB2-8A75C0C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3B97F6-F2A8-4D36-8B39-4F3235A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工作负载定义决定实验结论能否外推。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2105AD5-A8AB-4103-A76A-B7B0568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CF3D6A6-432D-46D0-967E-F3BFB25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43224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DE9E30-8226-4E47-B198-3AA1AF4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8DCFEC9-A5E9-4B2D-A298-F9836B5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A89CEF7-FE10-4AB9-B2B7-46FE7F14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E596822-0673-4D10-B820-C96F9F4D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1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阶段</a:t>
            </a:r>
            <a:endParaRPr sz="21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98EC85D-FF58-4453-B80B-5EB83F1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一次处理整段输入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200BBDA-A2D8-4D81-9657-E398FB2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并行度高，计算更密集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5439062-5139-44FC-931A-12F8794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主要影响首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5F31CE3-A6F0-4647-A984-69883064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Decode </a:t>
            </a: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阶段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DA2319C-7426-43A0-99C5-E3788006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每轮只生成一个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CE8F5A3-4845-44B2-A177-E70EF24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频繁读取权重与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7A0C381-73E2-4B5F-86A6-A6CF9250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主要影响逐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9469B3D-6B9B-4E8D-AAB5-489FDBF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两个阶段的资源特征不同，混在一起调度会产生干扰。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FE3AAF-7678-45A4-B010-8E643DBE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87A75FE-7527-4ACA-870E-6251553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37191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4012078-A6FD-40E1-A285-1CC563B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022560E-B93C-4EDB-8E31-992C180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3F8B560-BB9C-4C8E-844E-FA64BE8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P95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为什么重要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73E978F-649C-487C-A9A8-ED021918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813BF06-BF8C-42C8-BCAD-7977EE2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把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100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个请求按延迟从小到大排序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C1944B5-BC1A-4982-A225-0F8A1FF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4DF5F0F-7FBE-4709-8F86-E564ED4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P50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：第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50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个请求，代表典型体验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P95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：第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95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个请求，只有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5%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更慢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P99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：第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99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个请求，揭示严重排队与抖动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平均值可能被大量短请求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“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稀释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”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FB5BA11-C245-49DD-8D2B-AD9E0F1C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报告分位数时必须说明样本数、测量窗口与插值方法。</a:t>
            </a:r>
            <a:endParaRPr sz="17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293CD97-CD95-4465-810B-153201A4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BB84637-321D-4C31-8D33-00DF37F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1086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E9BBC7-98A4-442C-BF77-80967FEE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14A3B31-D568-4043-99C5-618033C7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用户可感知指标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D769DC8-8D79-4947-9641-98F72A96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3BFBD88E-19C5-4E25-A9BD-9B883F68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36AAA2D-8802-40D9-BACC-64E5355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TTFT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：请求到第一个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的时间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174283F-D1C4-4194-B7EE-1F31B19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BB72A2A-492D-4FA7-AEBA-506788E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：相邻输出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的平均间隔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F6471824-1754-41E0-92AD-8C7BED2F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6E260FB-8A5C-4D90-B67C-8768288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E2E latency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：完整请求完成时间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880E2EB0-6D13-4C70-8839-42328E7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2DE7E12-B3E3-45F5-9BCC-AAFB014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P95/P99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：高分位延迟揭示拥塞和抖动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7F17EA6-4E9E-4EE1-BDE8-CEC8F607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6C8246D-367F-45C9-84FB-495C915D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0033C2-817A-46BC-993C-26A09301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平均值不足以描述在线体验。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4A23BD6-976E-44D1-AB85-27FD24AC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9146E7D-7D9F-4322-AE5A-D5148A0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924704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8E6318-A99F-450F-9504-7C798F1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CBA95AB-F294-4FFE-AE49-0CD3AB3A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系统效率指标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E85129F-09BD-45A3-97EF-3B0AAFED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D0618067-D44C-4F9E-B3F1-A26C7A8C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B9ED21D-7671-43AF-9786-1D4ABC83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Throughput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：单位时间完成的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或请求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FAE9A2DA-795D-4717-B5E2-9E3403D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A37CA99-F2C2-4DC2-9CE8-1A6DCEB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Goodput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：满足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的有效吞吐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0949C516-B8FD-4B8E-B162-E549408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AB5C9F4-8E00-4C57-A6C6-74AC55AE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GPU/NPU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利用率：只能解释资源使用，不能替代服务指标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4733DE8E-E256-4F23-9008-1C42EF8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5831346-46DA-436C-978E-B000F99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单位请求成本：把硬件时间和容量规划联系起来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3E2D8EC-D980-4A56-B164-CA2F452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CDD5838-3782-4064-B128-DDAB857D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5E4174B-660D-4770-80C7-81C0B00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先写清分母、窗口和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，再报告数字。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CE32B98-3078-4C2E-8E1D-B530A36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A8F0A0D-E99B-4E30-9ACF-9502A38F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175975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262DB6D-B0FC-4315-BE74-E5A33CD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6C8CDEF-3346-47E6-9210-7F55084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吞吐与延迟的张力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2894831-EA00-417F-8D5C-A9072A11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7F77150-3FA9-4879-886D-0B73A72E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扩大批次</a:t>
            </a:r>
            <a:endParaRPr sz="21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3E28878-1FB6-4383-ADD1-1AFA1D0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提高算子效率与设备利用率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877BC7F-314C-41F9-A9B6-C072819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摊薄模型权重读取成本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532FF14-1DAC-431B-B0F7-F5B35AA1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可能拉长等待与尾延迟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69EF300-6745-456B-8DCB-91368F10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控制排队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83142E1-986F-4B16-9712-2ED0628E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限制在途请求与队列长度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2D28218-06B5-4A9A-8A54-9A37785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保护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TTFT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P99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28F99BB-7786-4DFC-9319-2016D41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可能牺牲峰值吞吐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172E87A-2075-4672-9AC4-F3D53F70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系统设计是在约束下选择工作点。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C1B87D6-1947-4C79-AAAC-7C94256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485312C-3DE5-43DE-8B4D-95EF229C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01515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27F7C3-A022-4EB5-90EA-BC1EDCC1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13F7635-FED6-4C58-A385-04B71F49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D146D63-DE53-45F5-874D-C892E74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研究坐标：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vLLM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SGLang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CCD8CAB-7153-4781-BDFF-F8AC512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F8FBDB5-084A-4876-82E7-260D30B0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SOSP 2023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）与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 SGLang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2023/2024</a:t>
            </a:r>
            <a:r>
              <a:rPr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）</a:t>
            </a:r>
            <a:endParaRPr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BCE563C-347B-4148-8869-554F011E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问题：高并发服务中，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内存浪费和重复前缀计算限制吞吐。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910E174-385B-4E1B-945D-BDF4525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vLLM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PagedAttention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管理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SGLang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用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RadixAttention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复用结构化程序中的共享前缀。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CEBED14-571E-4258-A140-B1F22E7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论文报告：两项工作分别报告显著吞吐提升，但测试任务、硬件和基线不同。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F2C79000-E05D-492F-8CD4-A0DD1071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5EDDB76-B01F-4583-8C79-22A42C2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4A9874C-BEAB-451F-9BB1-D73DB34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比较机制，不直接比较倍数。先问工作负载中是否存在碎片或共享前缀。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66842FE-AD11-42FE-8585-8A06F835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https://doi.org/10.1145/3600006.3613165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https://arxiv.org/abs/2312.07104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FEF672-93A9-4E9C-A052-FE7CBB74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912C91E-7F2F-4F5F-81A1-FE44158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27644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20C1BCD-FC6D-46FD-899B-A4FCCC8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5C0888A-0E38-45E6-8075-214D5B6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从指标回溯瓶颈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BCEE79F-BC80-4852-9346-CFFA51C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D19B488-5257-47F9-96E8-27E8DC5E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症状需要映射到具体系统阶段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EA6DAB4-7774-4CDA-A20A-5AF938BC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A158F66-75DF-44CF-BA25-E7709C63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FECC3D2-8588-4079-8E33-3D068468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TTFT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变差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查排队与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AED86D3-BFFC-4EC5-BB07-96F7E7B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DCCE7EC-E631-4ECD-A362-5549E4C9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E5CAFAD-E36C-4053-A78B-74CAF36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0DFF7AB-395D-44A6-BFDD-1CACDE6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变差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查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干扰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37C03D4-A621-415C-85B5-E143FDD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2FBAA10-3A91-4A7C-AB1B-F3A32918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E78F623-7E7B-4DEA-B7DA-8D263109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6251495-3D27-4E65-9E9A-8EEED50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P99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抖动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查抢占与回收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8DF76EC-CAD7-43B8-97D7-6F4A36C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2875E4B9-9F31-4E5D-9FC8-6B2B5AD9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3700316-C482-47A1-8A2E-F7640ADC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E1299B-F6CD-4814-A4F5-28F554C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吞吐低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查批次与算子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48A90B5-2632-4E34-89C5-8080DC3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先定位路径，再选择优化手段。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05526E9-EADE-4434-B98C-E760FEF7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4711702-DEB3-4B95-B5A3-63999FAC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091941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8B762E0-3F9D-469A-93CC-6143A6D8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4C189BD-9339-4C94-B02F-EB08B71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基准测试的最小信息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62F485C-B00C-4902-935F-E34C8579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AFA3BD2-3171-4891-B788-0CF04E3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DAC8337-D6DA-43E8-A946-AD0B43EE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模型、精度、并行方式与硬件型号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A1A7494-7DD4-479B-B599-6982F77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7AC2C1-3946-4C3C-9E77-D4D39C6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到达过程、输入长度和输出长度分布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79E3B161-5FB1-4974-909A-6C2257ED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9D1A8D1-5B96-49C6-89FA-6E9EB32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并发、批次、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SLO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与预热方式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D60C6D1-4EBE-4B61-ADA7-9DB22E08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26A695A-0C68-44DA-B8DE-E7F5E22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软件版本、配置文件和测量窗口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8A99E36-A8D7-4C3F-8553-A216A850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DED0BAC-7A43-4695-B24B-ADA0223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C1E1E83-114C-46FD-84A7-1E00CBDF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缺少上下文的单个性能数字无法复现。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FF15754-761C-45E7-9BDA-6F2D587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DA94D49-D6E9-4744-AB85-F1372A4E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014862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500BC9-01FB-4F96-AE28-0B77F032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BBF434F-A4E0-43DA-B0BE-F841DAB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常见误读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6121942-9EFD-44B1-AB25-5688F52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6F37626-5164-4ECF-ABF7-6723BD93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看起来更快</a:t>
            </a:r>
            <a:endParaRPr sz="21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A8D8F98-ADAF-4882-AAF0-BA8A03FA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只比较峰值吞吐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68206C0-5250-4B0D-A056-42EDE47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只报告平均延迟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1FB6D5D-27A4-4936-B00B-06F7FCB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不同模型或请求长度混在一起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8E8D706-E93B-4202-8669-3F0DB32A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真正可比较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F54F766-D227-45F8-9E79-4A68866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同一工作负载与硬件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E62DC30-A29B-4E06-ACFD-D2E348F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同时给出吞吐和尾延迟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E923E48-9A1B-4E10-985B-BE7B904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公开参数、版本与误差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F82F72E-26B0-476E-9B79-AB527E3D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公平比较先控制变量，再解释差异。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01351F2-1488-457E-847F-FB7BABF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C2ED89B-96CB-4C94-A1A3-32522208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100247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9386EA-2CEF-42C8-84F2-20215EB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4C48393-083C-42BE-9552-2B5BC06F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96F73DE-500E-4AC7-A51D-B1B7E51C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吞吐、容量与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goodput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98809A10-261A-4B47-A8D9-61E4E88C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F60119C-B7E2-477B-A4F3-EFC45FA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容易混淆</a:t>
            </a:r>
            <a:endParaRPr sz="20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75FC9A9-2024-4B2E-90C3-447FD7B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峰值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token/s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等于可服务用户数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C5B9E72-AFF7-4AFD-B947-6EFF247D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设备利用率高等于体验好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AACFB65-2B79-47C4-95AE-6257C0B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完成请求都算有效吞吐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60B5249-C2E2-47E8-8931-A3854100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正确区分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57166B9-CD1B-4E0B-8FFB-E816FD2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容量受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和到达过程限制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ABC1A68-AF89-485C-A7C2-67F6DB6D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高利用率可能伴随长排队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DFC1DA0-B79A-41BA-A3C4-24CF9BD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goodput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只计满足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的请求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7D73FCD-3A37-454F-9EAF-8EAE6A1A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评价系统时必须同时看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做了多少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按时完成多少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21B8E8-D3E9-457B-BC3C-53A0B8A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79184B8-D3AF-44B4-84CB-7D728D9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516894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AB4E46A-BA65-4EFC-9EBF-464DCB0D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F862492-3F0C-4A15-BC72-F1E4E76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课程主线与交付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ECB56E7-80E8-406A-8CCC-94F83D9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067935B5-AC41-482C-A51B-6B68A36C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F2D1492-6AB5-4686-B5D5-AF2F00E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主线一：追踪请求从入口到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返回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1456606-4861-4159-8BCC-6B3BFDD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C24D9AF-843D-4777-AEFF-10C5281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主线二：追踪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状态的创建、驻留、迁移与回收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40A9901-9C73-47DB-A0A1-01FBBF86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340DD3E-3131-41FB-AD01-AA0A99F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主线三：用实验验证调度和执行优化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6979E4B0-FFDC-4A37-9FC4-2FBFCB5A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AA9869D-87B7-4BED-93EC-C857970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最终项目：问题、补丁、证据和可复现说明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0E29000-6CA8-4704-838D-0456A98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548CFFB-FD28-48CD-992A-D8DCA6A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E947712-7DBA-446A-97A6-6CE125A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每一讲都为最终项目补齐一个环节。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F607EB2-2C2E-4488-956A-7588A0C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A1CD947-1A14-4D89-8B40-3C4F9C38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829658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A4ADCEA-A504-46F7-B44A-8DBE45C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A38E12A-E053-4536-B357-5F1C698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4E54A9F-3751-49C8-AF24-2E01699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初学者的指标排查顺序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E2CE037-2F19-446D-AC7A-DE8ECD7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4D683A7E-F3CE-47DB-B782-5E64065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8A82EF-8313-4774-9C53-9CD9664B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先确认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workload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是否相同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F902CE86-EC40-40CF-AB50-F918524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F26E9D0-DAB1-48E5-ACC2-09365E0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再把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E2E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延迟拆成排队、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56B3FD2-A9D8-4697-A5DB-6F4A10BC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4CCE8F8-86EF-4B32-B4D3-FE71FEA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检查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P95/P99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是否由少数超长请求触发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D32522A3-3167-4190-A28D-1CA2AE4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BD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1ADA3D9-9DA4-416B-8248-BF87780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最后关联批次、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使用量和硬件时间线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E09BC2A-2593-4135-BE35-CA7BF714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28CBDB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6C7317-24F7-49DD-AD08-983A417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8CBDB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28CBD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EEA432B-4940-4D72-BAF8-CB236C5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每次只改变一个解释变量，避免从单个现象跳到结论。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AC48D5-0CB4-4421-AF59-02D9695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E1BA432-9E2E-42FA-834A-8FD81CF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65184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6A076-365E-4776-818C-DD392557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381E0-F83D-4DBD-AB44-19DDE70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2D751-E3FC-407A-B07E-27B619D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F57D7-D1B8-4F00-9025-A8FFCFA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F2166-4538-4083-8A56-84AEBBA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8F5CD-F55C-42B1-8A06-6FE4B2D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6536F-983C-4D3B-8002-B0EE085C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6A871-3CCD-41BB-AD66-97C2C642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C6D51-22D3-4D59-BEB2-FF4D323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A3B55-456B-494A-86A0-BC259A2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5F92D-864E-441B-B5A6-2B1304D6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把“模型计算”放回端到端服务路径中，建立全局地图。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E77DE-3C8D-4BAD-A1E0-D1A0683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AF079-132C-4AC7-A6CC-FB9C9EB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67797987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6AF1D-D629-4D42-A6C3-F6528DA8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159DF-6B1E-4231-8C1B-314C5AA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2B574-77A8-44DE-8158-2438F160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39183-4643-495D-87AD-DF787FF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47E10-9D56-4C04-98FE-5233BBBC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22C84-7B21-4FD6-8D06-94171718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499B-D783-4F95-8754-90286798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D0254-2044-42CF-BF1F-C8A0E168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5D2AB-1DAD-4D5F-BEFB-BF9B57F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7EAD3-EE38-46E9-AABF-AC216D85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118C4-D265-47F8-877A-0AD82A3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CBD97-F912-4298-9C3F-34B9289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请求从文本进入，到 token 流返回，中间至少经过网关、调度器、执行器与采样器。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9BFEC-523F-496F-BE2C-BBBF5737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2A11E-0FC5-45B6-B3A8-B687C633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26E67-D4F5-49BD-941B-149078E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37E16-95EE-4BD5-8B92-3C8721C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模型只定义数学关系；推理引擎负责把关系高效地变成服务。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EA0AA-87E3-4DCC-AE4F-820DDE24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4CDA0-66D0-4D31-B429-DCE0A02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28BE9-4B6C-4395-84F6-4ECF43E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B054C-8B82-438F-8EA8-A7305D3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任何阶段都可能排队，端到端延迟不是单个算子的耗时。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422FA-83D4-4D81-8627-9D35832C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2975A-08B4-4E96-8655-6D609092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97328-C733-41F4-A3EC-409ADCD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CE2DB-B1FF-4BD6-A3EC-972A3FD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先画请求时间线，再讨论优化位置。</a:t>
            </a:r>
          </a:p>
        </p:txBody>
      </p:sp>
    </p:spTree>
    <p:extLst>
      <p:ext uri="{BB962C8B-B14F-4D97-AF65-F5344CB8AC3E}">
        <p14:creationId xmlns:p14="http://schemas.microsoft.com/office/powerpoint/2010/main" val="13846182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48ED7-C579-496C-BF1A-636B70C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CC39-B843-4AAA-98DA-028ED37B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B20AD-A8B8-4DBA-B614-40E07947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9C10E-EC24-426D-ACBC-BA7F69E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7B72-6992-4857-8C77-DCE4FDBE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0F868-0E0D-4526-9CAD-8D2FC30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15300-3AC3-41BF-A2CE-348E581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D50BC-AFAA-48FA-B6D7-930F8386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CF4A-C41F-4610-8153-E99BEB6E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83886-C5C3-40EF-8D4A-63D453A9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FC08E-43B3-48B9-B771-1FAA462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CCF31-1EB3-4A42-8CC7-29945DC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一个请求输入 800 token，输出 120 token。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967AA-6526-4DD6-9D8F-E258E991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12206-F34D-4558-A0A5-B5A5FE23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CCC34-96C2-4BA1-AAE9-AD35438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F3BBA-656E-4B0D-A7A9-ED57753D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排队 35 ms，预填充 90 ms，首 token 采样 5 ms。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84C3B-F759-474C-A203-875F7F5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4874E-8520-4174-B743-EAF57FE1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7C038-D390-4D27-B939-A1D075F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082F5-53DF-4DC7-8101-2F6E57D2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TTFT = 35 + 90 + 5 = 130 ms。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9B00C-D045-422B-ADD5-045AD7A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B1DAD-C74B-44AE-8E5B-2105744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E59F2-DF2D-49F1-8C4C-62925A8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A2847-50F9-44EC-9CEE-77C9626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随后平均每个输出 token 18 ms，完整生成约再需 2.14 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9368C-2A84-4E8C-818A-8F9C4D0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02355906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97D34D-80B7-4346-87BA-85FEB181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869A6-09B6-4331-B919-A216173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858D3-594B-4BDF-B59A-C24ADD8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1CA3-5C54-471B-B429-2AED380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677F8-D853-4A00-ACB1-1378799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46ED9-DE5B-4237-8E32-8A75A139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36534-7406-438B-A936-A100166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3F7B-2928-4F5C-8C21-D5F26B2B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16C62-544F-4D7A-96B8-29BD5808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9B1E0-A2B0-43FC-8853-559B9AB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ACE99-C539-42FE-90C4-6AE74A9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客户端提交文本与生成参数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A6FE-8040-45D1-99C8-25F23B4A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FB1B4-61E5-412E-B734-34DCE9D8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7ADDE-B9A4-4E1A-B98D-D636D76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E871B-42E0-49C6-8FCE-615CA41D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分词并进入等待队列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35D8C-C1B0-4284-A2BB-217520B2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C3CD0-5234-4DBF-992E-527DFA71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2967E-20B0-4266-8310-61AFDD9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431C4-68B7-4AEA-BA03-C2AEF375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调度器分配 token / KV 预算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3DEC2-12BF-4E94-BFC1-D8CAD92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6D344-F19C-484F-9BDA-02DBA552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4BC6F-790B-4530-A57C-2B07EB79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C3982-1721-435C-8F53-3BD0353F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执行器运行 prefill 与 decode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79C3B-1DBA-4010-B7E0-1677379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2C5A8-A1A3-4586-8533-B6B0827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4FABE-054B-4E82-A1C2-AE3C311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18D83-83E6-46D1-BDD7-33424AD0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采样、流式返回并记录指标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C642B-0B15-4B1E-B9B2-73FB7FE4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DECA9-F42A-4785-A66D-4F1620DA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15674850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0C242-76C1-4BB1-AE36-A3FB37B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C9D06-E764-428F-9E78-45A2EC87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F847-A052-4A7F-B213-7EF9954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4580B-8C92-4047-B061-816564B3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49F90-A882-4926-A126-EEB4384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CC6CC-915B-4B66-B27C-3BA7EE9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5E8A-43EC-437F-880F-6067047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B1373-0755-43D5-999A-EC019A6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971E6-A45C-46CE-8C4F-980DEEF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4117B-71CE-4BDE-9EE7-1225D65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50057-FAD1-4B04-90E5-5559831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 GPU kernel 时间当成用户延迟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6F2B8-D5DA-4D78-99CD-4AC7420A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7C9FE-F82D-4623-98C1-C3D1026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595D2-E708-4858-99C6-CFCBC14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只测单请求，忽略并发排队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C256A-3A68-4D1C-95C6-633F7FA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FD10D-8395-4A42-889C-5087435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FFB4B-3EC3-49D9-8574-A5000ABC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混淆首 token 与完整请求完成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956E1-AD4D-47C8-9F47-9EB7B0D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69121-A603-4FF3-A700-85781D50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A1360-BA59-45B6-AEE1-949ACFE0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没有说明输入、输出长度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C4A76-85E3-47D2-8F3B-D67506A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51304966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41C3E-C8C3-4DDF-917C-C8697E7D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6FB4F-95B2-446D-90CE-3E780CC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63888-A557-4018-BDF2-39B7B406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53514-4CD6-49DA-BE72-7C326F4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从一次请求看懂系统边界：10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EFCE2-AE70-4C07-BD8D-0F26BCF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E4B8-C3D6-43AB-A6D0-DC4184F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49AC3-70AF-47A6-AFBF-CFB251D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BDAC-93FA-4046-97D0-A634E9D7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78D95-92E8-44A3-9BBB-A08CCBC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A98AB-BBA6-47CF-A8B0-AB74B06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3DDBE-A6F2-48F3-B669-3EAAEA08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61E9F-1EC1-461B-8FF2-0DD6D4C3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指出 TTFT 中三个可能的组成部分。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06FF8-F754-4972-BFE2-CBC2472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6C4D8-D334-4EA4-ACB2-479D7BA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F5D30-95A1-4146-8D2B-0EB885F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4AB08-5C87-47C9-A44C-1AEA2CD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为什么降低单步 kernel 时间不一定降低 P99？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8A519-4976-43C2-8A1E-2AEFFBA8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0BC99-D0FE-4352-B2A2-3A69AD8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8CEBF-0318-43D3-958A-E00A67F9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63B1F-1DEC-4C1D-929A-AB0374B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画出你熟悉框架的一条请求路径。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B3D1C-E681-4B8F-8806-34180CE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D6F1A-C40A-4321-9781-A30CCEF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带走一句话：把“模型计算”放回端到端服务路径中，建立全局地图。</a:t>
            </a:r>
          </a:p>
        </p:txBody>
      </p:sp>
    </p:spTree>
    <p:extLst>
      <p:ext uri="{BB962C8B-B14F-4D97-AF65-F5344CB8AC3E}">
        <p14:creationId xmlns:p14="http://schemas.microsoft.com/office/powerpoint/2010/main" val="207089260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892BB-E4BC-4738-A898-414FE2E3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6D331-8BB6-4203-BEB8-F0CC8665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2DF76-370C-40A1-A0AB-AA2FAE7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D0B9C-A013-4FD8-86E5-104510C0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EC976-859A-46B1-8BCC-6CE9073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23B2-5584-49C1-B957-9B8E1C3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6B563-3E81-4595-9674-28356572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16FEE-E7E7-44E7-927E-004B20B9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A1714-EF3C-485C-BABB-4B6099CE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7984-44F1-46D8-B982-FDD7FCF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DB89-B69F-442B-B7FD-335E9BD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学会在讨论性能前，先说明系统到底承受什么请求。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94C28-2087-4BA2-BF98-DC4D652C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B3BD-D136-4FC4-939A-FDEC47E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81206862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BC39D-D0EE-4F16-A299-4E82EA9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094EA-ECE2-4E41-9741-C0C0733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8215E-9ECC-4D8E-A46F-C0F2483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E6E68-C4E0-4AC5-83AD-C3F15AC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E583B-D31A-44C3-8396-20681A7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1D3C9-0812-4FB1-8FB4-E7B89DC9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BEAF1-DEA8-4401-9FE5-98C7B8E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C513E-B392-4DF8-A783-EFF7A256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ABB3A-A05D-4724-B06C-B2C69D9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61DA6-2642-4DCE-A01F-ED91D44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BE1B9-9B1A-4EA1-8641-861F429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88251-B784-4A71-A9E3-D5FC415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输入长度、输出长度、到达间隔和并发度共同决定压力。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6809B-FB81-4AF6-8F0A-4FFBFFB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25E68-F69F-45CA-B605-47FC7AB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624A8-8759-486F-A8B9-78C57F2B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66D92-3A81-443C-8076-87BFC37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离线吞吐、在线交互和批处理 API 的目标不同。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046C5-BAD9-4D7F-A626-40686299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70F56-8419-4E70-9B3D-8CB907E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6AED8-2470-44EE-AABB-AEA6739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546DA-5390-4D07-985D-4AEE937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平均值相同的两个负载，尾部行为可能完全不同。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6C871-E9AC-4E03-8757-D0088725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6A078-E6DE-4153-97F5-76DE3FB1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DF03C-C7B7-45D3-B240-95642234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D7F39-EDFD-4FB5-B329-AA8A24AF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请求长度分布要报告分位数，而非只报均值。</a:t>
            </a:r>
          </a:p>
        </p:txBody>
      </p:sp>
    </p:spTree>
    <p:extLst>
      <p:ext uri="{BB962C8B-B14F-4D97-AF65-F5344CB8AC3E}">
        <p14:creationId xmlns:p14="http://schemas.microsoft.com/office/powerpoint/2010/main" val="111864644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6C2A8-5F82-4948-80DC-67EB5C6F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7E3EB-8CE1-4B50-B36F-10D8D9A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D4F1E-9099-4438-A7FC-9F4A906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49EC3-2F98-45B0-BFDC-26FC223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798F5-8261-4280-BBC4-D59D509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FFE89-BD15-4401-A9D9-C4366B6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961BE-DE1F-4CB9-ADD3-440C5363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13B83-775C-43EB-A64A-DD8C3431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5558D-77F0-4D09-B795-B66F7CC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6496C-6C0D-46B7-8E87-FE0C921C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E9F6A-D9FB-475A-BD27-D06BAD9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8C2EA-7208-4252-AE2D-B570C5D1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系统平均 20 请求/秒，不代表每 50 ms 恰好来一个请求。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2D7D8-F807-4627-8C0C-262309A8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0BC2B-7C49-49F9-BC64-A61CC62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D91F0-4D4C-4A11-88BD-69CD515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E1490-0994-4A29-A8A5-20FF5FB0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 10 个请求在同一毫秒突发到达，队列会瞬时增长。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006F1-0089-45D3-B32D-DCD475C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B6092-EB7F-4758-9AA2-098FDA3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D621C-9D8E-42F8-AB0B-550105B5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A1565-1399-4C80-A9BE-D6537B5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相同平均到达率下，突发负载的 P99 通常更差。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A46A1-475B-4B27-AB94-5C5FCE0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E45D3-35B4-4640-97F6-2AB05BA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3D2E3-C767-471D-8372-9E1BBA18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0BEE-AB02-4726-82AE-78B6C2B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因此压测器必须复现到达过程，而不只是请求总数。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98EFC-36BF-4188-A863-F9B42B8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56332311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03F96-8DD7-4D81-96AF-5B45C31C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C6E1F-D8A8-48A0-8E9C-20E433AF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41D9E-31E7-49C2-97AC-BF51FD9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F7BEB-BD8A-406A-BFCD-140A57A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B0061-CD76-4C5F-A7DB-DD26BA62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71E68-976F-417E-8023-9E0B6B1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55A39-4DBE-4949-80DD-A2EF8272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29C4F-65F4-4C63-B3DA-D6F5537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1DE05-363E-451F-8EB8-F48F380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1A4EB-AD16-4AA0-B1A1-BAE6C913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28143-C757-4AD1-B3F7-F67E7CC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定义用户场景与 SLO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34E3A-BD07-4048-8842-F96F7E3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4A67F-3622-44DE-B41F-D9033BBA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8E945-C1E0-44FE-807A-2553A61D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0262C-06DA-4A84-82CE-F2DE09D7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收集长度和到达分布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7993E-760D-4D23-9517-CD02FF9B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F809B-5541-4B21-9D4F-F6AD77F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85420-D2CE-4186-ACC6-DD2D650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52338-46BF-48D5-813D-7CA12BEB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生成可复现请求序列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5093C-D116-4F25-A49E-D650754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2DE83-55FA-4302-BE46-6EACD0F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CAE64-C8BB-4B67-8494-9EBC3B9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453C6-84B9-4911-9CC7-4B8C83DB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逐步提高负载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86654-8717-40C6-B9E3-64AD0283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F164A-1199-468F-9E74-E39E972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3EDA-C8BE-439B-B084-E95E9A82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0A20BB-E836-4D5B-9BC5-B12AF4A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观察饱和点与失败模式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E5D86-310C-490E-8F7D-14D64FF4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998A8-F4D2-457B-9046-C10D302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39221454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3AFE7-C54A-4798-8960-3405B751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68372-1735-4B6E-AEAD-1E82660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686CF-4FA6-4258-9F45-FBD3A987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0CAE8-2D1B-4070-9CB4-B1432B8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CAFB8-F96F-49CF-8D3E-A67C3DD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5D44-7CB2-4E4A-8553-8EDFBC37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E7F4-1163-4734-A27B-13C4163B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D02F1-4BE6-4AA4-8860-7382D2C9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02F0E-8559-4BA9-B028-D0A4C2E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5BE0E-1DB6-456B-BC19-C5EE2EE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69E8A-427C-4448-822B-AB21251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固定长度代替真实分布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F694B-0A36-48AD-ABF9-46AD6127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40453-6B11-466A-9865-BDC62FF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7E1E0-7066-435A-8231-F69716E6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闭环压测掩盖过载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C2AD-9598-444E-B54F-A7201A6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6FC78-A4A4-417A-8EFA-8D701875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B7A1E-5998-4927-B5A0-602C265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只报告峰值吞吐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610EC-CF37-4DD5-8F8A-B34E03F8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1357E-DD18-4082-BA14-9569545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303A9-EF47-4A07-9586-3CB44988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不同系统使用不同请求集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0721D-40BE-4263-99CC-307D82D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68241058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851C7-F65A-4799-99B6-77DBF19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6CD52-84C3-4B97-92CC-9A09D85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AD309-35DA-458E-AC01-FAB5CC1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9D9D2-5C2F-4E47-A557-1DB24A1A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用工作负载描述真实课堂问题：10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0D452-4864-4D41-8CE4-208C10B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E4BC1-AFE7-4893-9274-EB1EF39C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FC6C6-BF95-4126-855A-5BA1CA66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56D4A-5AA4-4F9C-98C0-94427A2A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12057-EAEA-4E57-9CF2-32FD81EE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805E5-D59F-4010-BA78-B13A0373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0B426-85E0-47F2-9F22-6B9C5934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5DE94-DC5C-4D34-8D24-6323D315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交互聊天与离线摘要应分别关注什么？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DDBF-1D1E-46AE-86FC-3B698024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CEBD5-8AD5-439C-8ACB-C15E060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09711-9BC9-40F0-B09E-DA082DC6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3CCF1-7D38-4E0C-9D43-9C790681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如何构造一个突发到达实验？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BB1C0-952A-4201-B574-28369B1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2F97A-7F66-4516-9D50-A99373FE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2404A-AD28-44D6-81FF-4ED3200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695A0-624C-4BF3-9E91-50E0E449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给出一个必须固定的生成参数。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F245F-7B17-4B80-80CA-8AFFC539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73BD2-7E8B-41B5-9954-3E7CD4C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带走一句话：学会在讨论性能前，先说明系统到底承受什么请求。</a:t>
            </a:r>
          </a:p>
        </p:txBody>
      </p:sp>
    </p:spTree>
    <p:extLst>
      <p:ext uri="{BB962C8B-B14F-4D97-AF65-F5344CB8AC3E}">
        <p14:creationId xmlns:p14="http://schemas.microsoft.com/office/powerpoint/2010/main" val="102190991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00304-8459-4FF0-9BA5-6DD8C90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CC4D4-2F40-4CE0-B8C4-0F51F259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8985D-7329-48D2-88BE-B984DDF0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E6428-0CD2-445C-8B5B-23350BAC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1279D-F0E1-48AA-8922-B939CDA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8DB51-BB57-47B2-8270-4AAB387A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6296A-01CB-4261-A7F2-B255CD2A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739F0-00E5-4AB7-A717-7C27864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92F11-39E9-4F4C-B019-44C0186D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6CC7-ADC5-4849-BA73-0B5373A2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D1B49-E5AE-4405-898F-9CAB2C5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理解为什么“更快”必须绑定指标定义与服务目标。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DDB0C-33DA-4C15-BE6A-83A6571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B5DA3-610D-4CD8-A387-5A87B479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97092089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7F099-0056-4697-8CFD-45CCB42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0ED3-765A-43FE-AC81-3FEBBB80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003CD-FC20-40B7-B9A9-F58AB39C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DA796-6BFA-4B9A-BB62-8C8C2FB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1584E-A48B-4DAF-B3D2-7B8BF5C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EE7F1-A533-4A3C-9FA0-41C8AF3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47119-1557-4252-94BE-4A3764C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C0ADA-4414-4672-B1A3-143B53F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B764F-1D9C-452B-B1BF-12E42423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F7353-15A3-4E0B-9F47-C4CE1F1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8EFC4-9CDA-46BC-8324-71E07AB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D402F-5029-44C9-BA7A-CB0DDF06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P50 描述典型请求，P95/P99 暴露少数慢请求。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054A3-C83B-429A-B6D9-966B5F2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56728-F2C6-4C7F-AB6E-F712B16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7E213-D350-4691-91F0-FA6C7912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FCB52-8F3C-4A2B-A5CE-9720BB06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吞吐统计完成量；goodput 只统计满足 SLO 的有效完成量。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DA0A6-5394-4B11-B6A8-F044389E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68151-7AE3-4C48-B7DD-4AD051C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4F4DA-F190-483D-81C9-BC2A578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E44C7-3795-4365-89D4-B3A3F25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TTFT、TPOT 与端到端时延回答不同问题。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4FD73-D3A6-4039-B254-BF5311E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9BA64-64AD-467F-827E-3B4201C2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052FD-F47F-464E-8BA4-11D6B5B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2DFDF-ED96-4978-B6D5-C860E80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指标必须同时给出单位、统计窗口和样本数。</a:t>
            </a:r>
          </a:p>
        </p:txBody>
      </p:sp>
    </p:spTree>
    <p:extLst>
      <p:ext uri="{BB962C8B-B14F-4D97-AF65-F5344CB8AC3E}">
        <p14:creationId xmlns:p14="http://schemas.microsoft.com/office/powerpoint/2010/main" val="154869880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D3E2B-69B4-4CDF-9825-EC0D3C2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10769-33FA-43A2-B320-B8A4B73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83B51-99FB-4C33-AC94-ACEAF1F8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A2A06-9367-4651-9136-6380C38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3D0B3-6E5E-4BD6-9CEE-1C58FE9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0895D-0CC7-4C48-A073-730F5FC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55431-5D55-449A-9A9B-A76D8BA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4D84-D3C3-4DF6-8980-9BEE033A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E2A37-2BD4-403F-8E92-D0365C2E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DFAE1-895A-4636-B158-461C5B9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9C331-4A3A-4D6D-9FB1-E4034A5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07B03-2D76-4DBB-81B5-F7375A37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10 个请求中 8 个在 1 s 内完成，2 个耗时 5 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89614-9EE4-48A5-B377-5BEF5FFC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29CA8-1CF8-415D-A78D-13A25F3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CC12F-50B9-442C-B7A2-C62339F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2C2C7-1668-4E00-B6B8-519263A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平均时延 1.8 s，看似尚可；P90/P99 已接近 5 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12DAC-8401-4D38-913B-43A2EE0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EEB7F-9B8D-4402-ADEC-78C3A4B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33986-B06D-40A7-ACEA-47BF4E09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09656-E129-4188-8795-2635D48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 SLO 是 2 s，吞吐仍为 10，goodput 只有 8。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2DC4D-0F00-4C43-AD08-834B9BAA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C2E64-17DB-489E-B6E9-355693B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3BB7F-31D1-44ED-9394-E2B4D0A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5FFEF-AF61-4E86-BEDF-C343473D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优化目标应是扩大满足 SLO 的负载区间。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A8D60-5626-428F-BD5E-07F855C3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4777544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73554-D9F4-4115-BB8A-705E6A1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D80D-981A-4604-8B2C-F04F7CD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A14F9-F23A-471C-A454-0B772CC2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2B43A-1C65-4632-AAB6-7B4E2DC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538A8-64AA-4D56-8255-1C270352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E9153-21AF-4614-8BB4-4083F2E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BFBA7-2F79-429F-8774-C8D1093E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CEEDE-44DD-49F4-B854-B79C6241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ED653-BDE9-45E0-9EA6-3C96597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3603F-8A0B-40BE-90B6-3A9FD1F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0FFCF-DF00-49F9-AEA9-62D63A5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定义 SLO 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F61A5-3A60-4C62-8F8F-FDF9C55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86724-1B22-465A-8F62-3D66FE0C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2CBAD-EC73-4DD1-9F16-8FF37D1F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E38DD-F2E4-4F09-9BDB-1A149570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逐请求记录时间戳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DE65D-47FE-400F-8490-0A019FBD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48C51-CBEA-4604-B0C1-74BF7934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C4DEE-E8F7-45B0-85F1-B8DE9E7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7B8F5-C7C8-42AB-8BD4-AD74946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计算分位数而非先平均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8F56C-1ECF-4226-9F78-7370C8FE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E5DA1-DE0A-45D3-BD99-BC557E12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E8503-659E-463A-AF74-DB855C9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4AA27-C470-45ED-8250-FC9B145A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统计满足 SLO 的请求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8662C-A4B7-49E3-95A1-36114183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3F0FD5-BF9B-43D3-98C0-7FDF5128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A3FE3-CB57-4006-AA95-EFD7115C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2C0BB-DD51-4AF7-A61A-70819B9B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绘制负载—goodput 曲线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B46F5-394D-47EC-AE94-A7B7A16C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CC31B-2CFD-4352-A9C9-FFD9AC0F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4697029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A2709-9788-42D8-AE02-3BAD3CD5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E3AB6-05D6-4654-80DE-CE0C0EBF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9C217-6517-4388-BBDC-85443715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A480-8C39-4633-87F3-D62915A7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0184-1B84-4C55-BEFC-8BDE5912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11BDA-C23F-4683-ABC2-921E54C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EC49E-DD5F-4820-99C0-583DAC08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401F1-3D79-4448-BD81-8FD0EA9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F397-EE9E-4284-B2EB-CA8FE38B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C8E58-9304-48E9-85E4-1677323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40C71-E30E-4C8B-970A-26EE8C45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用平均值替代尾延迟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F13D9-E262-4C80-9DC6-EBBB6C1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AE49-EEC7-4B0A-888E-3E55A752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F9E14-1E6B-49A8-91EF-D820310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将 token/s 与 request/s 混用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8A774-08BC-4CFF-BC1D-6AF673F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543B5-8E29-4F1F-91E5-447CFB1C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29D46-A617-4D71-A3F1-F7B3874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不同预热策略直接比较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BA177-B10B-4AB7-AEFB-67664DB6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8D8B7-05D9-4796-9B19-33C6EA32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52B04-103D-4CB2-8810-01D1B21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遗漏超时与失败请求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66A4C-FB45-4C47-AE7C-930F68BC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33175745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614C0-C5A3-404C-BC3A-39A7375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FE547-F39C-4801-8F22-825C9A20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04AB-3EAE-448C-B4A7-030A660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9AF1C-BE3D-4363-8BEC-9A71380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从平均指标走向分位数与 Goodput：10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115A6-2912-482E-B5BF-39961B7F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0F730-8294-4136-A5EE-4F2ED85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A2CB0-3130-48F7-9FE3-1ADE24A8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D081D-E437-4773-8E3E-BCCB59DA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F9024-D72F-41D2-A4CE-D444B86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A9A54-E777-4417-BD92-53BB08D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8143F-E851-4B7A-834E-81703E24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0533-908F-42FD-AF93-3699DE8C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吞吐相同，goodput 可以不同吗？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9F2D9-EE0E-4742-8F86-2E9F582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95622-D978-4D47-B2B0-97C31EE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3324B-657F-4180-BD3D-4F2612F0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AFD34-8167-4F79-887A-709904F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P99 需要多少样本才有意义？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61F30-17B3-44D6-8AED-CA8FBF4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A215-43C8-4FD8-84DB-C23961B9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45DF6-3500-491B-8873-1717A10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5C91F-1871-4F28-AFD5-F37C159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TTFT 改善最影响哪类体验？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42541-3ECD-4BE7-AB91-369E3502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C0279-78C4-41F5-80C6-8DD80DB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带走一句话：理解为什么“更快”必须绑定指标定义与服务目标。</a:t>
            </a:r>
          </a:p>
        </p:txBody>
      </p:sp>
    </p:spTree>
    <p:extLst>
      <p:ext uri="{BB962C8B-B14F-4D97-AF65-F5344CB8AC3E}">
        <p14:creationId xmlns:p14="http://schemas.microsoft.com/office/powerpoint/2010/main" val="35005303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76E22-4DDA-4680-B9BC-3492C495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38345-9625-4EE8-B544-1422C71F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AD999-A8EA-445D-9F5F-AC688EC8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104FB-45A8-4139-96ED-A72DFC34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85CBD-8A2B-42B3-B8FA-CFB82AD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05EBB-E718-4339-9E1E-A98AC5F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3D86-E931-496E-8910-0072B5DA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59652-30A8-4A87-B25C-D55B358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EB303-8270-4EB4-AAAD-10DF818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5A60E-50D9-4413-BCDA-673B907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E5712-9097-4A56-A45C-AFDA8F2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从现象出发，用证据定位队列、算力、带宽或容量瓶颈。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5846C-0962-4924-82F2-CD11419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3D2F5-E801-4056-9998-3C691DDE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99832518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7B079-3711-4871-BF46-B9CEAE8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F2C76-41C0-478F-BB1C-FD3E5F72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1CB1E-FF53-4E96-BFB5-AB7A1AE5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DDB87-0001-498D-B435-DEF7042D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E61F9-E36C-4B89-91CB-844D33F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E3F6-52B9-40BB-BC9E-2AB63656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2A265-4011-4B38-A7AD-271E110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7FEFC-8CF1-4B8D-84C3-4F1BD062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A9972-3D73-495E-8612-D593D89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52D35-9EC3-444C-9A99-284B25D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7D026-75BA-428B-A203-C09E6CF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1AD24-A141-4AB8-A49F-77158EC3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瓶颈诊断需要端到端指标、阶段耗时和资源计数器互相印证。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CA7ED-312F-44A0-90A6-EA07512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D419F-ABC3-49BD-A7A8-754133E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3BD96-82BB-433D-AC1B-CD5B9687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B1C51-96DD-4567-ABD4-9B7E9C9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低利用率不必然代表算力富余，可能在等待数据或同步。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7EE0F-5E3B-4391-9588-A9612025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B1E34-6B01-483E-8D85-7D0F44E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63088-C173-46D3-8ED6-0240E134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C91AC-9F43-443E-B12C-4D39FF6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饱和时队列增长是容量不足的直接信号。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CDE0C-F656-49C8-8516-EC32828F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15422-D1F5-4189-A2DB-C465F293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96CF4-159A-493F-90EF-172A059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822F5-D389-4A5D-9E26-0BD5861F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每次只改变一个主要变量，才能解释因果。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24405485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9658E-97EE-484F-974D-196ADA8E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62E65-3918-41FE-9531-F186B106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666AA-EFDB-4AD1-A545-FF873D5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E8D83-5D65-4E0E-8F22-6EE37A25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F9B62-F7B7-49F7-89CE-2B5A476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0372C-8AAA-4265-9F00-A87E1E3B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C6A4C-F5D4-43E2-A11A-4BEF8E13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2028E-F553-49C1-A8E0-12211B75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035B4-83F8-47E4-A8C3-D97458A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E0D1-6644-4627-BFD6-98FA5488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00D2F-9B76-4F1D-9216-73E9B18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251C9-EE2B-46CB-8C17-B57D15A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负载上升后 TTFT 急剧增大，TPOT 基本稳定。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11560-BE06-4986-8838-3B265E86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54E14-4930-4466-B8D5-C3A3D2A8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C5B91-E459-4E96-89A0-7EA5CD55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C617D-EFB8-4958-B169-C729AF2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同时等待队列长度持续上升，GPU decode 利用率已接近上限。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BCE94-91AA-418D-B645-8E360E4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E4A45-AA8D-4B44-9452-93D8A101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29DD5-B695-43A7-A7ED-BB0BACB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F89A1-FED8-4E30-8EFC-4111770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证据更支持调度/容量饱和，而非单次 prefill 变慢。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6A284-66DC-4286-80C9-D4E870B2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3AE56-7F39-41BC-B4AC-597EB59F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324ED-4D36-4E2D-8BB9-F68BA98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E7D00-74B0-4394-88C0-1C205568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下一步应测 admission control 或增加副本，而不是盲目换 kernel。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91B57-3C90-45E1-A165-E0D6D354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197406016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58252-1B80-4F3B-B48E-68C862CE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63A45-22F6-480A-95C0-853F91CF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3B22A-40C6-41A9-9D9B-362C8487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595C1-A0FB-4992-BB95-3346716B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DE9B9-2667-4B4C-8876-753B3F4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85465-AC69-433F-9564-858AC80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F3F6-73F2-41B8-A4CC-A67D65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68AAF-20A0-45D5-B497-CB481E34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385F3-4FEF-42DD-86D2-F826165E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7273B-911F-4DD5-9ED8-CFD702D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B87FE-48FF-4168-A980-1F36271C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复现实验并确认现象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CFC2A-0FEE-4814-92CA-F2391337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514DD-8012-4D4F-93F9-79F3E3DE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42EBE-B58A-4CBA-9C6B-F9FA75D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86601-4405-431E-8417-3FFFE7E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按阶段拆分延迟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B23FF-567E-42DF-B040-D45D66A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AFD30-EFE8-412F-B535-02D3B63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796B6-8608-4989-9132-AE94D30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CE15D-8947-4ABE-B29E-6B524B4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观察队列与资源计数器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07BE7-1205-4A58-8C57-DE4D73A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049CF-10E7-4277-9C20-637E4E93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CE3B0-99EF-409F-8582-88735C9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590CF-9EA1-4319-AB09-79A6B9C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提出可证伪的假设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F497E-EE9D-454A-8A3F-A77FA6F5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B8110-96CD-4857-8E53-ABD558D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5D7B1-FDCA-437F-80E1-9FAC059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F1F67-D54D-40F8-8F5A-9FA7425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做单变量实验并复核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0C7FF-1FBF-42FD-8543-1E4557A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D8B58-AAB8-405E-9C31-2F029BC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15649804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A4397-9B56-4775-9DD8-61127EBC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88F0D-BFF2-4551-946F-903DAE8B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54DEA-A401-4496-891A-9139C2E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1E6A8-2B88-4F1F-9272-8CA1DC5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1921E-85E9-44CC-BD98-D6AE8CF7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55E06-709F-4629-A657-8A1F789D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EA90B-E01C-4B2D-A62B-9CCB4F8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B2C67-8B9C-4DDF-B7B5-4A2CD71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09A6-FEC3-4F93-AAFF-D4E96438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A2E00-2026-466F-94FD-2F636F7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66F2F-B802-478D-A751-C4ED3BC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看到相关性就宣布原因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6EA18-266A-400C-8909-C340C94B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FDCB7-06E9-4999-96C9-C4654BC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1EB4F-070B-4802-8331-411D4DF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一次改动多个参数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0263B-3541-4A0C-95EC-5F0E874E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8CBB1-7565-44DB-9F1F-C68DFCC4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372DC-E478-4FA2-9BD1-0F0C40E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只截取最好的一次运行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63045-2D86-4D32-A513-29D90F3C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5436B-AE30-4243-8E5F-53F1094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22E18-2A27-4405-8006-D85F5B9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没有保存配置与日志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07EA2-94CC-49F4-A856-42C6141F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73313527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906EA-C3D0-419A-A1BE-5AEB8F7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0283-06F3-4882-8BBD-8EA051E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57336-2570-4E8E-97C5-AFEC5FF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A80E4-E2DB-43D3-8855-258C6DD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建立可复用的瓶颈诊断闭环：10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F582A-D2F0-4283-A73D-83ABB7A8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5F805-4B45-469B-BDAB-C782DDBE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1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641EE-4064-4D1E-BC19-80A0CF47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84767-51B0-4FD6-8B6E-4B97B8C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A203F-6C86-49BB-BE8B-7BE0957B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4A4DB-0065-4C11-BC9E-C6FCC1F8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A55B-CFA1-42D5-88E0-EBCA5463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FC8A0-9999-4BC6-8972-44D848A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TTFT 上升、TPOT 稳定说明什么？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75EE0-D132-47D8-974F-ED665E35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B3A87-11C7-4B29-8289-82683E9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1E267-3D47-4ABC-B19D-1C48C75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D75B4-725A-4671-8A1A-BC626CFA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显存满是否等于算力满？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02A4B-04D4-40B7-9AD8-DD31D20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B3E52-2095-46E8-95F5-6560ED8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7717F-A585-4C95-A78E-D6C72DDF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EE1CB-F007-46C8-9691-96C7CD2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写出一个可证伪的性能假设。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4E0EE-A8BA-4C89-BA4C-4312740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9F301-1595-4A17-9E53-A86A72BC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带走一句话：从现象出发，用证据定位队列、算力、带宽或容量瓶颈。</a:t>
            </a:r>
          </a:p>
        </p:txBody>
      </p:sp>
    </p:spTree>
    <p:extLst>
      <p:ext uri="{BB962C8B-B14F-4D97-AF65-F5344CB8AC3E}">
        <p14:creationId xmlns:p14="http://schemas.microsoft.com/office/powerpoint/2010/main" val="3891053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77B72E-E927-43D9-9D57-BB928A0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CFCCB0A-ECAF-405D-8E50-66A4D28F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课堂练习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27B0B13-0D41-4989-9866-88052D62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5201D33-A629-4A1D-B911-E52FA7C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0922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课堂练习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15–20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90B25BE-2337-4A05-A62E-90D1D039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F0C1602-82BA-46B3-A7AC-F04447D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034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给定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“32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路在线对话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，写出至少四个必须明确的工作负载参数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129251E-5F69-4606-812A-A115004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C62CAA5-D2A1-4EA7-9BA1-A5873F79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8448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为聊天服务定义一组包含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TTFT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goodput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B0DF904-24D4-42EC-A8C5-1223161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862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6FA48FF-8875-4688-ABBE-9C40E661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8862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画出指标异常到系统模块的排查路径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E10436C-EDD1-42C1-A3BD-7FC1D56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414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练习产出：一页工作负载卡片和一张端到端请求图。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6DEDA2E-F31D-4AD6-A734-5BAEC0C8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CB985AB-5DDD-499D-A92A-AD64E76D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5973221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5AFDF4-AF79-476F-AE13-8A905699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D390583-719B-4472-BED1-3252EEC5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本讲总结与延伸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3C5A728-74F1-4DFB-AB5F-5CF1867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BF54DD1-6116-49CC-96AF-033BA27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1176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带走四句话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94FB4B6-DB0B-4720-AA4D-4FE718E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推理服务是一条跨层请求路径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A959681-83EE-4263-A473-0EA6360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Prefill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具有不同资源特征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1796BDF-5507-49B8-95B9-FCB287F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798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尾延迟和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goodput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更接近用户体验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057243F-B311-4557-A8B3-4AA88CB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可复现实验从完整工作负载定义开始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6C85CEC-6B38-4AE6-AB62-6549D289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10200"/>
            <a:ext cx="1041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延伸阅读：本讲引用论文与课程资料见相关页面。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F1C7DC-E3A9-4CFD-94FA-E1E61995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0A76679-31A6-406B-97EC-5E0FCED0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72835540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2026-09-07T10:49:37.7800000Z</dcterms:created>
  <dcterms:modified xsi:type="dcterms:W3CDTF">2026-09-07T10:49:37.7800000Z</dcterms:modified>
</coreProperties>
</file>