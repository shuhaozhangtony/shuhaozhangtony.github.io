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791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42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143171FD-B7AC-489A-91BA-0D890728EE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1182D"/>
              </a:clrFrom>
              <a:clrTo>
                <a:srgbClr val="01182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6" t="50499"/>
          <a:stretch/>
        </p:blipFill>
        <p:spPr>
          <a:xfrm>
            <a:off x="6561" y="3618316"/>
            <a:ext cx="12192000" cy="340136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91D76DD4-9D40-448E-9305-3D575E9D2020}"/>
              </a:ext>
            </a:extLst>
          </p:cNvPr>
          <p:cNvSpPr/>
          <p:nvPr userDrawn="1"/>
        </p:nvSpPr>
        <p:spPr>
          <a:xfrm>
            <a:off x="6561" y="3239684"/>
            <a:ext cx="12192000" cy="345279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553138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12800" indent="-3556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400">
                <a:solidFill>
                  <a:srgbClr val="1897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2DA8A99-4E3F-420F-9E9E-17E9B84113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0585" y="364350"/>
            <a:ext cx="1554844" cy="353947"/>
          </a:xfrm>
          <a:prstGeom prst="rect">
            <a:avLst/>
          </a:prstGeom>
        </p:spPr>
      </p:pic>
      <p:sp>
        <p:nvSpPr>
          <p:cNvPr id="15" name="椭圆 14"/>
          <p:cNvSpPr/>
          <p:nvPr userDrawn="1"/>
        </p:nvSpPr>
        <p:spPr>
          <a:xfrm>
            <a:off x="11290928" y="6595549"/>
            <a:ext cx="246888" cy="246888"/>
          </a:xfrm>
          <a:prstGeom prst="ellipse">
            <a:avLst/>
          </a:prstGeom>
          <a:solidFill>
            <a:srgbClr val="18978B"/>
          </a:solidFill>
          <a:ln>
            <a:solidFill>
              <a:srgbClr val="138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7822" y="257614"/>
            <a:ext cx="10515600" cy="617641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244B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430" y="6692474"/>
            <a:ext cx="12180570" cy="169469"/>
          </a:xfrm>
          <a:prstGeom prst="rect">
            <a:avLst/>
          </a:prstGeom>
          <a:solidFill>
            <a:srgbClr val="189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-1270" y="6692474"/>
            <a:ext cx="759220" cy="169469"/>
          </a:xfrm>
          <a:prstGeom prst="rect">
            <a:avLst/>
          </a:prstGeom>
          <a:solidFill>
            <a:srgbClr val="244B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 userDrawn="1"/>
        </p:nvSpPr>
        <p:spPr>
          <a:xfrm flipV="1">
            <a:off x="326571" y="359908"/>
            <a:ext cx="1386789" cy="432000"/>
          </a:xfrm>
          <a:custGeom>
            <a:avLst/>
            <a:gdLst>
              <a:gd name="connsiteX0" fmla="*/ 167822 w 1386790"/>
              <a:gd name="connsiteY0" fmla="*/ 524933 h 524933"/>
              <a:gd name="connsiteX1" fmla="*/ 168846 w 1386790"/>
              <a:gd name="connsiteY1" fmla="*/ 524933 h 524933"/>
              <a:gd name="connsiteX2" fmla="*/ 168846 w 1386790"/>
              <a:gd name="connsiteY2" fmla="*/ 14598 h 524933"/>
              <a:gd name="connsiteX3" fmla="*/ 1386790 w 1386790"/>
              <a:gd name="connsiteY3" fmla="*/ 14598 h 524933"/>
              <a:gd name="connsiteX4" fmla="*/ 1386790 w 1386790"/>
              <a:gd name="connsiteY4" fmla="*/ 0 h 524933"/>
              <a:gd name="connsiteX5" fmla="*/ 167822 w 1386790"/>
              <a:gd name="connsiteY5" fmla="*/ 0 h 524933"/>
              <a:gd name="connsiteX6" fmla="*/ 152999 w 1386790"/>
              <a:gd name="connsiteY6" fmla="*/ 0 h 524933"/>
              <a:gd name="connsiteX7" fmla="*/ 152999 w 1386790"/>
              <a:gd name="connsiteY7" fmla="*/ 507260 h 524933"/>
              <a:gd name="connsiteX8" fmla="*/ 107280 w 1386790"/>
              <a:gd name="connsiteY8" fmla="*/ 507260 h 524933"/>
              <a:gd name="connsiteX9" fmla="*/ 107280 w 1386790"/>
              <a:gd name="connsiteY9" fmla="*/ 0 h 524933"/>
              <a:gd name="connsiteX10" fmla="*/ 0 w 1386790"/>
              <a:gd name="connsiteY10" fmla="*/ 0 h 524933"/>
              <a:gd name="connsiteX11" fmla="*/ 0 w 1386790"/>
              <a:gd name="connsiteY11" fmla="*/ 524932 h 524933"/>
              <a:gd name="connsiteX12" fmla="*/ 33834 w 1386790"/>
              <a:gd name="connsiteY12" fmla="*/ 524932 h 524933"/>
              <a:gd name="connsiteX13" fmla="*/ 33834 w 1386790"/>
              <a:gd name="connsiteY13" fmla="*/ 23810 h 524933"/>
              <a:gd name="connsiteX14" fmla="*/ 79553 w 1386790"/>
              <a:gd name="connsiteY14" fmla="*/ 23810 h 524933"/>
              <a:gd name="connsiteX15" fmla="*/ 79553 w 1386790"/>
              <a:gd name="connsiteY15" fmla="*/ 524932 h 524933"/>
              <a:gd name="connsiteX16" fmla="*/ 167822 w 1386790"/>
              <a:gd name="connsiteY16" fmla="*/ 524932 h 52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189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FACCFFF4-8704-47DE-8273-AF2E2A9719F8}"/>
              </a:ext>
            </a:extLst>
          </p:cNvPr>
          <p:cNvSpPr txBox="1"/>
          <p:nvPr userDrawn="1"/>
        </p:nvSpPr>
        <p:spPr>
          <a:xfrm>
            <a:off x="11268341" y="6589899"/>
            <a:ext cx="292061" cy="283147"/>
          </a:xfrm>
          <a:prstGeom prst="rect">
            <a:avLst/>
          </a:prstGeom>
        </p:spPr>
        <p:txBody>
          <a:bodyPr vert="horz" wrap="square" lIns="0" tIns="0" rIns="0" bIns="0" rtlCol="0" anchor="ctr" anchorCtr="1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183D58-648D-4475-BEF8-624F48514A30}" type="slidenum">
              <a:rPr lang="zh-CN" altLang="en-US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‹#›</a:t>
            </a:fld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935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702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13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855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72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718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774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733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379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836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CCF1B-7B1A-C644-B031-CDCF7AE94813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B76-6D4A-D043-9FCE-C1FDFE2F9D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2461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​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539495" y="1435608"/>
            <a:ext cx="6669687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dirty="0"/>
              <a:t>单击此处编辑母版文本样式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dirty="0"/>
              <a:t>二级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dirty="0"/>
              <a:t>三级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dirty="0"/>
              <a:t>四级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dirty="0"/>
              <a:t>五级</a:t>
            </a:r>
            <a:endParaRPr lang="zh-cn" dirty="0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2"/>
          </p:nvPr>
        </p:nvSpPr>
        <p:spPr>
          <a:xfrm>
            <a:off x="539496" y="631825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6646B47-A73D-4F6F-AD82-C99F4E62F746}" type="datetime2">
              <a:rPr lang="zh-CN" altLang="en-US" smtClean="0"/>
              <a:t>2026年5月11日</a:t>
            </a:fld>
            <a:endParaRPr lang="en-US" dirty="0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48200" y="631825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8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71925" y="6318256"/>
            <a:ext cx="3558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图片 8" descr="徽标&#10;&#10;描述已自动生成">
            <a:extLst>
              <a:ext uri="{FF2B5EF4-FFF2-40B4-BE49-F238E27FC236}">
                <a16:creationId xmlns:a16="http://schemas.microsoft.com/office/drawing/2014/main" id="{DE5C0059-33BE-4065-B051-DF962D4B73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2213" y="84409"/>
            <a:ext cx="1323996" cy="10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664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>
          <a:xfrm>
            <a:off x="8737600" y="6172200"/>
            <a:ext cx="28448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352E73-6586-482C-B492-E6FD81B4877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6505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2B2F23B-AF66-41A9-897D-44609AD9DFB7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954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B77E512-C3A0-55D2-7B01-D94647E79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763660"/>
          </a:xfrm>
        </p:spPr>
        <p:txBody>
          <a:bodyPr/>
          <a:lstStyle/>
          <a:p>
            <a:r>
              <a:rPr lang="zh-CN" altLang="en-US" dirty="0"/>
              <a:t>所有实验都开放了命令行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6615087-51D9-7DCD-78A5-C1D8B8E16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Clone</a:t>
            </a:r>
            <a:r>
              <a:rPr lang="zh-CN" altLang="en-US" dirty="0"/>
              <a:t>头歌平台代码到本地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36FDB8-E225-4C63-69E0-D1AEFAC1B7C1}"/>
              </a:ext>
            </a:extLst>
          </p:cNvPr>
          <p:cNvSpPr txBox="1"/>
          <p:nvPr/>
        </p:nvSpPr>
        <p:spPr>
          <a:xfrm>
            <a:off x="685670" y="2240280"/>
            <a:ext cx="95267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头歌服务器：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root@educoder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:/data/workspace/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myshixun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# git remote get-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url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origin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https://git.educoder.net/prxpafhei/frcwhqxtla20230508210723.git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5AD19A-0F42-EC72-1CEA-9B3BD70F67E5}"/>
              </a:ext>
            </a:extLst>
          </p:cNvPr>
          <p:cNvSpPr txBox="1"/>
          <p:nvPr/>
        </p:nvSpPr>
        <p:spPr>
          <a:xfrm>
            <a:off x="675396" y="3690141"/>
            <a:ext cx="10937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本地：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$git clone  https://git.educoder.net/prxpafhei/frcwhqxtla20230508210723.git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062188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4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Arial</vt:lpstr>
      <vt:lpstr>Segoe UI</vt:lpstr>
      <vt:lpstr>Wingdings</vt:lpstr>
      <vt:lpstr>1_Office 主题​​</vt:lpstr>
      <vt:lpstr>Clone头歌平台代码到本地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1</cp:revision>
  <dcterms:created xsi:type="dcterms:W3CDTF">2026-05-11T13:27:00Z</dcterms:created>
  <dcterms:modified xsi:type="dcterms:W3CDTF">2026-05-11T13:27:34Z</dcterms:modified>
</cp:coreProperties>
</file>